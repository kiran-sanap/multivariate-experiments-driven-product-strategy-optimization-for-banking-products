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23"/>
  </p:notesMasterIdLst>
  <p:sldIdLst>
    <p:sldId id="285" r:id="rId3"/>
    <p:sldId id="257" r:id="rId4"/>
    <p:sldId id="279" r:id="rId5"/>
    <p:sldId id="280" r:id="rId6"/>
    <p:sldId id="281" r:id="rId7"/>
    <p:sldId id="284" r:id="rId8"/>
    <p:sldId id="263" r:id="rId9"/>
    <p:sldId id="265"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666633"/>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405" autoAdjust="0"/>
  </p:normalViewPr>
  <p:slideViewPr>
    <p:cSldViewPr snapToGrid="0">
      <p:cViewPr varScale="1">
        <p:scale>
          <a:sx n="71" d="100"/>
          <a:sy n="71" d="100"/>
        </p:scale>
        <p:origin x="1138"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0AD5E4-5DBE-475A-A211-EA5B736E668E}" type="datetimeFigureOut">
              <a:rPr lang="en-IN" smtClean="0"/>
              <a:t>18-06-2025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23AC62-7574-42AF-A2DA-B3D43FB06BD5}" type="slidenum">
              <a:rPr lang="en-IN" smtClean="0"/>
              <a:t>‹#›</a:t>
            </a:fld>
            <a:endParaRPr lang="en-IN"/>
          </a:p>
        </p:txBody>
      </p:sp>
    </p:spTree>
    <p:extLst>
      <p:ext uri="{BB962C8B-B14F-4D97-AF65-F5344CB8AC3E}">
        <p14:creationId xmlns:p14="http://schemas.microsoft.com/office/powerpoint/2010/main" val="2133891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2"/>
        <p:cNvGrpSpPr/>
        <p:nvPr/>
      </p:nvGrpSpPr>
      <p:grpSpPr>
        <a:xfrm>
          <a:off x="0" y="0"/>
          <a:ext cx="0" cy="0"/>
          <a:chOff x="0" y="0"/>
          <a:chExt cx="0" cy="0"/>
        </a:xfrm>
      </p:grpSpPr>
      <p:sp>
        <p:nvSpPr>
          <p:cNvPr id="2943" name="Google Shape;2943;gfa1335d8c9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4" name="Google Shape;2944;gfa1335d8c9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23AC62-7574-42AF-A2DA-B3D43FB06BD5}" type="slidenum">
              <a:rPr lang="en-IN" smtClean="0"/>
              <a:t>7</a:t>
            </a:fld>
            <a:endParaRPr lang="en-IN"/>
          </a:p>
        </p:txBody>
      </p:sp>
    </p:spTree>
    <p:extLst>
      <p:ext uri="{BB962C8B-B14F-4D97-AF65-F5344CB8AC3E}">
        <p14:creationId xmlns:p14="http://schemas.microsoft.com/office/powerpoint/2010/main" val="4108153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23AC62-7574-42AF-A2DA-B3D43FB06BD5}" type="slidenum">
              <a:rPr lang="en-IN" smtClean="0"/>
              <a:t>20</a:t>
            </a:fld>
            <a:endParaRPr lang="en-IN"/>
          </a:p>
        </p:txBody>
      </p:sp>
    </p:spTree>
    <p:extLst>
      <p:ext uri="{BB962C8B-B14F-4D97-AF65-F5344CB8AC3E}">
        <p14:creationId xmlns:p14="http://schemas.microsoft.com/office/powerpoint/2010/main" val="3698832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s://www.flaticon.com/?utm_source=slidesgo_template&amp;utm_medium=referral-link&amp;utm_campaign=s%20g_resources&amp;utm_content=flaticon"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 Id="rId4" Type="http://schemas.openxmlformats.org/officeDocument/2006/relationships/hyperlink" Target="https://www.freepik.com/?utm_source=slidesgo_template&amp;utm_medium=referral-link&amp;utm_campaign=s%20g_resources&amp;utm_content=freepik"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57715E-2FB9-4012-85C9-F675D021A4BB}" type="datetimeFigureOut">
              <a:rPr lang="en-IN" smtClean="0"/>
              <a:t>18-06-2025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298F5-E920-487C-A405-3F5C587073B4}" type="slidenum">
              <a:rPr lang="en-IN" smtClean="0"/>
              <a:t>‹#›</a:t>
            </a:fld>
            <a:endParaRPr lang="en-IN"/>
          </a:p>
        </p:txBody>
      </p:sp>
    </p:spTree>
    <p:extLst>
      <p:ext uri="{BB962C8B-B14F-4D97-AF65-F5344CB8AC3E}">
        <p14:creationId xmlns:p14="http://schemas.microsoft.com/office/powerpoint/2010/main" val="2245808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7715E-2FB9-4012-85C9-F675D021A4BB}" type="datetimeFigureOut">
              <a:rPr lang="en-IN" smtClean="0"/>
              <a:t>18-06-2025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298F5-E920-487C-A405-3F5C587073B4}" type="slidenum">
              <a:rPr lang="en-IN" smtClean="0"/>
              <a:t>‹#›</a:t>
            </a:fld>
            <a:endParaRPr lang="en-IN"/>
          </a:p>
        </p:txBody>
      </p:sp>
    </p:spTree>
    <p:extLst>
      <p:ext uri="{BB962C8B-B14F-4D97-AF65-F5344CB8AC3E}">
        <p14:creationId xmlns:p14="http://schemas.microsoft.com/office/powerpoint/2010/main" val="2561320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7715E-2FB9-4012-85C9-F675D021A4BB}" type="datetimeFigureOut">
              <a:rPr lang="en-IN" smtClean="0"/>
              <a:t>18-06-2025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298F5-E920-487C-A405-3F5C587073B4}" type="slidenum">
              <a:rPr lang="en-IN" smtClean="0"/>
              <a:t>‹#›</a:t>
            </a:fld>
            <a:endParaRPr lang="en-IN"/>
          </a:p>
        </p:txBody>
      </p:sp>
    </p:spTree>
    <p:extLst>
      <p:ext uri="{BB962C8B-B14F-4D97-AF65-F5344CB8AC3E}">
        <p14:creationId xmlns:p14="http://schemas.microsoft.com/office/powerpoint/2010/main" val="4067879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57715E-2FB9-4012-85C9-F675D021A4BB}" type="datetimeFigureOut">
              <a:rPr lang="en-IN" smtClean="0"/>
              <a:t>18-06-2025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0298F5-E920-487C-A405-3F5C587073B4}" type="slidenum">
              <a:rPr lang="en-IN" smtClean="0"/>
              <a:t>‹#›</a:t>
            </a:fld>
            <a:endParaRPr lang="en-IN"/>
          </a:p>
        </p:txBody>
      </p:sp>
    </p:spTree>
    <p:extLst>
      <p:ext uri="{BB962C8B-B14F-4D97-AF65-F5344CB8AC3E}">
        <p14:creationId xmlns:p14="http://schemas.microsoft.com/office/powerpoint/2010/main" val="4225004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57715E-2FB9-4012-85C9-F675D021A4BB}" type="datetimeFigureOut">
              <a:rPr lang="en-IN" smtClean="0"/>
              <a:t>18-06-2025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0298F5-E920-487C-A405-3F5C587073B4}" type="slidenum">
              <a:rPr lang="en-IN" smtClean="0"/>
              <a:t>‹#›</a:t>
            </a:fld>
            <a:endParaRPr lang="en-IN"/>
          </a:p>
        </p:txBody>
      </p:sp>
    </p:spTree>
    <p:extLst>
      <p:ext uri="{BB962C8B-B14F-4D97-AF65-F5344CB8AC3E}">
        <p14:creationId xmlns:p14="http://schemas.microsoft.com/office/powerpoint/2010/main" val="1190284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57715E-2FB9-4012-85C9-F675D021A4BB}" type="datetimeFigureOut">
              <a:rPr lang="en-IN" smtClean="0"/>
              <a:t>18-06-2025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0298F5-E920-487C-A405-3F5C587073B4}" type="slidenum">
              <a:rPr lang="en-IN" smtClean="0"/>
              <a:t>‹#›</a:t>
            </a:fld>
            <a:endParaRPr lang="en-IN"/>
          </a:p>
        </p:txBody>
      </p:sp>
    </p:spTree>
    <p:extLst>
      <p:ext uri="{BB962C8B-B14F-4D97-AF65-F5344CB8AC3E}">
        <p14:creationId xmlns:p14="http://schemas.microsoft.com/office/powerpoint/2010/main" val="1976715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57715E-2FB9-4012-85C9-F675D021A4BB}" type="datetimeFigureOut">
              <a:rPr lang="en-IN" smtClean="0"/>
              <a:t>18-06-2025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0298F5-E920-487C-A405-3F5C587073B4}" type="slidenum">
              <a:rPr lang="en-IN" smtClean="0"/>
              <a:t>‹#›</a:t>
            </a:fld>
            <a:endParaRPr lang="en-IN"/>
          </a:p>
        </p:txBody>
      </p:sp>
    </p:spTree>
    <p:extLst>
      <p:ext uri="{BB962C8B-B14F-4D97-AF65-F5344CB8AC3E}">
        <p14:creationId xmlns:p14="http://schemas.microsoft.com/office/powerpoint/2010/main" val="2073220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57715E-2FB9-4012-85C9-F675D021A4BB}" type="datetimeFigureOut">
              <a:rPr lang="en-IN" smtClean="0"/>
              <a:t>18-06-2025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0298F5-E920-487C-A405-3F5C587073B4}" type="slidenum">
              <a:rPr lang="en-IN" smtClean="0"/>
              <a:t>‹#›</a:t>
            </a:fld>
            <a:endParaRPr lang="en-IN"/>
          </a:p>
        </p:txBody>
      </p:sp>
    </p:spTree>
    <p:extLst>
      <p:ext uri="{BB962C8B-B14F-4D97-AF65-F5344CB8AC3E}">
        <p14:creationId xmlns:p14="http://schemas.microsoft.com/office/powerpoint/2010/main" val="1811540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57715E-2FB9-4012-85C9-F675D021A4BB}" type="datetimeFigureOut">
              <a:rPr lang="en-IN" smtClean="0"/>
              <a:t>18-06-2025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0298F5-E920-487C-A405-3F5C587073B4}" type="slidenum">
              <a:rPr lang="en-IN" smtClean="0"/>
              <a:t>‹#›</a:t>
            </a:fld>
            <a:endParaRPr lang="en-IN"/>
          </a:p>
        </p:txBody>
      </p:sp>
    </p:spTree>
    <p:extLst>
      <p:ext uri="{BB962C8B-B14F-4D97-AF65-F5344CB8AC3E}">
        <p14:creationId xmlns:p14="http://schemas.microsoft.com/office/powerpoint/2010/main" val="3509359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7715E-2FB9-4012-85C9-F675D021A4BB}" type="datetimeFigureOut">
              <a:rPr lang="en-IN" smtClean="0"/>
              <a:t>18-06-2025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298F5-E920-487C-A405-3F5C587073B4}" type="slidenum">
              <a:rPr lang="en-IN" smtClean="0"/>
              <a:t>‹#›</a:t>
            </a:fld>
            <a:endParaRPr lang="en-IN"/>
          </a:p>
        </p:txBody>
      </p:sp>
    </p:spTree>
    <p:extLst>
      <p:ext uri="{BB962C8B-B14F-4D97-AF65-F5344CB8AC3E}">
        <p14:creationId xmlns:p14="http://schemas.microsoft.com/office/powerpoint/2010/main" val="802152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7715E-2FB9-4012-85C9-F675D021A4BB}" type="datetimeFigureOut">
              <a:rPr lang="en-IN" smtClean="0"/>
              <a:t>18-06-2025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0298F5-E920-487C-A405-3F5C587073B4}" type="slidenum">
              <a:rPr lang="en-IN" smtClean="0"/>
              <a:t>‹#›</a:t>
            </a:fld>
            <a:endParaRPr lang="en-IN"/>
          </a:p>
        </p:txBody>
      </p:sp>
    </p:spTree>
    <p:extLst>
      <p:ext uri="{BB962C8B-B14F-4D97-AF65-F5344CB8AC3E}">
        <p14:creationId xmlns:p14="http://schemas.microsoft.com/office/powerpoint/2010/main" val="3764283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62000" y="2055567"/>
            <a:ext cx="5202400" cy="1919600"/>
          </a:xfrm>
          <a:prstGeom prst="rect">
            <a:avLst/>
          </a:prstGeom>
        </p:spPr>
        <p:txBody>
          <a:bodyPr spcFirstLastPara="1" wrap="square" lIns="91425" tIns="91425" rIns="91425" bIns="91425" anchor="ctr" anchorCtr="0">
            <a:noAutofit/>
          </a:bodyPr>
          <a:lstStyle>
            <a:lvl1pPr lvl="0" algn="l">
              <a:lnSpc>
                <a:spcPct val="80000"/>
              </a:lnSpc>
              <a:spcBef>
                <a:spcPts val="0"/>
              </a:spcBef>
              <a:spcAft>
                <a:spcPts val="0"/>
              </a:spcAft>
              <a:buClr>
                <a:schemeClr val="accent1"/>
              </a:buClr>
              <a:buSzPts val="5200"/>
              <a:buFont typeface="Rubik"/>
              <a:buNone/>
              <a:defRPr sz="7333"/>
            </a:lvl1pPr>
            <a:lvl2pPr lvl="1" algn="ctr">
              <a:spcBef>
                <a:spcPts val="0"/>
              </a:spcBef>
              <a:spcAft>
                <a:spcPts val="0"/>
              </a:spcAft>
              <a:buClr>
                <a:schemeClr val="lt1"/>
              </a:buClr>
              <a:buSzPts val="5200"/>
              <a:buFont typeface="Rubik Medium"/>
              <a:buNone/>
              <a:defRPr sz="6933" b="0">
                <a:solidFill>
                  <a:schemeClr val="lt1"/>
                </a:solidFill>
                <a:latin typeface="Rubik Medium"/>
                <a:ea typeface="Rubik Medium"/>
                <a:cs typeface="Rubik Medium"/>
                <a:sym typeface="Rubik Medium"/>
              </a:defRPr>
            </a:lvl2pPr>
            <a:lvl3pPr lvl="2" algn="ctr">
              <a:spcBef>
                <a:spcPts val="0"/>
              </a:spcBef>
              <a:spcAft>
                <a:spcPts val="0"/>
              </a:spcAft>
              <a:buClr>
                <a:schemeClr val="lt1"/>
              </a:buClr>
              <a:buSzPts val="5200"/>
              <a:buFont typeface="Rubik Medium"/>
              <a:buNone/>
              <a:defRPr sz="6933" b="0">
                <a:solidFill>
                  <a:schemeClr val="lt1"/>
                </a:solidFill>
                <a:latin typeface="Rubik Medium"/>
                <a:ea typeface="Rubik Medium"/>
                <a:cs typeface="Rubik Medium"/>
                <a:sym typeface="Rubik Medium"/>
              </a:defRPr>
            </a:lvl3pPr>
            <a:lvl4pPr lvl="3" algn="ctr">
              <a:spcBef>
                <a:spcPts val="0"/>
              </a:spcBef>
              <a:spcAft>
                <a:spcPts val="0"/>
              </a:spcAft>
              <a:buClr>
                <a:schemeClr val="lt1"/>
              </a:buClr>
              <a:buSzPts val="5200"/>
              <a:buFont typeface="Rubik Medium"/>
              <a:buNone/>
              <a:defRPr sz="6933" b="0">
                <a:solidFill>
                  <a:schemeClr val="lt1"/>
                </a:solidFill>
                <a:latin typeface="Rubik Medium"/>
                <a:ea typeface="Rubik Medium"/>
                <a:cs typeface="Rubik Medium"/>
                <a:sym typeface="Rubik Medium"/>
              </a:defRPr>
            </a:lvl4pPr>
            <a:lvl5pPr lvl="4" algn="ctr">
              <a:spcBef>
                <a:spcPts val="0"/>
              </a:spcBef>
              <a:spcAft>
                <a:spcPts val="0"/>
              </a:spcAft>
              <a:buClr>
                <a:schemeClr val="lt1"/>
              </a:buClr>
              <a:buSzPts val="5200"/>
              <a:buFont typeface="Rubik Medium"/>
              <a:buNone/>
              <a:defRPr sz="6933" b="0">
                <a:solidFill>
                  <a:schemeClr val="lt1"/>
                </a:solidFill>
                <a:latin typeface="Rubik Medium"/>
                <a:ea typeface="Rubik Medium"/>
                <a:cs typeface="Rubik Medium"/>
                <a:sym typeface="Rubik Medium"/>
              </a:defRPr>
            </a:lvl5pPr>
            <a:lvl6pPr lvl="5" algn="ctr">
              <a:spcBef>
                <a:spcPts val="0"/>
              </a:spcBef>
              <a:spcAft>
                <a:spcPts val="0"/>
              </a:spcAft>
              <a:buClr>
                <a:schemeClr val="lt1"/>
              </a:buClr>
              <a:buSzPts val="5200"/>
              <a:buFont typeface="Rubik Medium"/>
              <a:buNone/>
              <a:defRPr sz="6933" b="0">
                <a:solidFill>
                  <a:schemeClr val="lt1"/>
                </a:solidFill>
                <a:latin typeface="Rubik Medium"/>
                <a:ea typeface="Rubik Medium"/>
                <a:cs typeface="Rubik Medium"/>
                <a:sym typeface="Rubik Medium"/>
              </a:defRPr>
            </a:lvl6pPr>
            <a:lvl7pPr lvl="6" algn="ctr">
              <a:spcBef>
                <a:spcPts val="0"/>
              </a:spcBef>
              <a:spcAft>
                <a:spcPts val="0"/>
              </a:spcAft>
              <a:buClr>
                <a:schemeClr val="lt1"/>
              </a:buClr>
              <a:buSzPts val="5200"/>
              <a:buFont typeface="Rubik Medium"/>
              <a:buNone/>
              <a:defRPr sz="6933" b="0">
                <a:solidFill>
                  <a:schemeClr val="lt1"/>
                </a:solidFill>
                <a:latin typeface="Rubik Medium"/>
                <a:ea typeface="Rubik Medium"/>
                <a:cs typeface="Rubik Medium"/>
                <a:sym typeface="Rubik Medium"/>
              </a:defRPr>
            </a:lvl7pPr>
            <a:lvl8pPr lvl="7" algn="ctr">
              <a:spcBef>
                <a:spcPts val="0"/>
              </a:spcBef>
              <a:spcAft>
                <a:spcPts val="0"/>
              </a:spcAft>
              <a:buClr>
                <a:schemeClr val="lt1"/>
              </a:buClr>
              <a:buSzPts val="5200"/>
              <a:buFont typeface="Rubik Medium"/>
              <a:buNone/>
              <a:defRPr sz="6933" b="0">
                <a:solidFill>
                  <a:schemeClr val="lt1"/>
                </a:solidFill>
                <a:latin typeface="Rubik Medium"/>
                <a:ea typeface="Rubik Medium"/>
                <a:cs typeface="Rubik Medium"/>
                <a:sym typeface="Rubik Medium"/>
              </a:defRPr>
            </a:lvl8pPr>
            <a:lvl9pPr lvl="8" algn="ctr">
              <a:spcBef>
                <a:spcPts val="0"/>
              </a:spcBef>
              <a:spcAft>
                <a:spcPts val="0"/>
              </a:spcAft>
              <a:buClr>
                <a:schemeClr val="lt1"/>
              </a:buClr>
              <a:buSzPts val="5200"/>
              <a:buFont typeface="Rubik Medium"/>
              <a:buNone/>
              <a:defRPr sz="6933" b="0">
                <a:solidFill>
                  <a:schemeClr val="lt1"/>
                </a:solidFill>
                <a:latin typeface="Rubik Medium"/>
                <a:ea typeface="Rubik Medium"/>
                <a:cs typeface="Rubik Medium"/>
                <a:sym typeface="Rubik Medium"/>
              </a:defRPr>
            </a:lvl9pPr>
          </a:lstStyle>
          <a:p>
            <a:endParaRPr/>
          </a:p>
        </p:txBody>
      </p:sp>
      <p:sp>
        <p:nvSpPr>
          <p:cNvPr id="10" name="Google Shape;10;p2"/>
          <p:cNvSpPr txBox="1">
            <a:spLocks noGrp="1"/>
          </p:cNvSpPr>
          <p:nvPr>
            <p:ph type="subTitle" idx="1"/>
          </p:nvPr>
        </p:nvSpPr>
        <p:spPr>
          <a:xfrm>
            <a:off x="1062000" y="4070833"/>
            <a:ext cx="5202400" cy="731600"/>
          </a:xfrm>
          <a:prstGeom prst="rect">
            <a:avLst/>
          </a:prstGeom>
          <a:noFill/>
        </p:spPr>
        <p:txBody>
          <a:bodyPr spcFirstLastPara="1" wrap="square" lIns="91425" tIns="91425" rIns="91425" bIns="91425" anchor="ctr" anchorCtr="0">
            <a:noAutofit/>
          </a:bodyPr>
          <a:lstStyle>
            <a:lvl1pPr lvl="0">
              <a:lnSpc>
                <a:spcPct val="100000"/>
              </a:lnSpc>
              <a:spcBef>
                <a:spcPts val="0"/>
              </a:spcBef>
              <a:spcAft>
                <a:spcPts val="0"/>
              </a:spcAft>
              <a:buClr>
                <a:schemeClr val="accent1"/>
              </a:buClr>
              <a:buSzPts val="2800"/>
              <a:buNone/>
              <a:defRPr sz="2133">
                <a:solidFill>
                  <a:schemeClr val="dk1"/>
                </a:solidFill>
              </a:defRPr>
            </a:lvl1pPr>
            <a:lvl2pPr lvl="1" algn="ctr">
              <a:lnSpc>
                <a:spcPct val="100000"/>
              </a:lnSpc>
              <a:spcBef>
                <a:spcPts val="0"/>
              </a:spcBef>
              <a:spcAft>
                <a:spcPts val="0"/>
              </a:spcAft>
              <a:buClr>
                <a:schemeClr val="accent3"/>
              </a:buClr>
              <a:buSzPts val="2800"/>
              <a:buNone/>
              <a:defRPr sz="3733">
                <a:solidFill>
                  <a:schemeClr val="accent3"/>
                </a:solidFill>
              </a:defRPr>
            </a:lvl2pPr>
            <a:lvl3pPr lvl="2" algn="ctr">
              <a:lnSpc>
                <a:spcPct val="100000"/>
              </a:lnSpc>
              <a:spcBef>
                <a:spcPts val="0"/>
              </a:spcBef>
              <a:spcAft>
                <a:spcPts val="0"/>
              </a:spcAft>
              <a:buClr>
                <a:schemeClr val="accent3"/>
              </a:buClr>
              <a:buSzPts val="2800"/>
              <a:buNone/>
              <a:defRPr sz="3733">
                <a:solidFill>
                  <a:schemeClr val="accent3"/>
                </a:solidFill>
              </a:defRPr>
            </a:lvl3pPr>
            <a:lvl4pPr lvl="3" algn="ctr">
              <a:lnSpc>
                <a:spcPct val="100000"/>
              </a:lnSpc>
              <a:spcBef>
                <a:spcPts val="0"/>
              </a:spcBef>
              <a:spcAft>
                <a:spcPts val="0"/>
              </a:spcAft>
              <a:buClr>
                <a:schemeClr val="accent3"/>
              </a:buClr>
              <a:buSzPts val="2800"/>
              <a:buNone/>
              <a:defRPr sz="3733">
                <a:solidFill>
                  <a:schemeClr val="accent3"/>
                </a:solidFill>
              </a:defRPr>
            </a:lvl4pPr>
            <a:lvl5pPr lvl="4" algn="ctr">
              <a:lnSpc>
                <a:spcPct val="100000"/>
              </a:lnSpc>
              <a:spcBef>
                <a:spcPts val="0"/>
              </a:spcBef>
              <a:spcAft>
                <a:spcPts val="0"/>
              </a:spcAft>
              <a:buClr>
                <a:schemeClr val="accent3"/>
              </a:buClr>
              <a:buSzPts val="2800"/>
              <a:buNone/>
              <a:defRPr sz="3733">
                <a:solidFill>
                  <a:schemeClr val="accent3"/>
                </a:solidFill>
              </a:defRPr>
            </a:lvl5pPr>
            <a:lvl6pPr lvl="5" algn="ctr">
              <a:lnSpc>
                <a:spcPct val="100000"/>
              </a:lnSpc>
              <a:spcBef>
                <a:spcPts val="0"/>
              </a:spcBef>
              <a:spcAft>
                <a:spcPts val="0"/>
              </a:spcAft>
              <a:buClr>
                <a:schemeClr val="accent3"/>
              </a:buClr>
              <a:buSzPts val="2800"/>
              <a:buNone/>
              <a:defRPr sz="3733">
                <a:solidFill>
                  <a:schemeClr val="accent3"/>
                </a:solidFill>
              </a:defRPr>
            </a:lvl6pPr>
            <a:lvl7pPr lvl="6" algn="ctr">
              <a:lnSpc>
                <a:spcPct val="100000"/>
              </a:lnSpc>
              <a:spcBef>
                <a:spcPts val="0"/>
              </a:spcBef>
              <a:spcAft>
                <a:spcPts val="0"/>
              </a:spcAft>
              <a:buClr>
                <a:schemeClr val="accent3"/>
              </a:buClr>
              <a:buSzPts val="2800"/>
              <a:buNone/>
              <a:defRPr sz="3733">
                <a:solidFill>
                  <a:schemeClr val="accent3"/>
                </a:solidFill>
              </a:defRPr>
            </a:lvl7pPr>
            <a:lvl8pPr lvl="7" algn="ctr">
              <a:lnSpc>
                <a:spcPct val="100000"/>
              </a:lnSpc>
              <a:spcBef>
                <a:spcPts val="0"/>
              </a:spcBef>
              <a:spcAft>
                <a:spcPts val="0"/>
              </a:spcAft>
              <a:buClr>
                <a:schemeClr val="accent3"/>
              </a:buClr>
              <a:buSzPts val="2800"/>
              <a:buNone/>
              <a:defRPr sz="3733">
                <a:solidFill>
                  <a:schemeClr val="accent3"/>
                </a:solidFill>
              </a:defRPr>
            </a:lvl8pPr>
            <a:lvl9pPr lvl="8" algn="ctr">
              <a:lnSpc>
                <a:spcPct val="100000"/>
              </a:lnSpc>
              <a:spcBef>
                <a:spcPts val="0"/>
              </a:spcBef>
              <a:spcAft>
                <a:spcPts val="0"/>
              </a:spcAft>
              <a:buClr>
                <a:schemeClr val="accent3"/>
              </a:buClr>
              <a:buSzPts val="2800"/>
              <a:buNone/>
              <a:defRPr sz="3733">
                <a:solidFill>
                  <a:schemeClr val="accent3"/>
                </a:solidFill>
              </a:defRPr>
            </a:lvl9pPr>
          </a:lstStyle>
          <a:p>
            <a:endParaRPr/>
          </a:p>
        </p:txBody>
      </p:sp>
    </p:spTree>
    <p:extLst>
      <p:ext uri="{BB962C8B-B14F-4D97-AF65-F5344CB8AC3E}">
        <p14:creationId xmlns:p14="http://schemas.microsoft.com/office/powerpoint/2010/main" val="3565221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252600" y="3116677"/>
            <a:ext cx="5686800" cy="197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sz="6133">
                <a:solidFill>
                  <a:schemeClr val="accent6"/>
                </a:solidFill>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3" name="Google Shape;13;p3"/>
          <p:cNvSpPr txBox="1">
            <a:spLocks noGrp="1"/>
          </p:cNvSpPr>
          <p:nvPr>
            <p:ph type="subTitle" idx="1"/>
          </p:nvPr>
        </p:nvSpPr>
        <p:spPr>
          <a:xfrm>
            <a:off x="4177867" y="5013669"/>
            <a:ext cx="3836400" cy="79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4" name="Google Shape;14;p3"/>
          <p:cNvSpPr txBox="1">
            <a:spLocks noGrp="1"/>
          </p:cNvSpPr>
          <p:nvPr>
            <p:ph type="title" idx="2" hasCustomPrompt="1"/>
          </p:nvPr>
        </p:nvSpPr>
        <p:spPr>
          <a:xfrm>
            <a:off x="4109800" y="1093767"/>
            <a:ext cx="3972400" cy="1734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6"/>
              </a:buClr>
              <a:buSzPts val="12000"/>
              <a:buNone/>
              <a:defRPr sz="14666">
                <a:solidFill>
                  <a:schemeClr val="accent5"/>
                </a:solidFill>
              </a:defRPr>
            </a:lvl1pPr>
            <a:lvl2pPr lvl="1" algn="ctr" rtl="0">
              <a:spcBef>
                <a:spcPts val="0"/>
              </a:spcBef>
              <a:spcAft>
                <a:spcPts val="0"/>
              </a:spcAft>
              <a:buClr>
                <a:schemeClr val="accent6"/>
              </a:buClr>
              <a:buSzPts val="12000"/>
              <a:buNone/>
              <a:defRPr sz="16000">
                <a:solidFill>
                  <a:schemeClr val="accent6"/>
                </a:solidFill>
              </a:defRPr>
            </a:lvl2pPr>
            <a:lvl3pPr lvl="2" algn="ctr" rtl="0">
              <a:spcBef>
                <a:spcPts val="0"/>
              </a:spcBef>
              <a:spcAft>
                <a:spcPts val="0"/>
              </a:spcAft>
              <a:buClr>
                <a:schemeClr val="accent6"/>
              </a:buClr>
              <a:buSzPts val="12000"/>
              <a:buNone/>
              <a:defRPr sz="16000">
                <a:solidFill>
                  <a:schemeClr val="accent6"/>
                </a:solidFill>
              </a:defRPr>
            </a:lvl3pPr>
            <a:lvl4pPr lvl="3" algn="ctr" rtl="0">
              <a:spcBef>
                <a:spcPts val="0"/>
              </a:spcBef>
              <a:spcAft>
                <a:spcPts val="0"/>
              </a:spcAft>
              <a:buClr>
                <a:schemeClr val="accent6"/>
              </a:buClr>
              <a:buSzPts val="12000"/>
              <a:buNone/>
              <a:defRPr sz="16000">
                <a:solidFill>
                  <a:schemeClr val="accent6"/>
                </a:solidFill>
              </a:defRPr>
            </a:lvl4pPr>
            <a:lvl5pPr lvl="4" algn="ctr" rtl="0">
              <a:spcBef>
                <a:spcPts val="0"/>
              </a:spcBef>
              <a:spcAft>
                <a:spcPts val="0"/>
              </a:spcAft>
              <a:buClr>
                <a:schemeClr val="accent6"/>
              </a:buClr>
              <a:buSzPts val="12000"/>
              <a:buNone/>
              <a:defRPr sz="16000">
                <a:solidFill>
                  <a:schemeClr val="accent6"/>
                </a:solidFill>
              </a:defRPr>
            </a:lvl5pPr>
            <a:lvl6pPr lvl="5" algn="ctr" rtl="0">
              <a:spcBef>
                <a:spcPts val="0"/>
              </a:spcBef>
              <a:spcAft>
                <a:spcPts val="0"/>
              </a:spcAft>
              <a:buClr>
                <a:schemeClr val="accent6"/>
              </a:buClr>
              <a:buSzPts val="12000"/>
              <a:buNone/>
              <a:defRPr sz="16000">
                <a:solidFill>
                  <a:schemeClr val="accent6"/>
                </a:solidFill>
              </a:defRPr>
            </a:lvl6pPr>
            <a:lvl7pPr lvl="6" algn="ctr" rtl="0">
              <a:spcBef>
                <a:spcPts val="0"/>
              </a:spcBef>
              <a:spcAft>
                <a:spcPts val="0"/>
              </a:spcAft>
              <a:buClr>
                <a:schemeClr val="accent6"/>
              </a:buClr>
              <a:buSzPts val="12000"/>
              <a:buNone/>
              <a:defRPr sz="16000">
                <a:solidFill>
                  <a:schemeClr val="accent6"/>
                </a:solidFill>
              </a:defRPr>
            </a:lvl7pPr>
            <a:lvl8pPr lvl="7" algn="ctr" rtl="0">
              <a:spcBef>
                <a:spcPts val="0"/>
              </a:spcBef>
              <a:spcAft>
                <a:spcPts val="0"/>
              </a:spcAft>
              <a:buClr>
                <a:schemeClr val="accent6"/>
              </a:buClr>
              <a:buSzPts val="12000"/>
              <a:buNone/>
              <a:defRPr sz="16000">
                <a:solidFill>
                  <a:schemeClr val="accent6"/>
                </a:solidFill>
              </a:defRPr>
            </a:lvl8pPr>
            <a:lvl9pPr lvl="8" algn="ctr" rtl="0">
              <a:spcBef>
                <a:spcPts val="0"/>
              </a:spcBef>
              <a:spcAft>
                <a:spcPts val="0"/>
              </a:spcAft>
              <a:buClr>
                <a:schemeClr val="accent6"/>
              </a:buClr>
              <a:buSzPts val="12000"/>
              <a:buNone/>
              <a:defRPr sz="16000">
                <a:solidFill>
                  <a:schemeClr val="accent6"/>
                </a:solidFill>
              </a:defRPr>
            </a:lvl9pPr>
          </a:lstStyle>
          <a:p>
            <a:r>
              <a:t>xx%</a:t>
            </a:r>
          </a:p>
        </p:txBody>
      </p:sp>
    </p:spTree>
    <p:extLst>
      <p:ext uri="{BB962C8B-B14F-4D97-AF65-F5344CB8AC3E}">
        <p14:creationId xmlns:p14="http://schemas.microsoft.com/office/powerpoint/2010/main" val="4201367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965200" y="2126400"/>
            <a:ext cx="4280000" cy="3214800"/>
          </a:xfrm>
          <a:prstGeom prst="rect">
            <a:avLst/>
          </a:prstGeom>
        </p:spPr>
        <p:txBody>
          <a:bodyPr spcFirstLastPara="1" wrap="square" lIns="91425" tIns="91425" rIns="91425" bIns="91425" anchor="ctr" anchorCtr="0">
            <a:noAutofit/>
          </a:bodyPr>
          <a:lstStyle>
            <a:lvl1pPr marL="609585" lvl="0" indent="-423323">
              <a:spcBef>
                <a:spcPts val="0"/>
              </a:spcBef>
              <a:spcAft>
                <a:spcPts val="0"/>
              </a:spcAft>
              <a:buSzPts val="1400"/>
              <a:buChar char="●"/>
              <a:defRPr>
                <a:solidFill>
                  <a:schemeClr val="accent6"/>
                </a:solidFill>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7" name="Google Shape;17;p4"/>
          <p:cNvSpPr txBox="1">
            <a:spLocks noGrp="1"/>
          </p:cNvSpPr>
          <p:nvPr>
            <p:ph type="title"/>
          </p:nvPr>
        </p:nvSpPr>
        <p:spPr>
          <a:xfrm>
            <a:off x="2662633" y="719333"/>
            <a:ext cx="6866800" cy="42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4000">
                <a:solidFill>
                  <a:schemeClr val="accent6"/>
                </a:solidFill>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Tree>
    <p:extLst>
      <p:ext uri="{BB962C8B-B14F-4D97-AF65-F5344CB8AC3E}">
        <p14:creationId xmlns:p14="http://schemas.microsoft.com/office/powerpoint/2010/main" val="1214654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8"/>
        <p:cNvGrpSpPr/>
        <p:nvPr/>
      </p:nvGrpSpPr>
      <p:grpSpPr>
        <a:xfrm>
          <a:off x="0" y="0"/>
          <a:ext cx="0" cy="0"/>
          <a:chOff x="0" y="0"/>
          <a:chExt cx="0" cy="0"/>
        </a:xfrm>
      </p:grpSpPr>
      <p:sp>
        <p:nvSpPr>
          <p:cNvPr id="19" name="Google Shape;19;p5"/>
          <p:cNvSpPr txBox="1">
            <a:spLocks noGrp="1"/>
          </p:cNvSpPr>
          <p:nvPr>
            <p:ph type="body" idx="1"/>
          </p:nvPr>
        </p:nvSpPr>
        <p:spPr>
          <a:xfrm>
            <a:off x="2255659" y="3652139"/>
            <a:ext cx="3133200" cy="1109600"/>
          </a:xfrm>
          <a:prstGeom prst="rect">
            <a:avLst/>
          </a:prstGeom>
        </p:spPr>
        <p:txBody>
          <a:bodyPr spcFirstLastPara="1" wrap="square" lIns="91425" tIns="91425" rIns="91425" bIns="91425" anchor="t" anchorCtr="0">
            <a:noAutofit/>
          </a:bodyPr>
          <a:lstStyle>
            <a:lvl1pPr marL="609585" lvl="0" indent="-423323" algn="ctr">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0" name="Google Shape;20;p5"/>
          <p:cNvSpPr txBox="1">
            <a:spLocks noGrp="1"/>
          </p:cNvSpPr>
          <p:nvPr>
            <p:ph type="body" idx="2"/>
          </p:nvPr>
        </p:nvSpPr>
        <p:spPr>
          <a:xfrm>
            <a:off x="6803141" y="3652139"/>
            <a:ext cx="3133200" cy="1109600"/>
          </a:xfrm>
          <a:prstGeom prst="rect">
            <a:avLst/>
          </a:prstGeom>
        </p:spPr>
        <p:txBody>
          <a:bodyPr spcFirstLastPara="1" wrap="square" lIns="91425" tIns="91425" rIns="91425" bIns="91425" anchor="t" anchorCtr="0">
            <a:noAutofit/>
          </a:bodyPr>
          <a:lstStyle>
            <a:lvl1pPr marL="609585" lvl="0" indent="-423323" algn="ctr">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1" name="Google Shape;21;p5"/>
          <p:cNvSpPr txBox="1">
            <a:spLocks noGrp="1"/>
          </p:cNvSpPr>
          <p:nvPr>
            <p:ph type="title"/>
          </p:nvPr>
        </p:nvSpPr>
        <p:spPr>
          <a:xfrm>
            <a:off x="2662633" y="719333"/>
            <a:ext cx="6866800" cy="42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3733">
                <a:solidFill>
                  <a:schemeClr val="accent6"/>
                </a:solidFill>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
        <p:nvSpPr>
          <p:cNvPr id="22" name="Google Shape;22;p5"/>
          <p:cNvSpPr txBox="1">
            <a:spLocks noGrp="1"/>
          </p:cNvSpPr>
          <p:nvPr>
            <p:ph type="subTitle" idx="3"/>
          </p:nvPr>
        </p:nvSpPr>
        <p:spPr>
          <a:xfrm>
            <a:off x="2255659" y="3278233"/>
            <a:ext cx="3133200" cy="3780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sz="2533">
                <a:latin typeface="Changa One"/>
                <a:ea typeface="Changa One"/>
                <a:cs typeface="Changa One"/>
                <a:sym typeface="Changa 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5"/>
          <p:cNvSpPr txBox="1">
            <a:spLocks noGrp="1"/>
          </p:cNvSpPr>
          <p:nvPr>
            <p:ph type="subTitle" idx="4"/>
          </p:nvPr>
        </p:nvSpPr>
        <p:spPr>
          <a:xfrm>
            <a:off x="6803141" y="3278233"/>
            <a:ext cx="31332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2533">
                <a:latin typeface="Changa One"/>
                <a:ea typeface="Changa One"/>
                <a:cs typeface="Changa One"/>
                <a:sym typeface="Changa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3610856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solidFill>
          <a:schemeClr val="lt1"/>
        </a:solidFill>
        <a:effectLst/>
      </p:bgPr>
    </p:bg>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609600" y="719333"/>
            <a:ext cx="10972800" cy="426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1600"/>
              <a:buNone/>
              <a:defRPr sz="4000"/>
            </a:lvl1pPr>
            <a:lvl2pPr lvl="1" algn="ctr" rtl="0">
              <a:spcBef>
                <a:spcPts val="0"/>
              </a:spcBef>
              <a:spcAft>
                <a:spcPts val="0"/>
              </a:spcAft>
              <a:buClr>
                <a:schemeClr val="accent4"/>
              </a:buClr>
              <a:buSzPts val="3300"/>
              <a:buNone/>
              <a:defRPr>
                <a:solidFill>
                  <a:schemeClr val="accent4"/>
                </a:solidFill>
              </a:defRPr>
            </a:lvl2pPr>
            <a:lvl3pPr lvl="2" algn="ctr" rtl="0">
              <a:spcBef>
                <a:spcPts val="0"/>
              </a:spcBef>
              <a:spcAft>
                <a:spcPts val="0"/>
              </a:spcAft>
              <a:buClr>
                <a:schemeClr val="accent4"/>
              </a:buClr>
              <a:buSzPts val="3300"/>
              <a:buNone/>
              <a:defRPr>
                <a:solidFill>
                  <a:schemeClr val="accent4"/>
                </a:solidFill>
              </a:defRPr>
            </a:lvl3pPr>
            <a:lvl4pPr lvl="3" algn="ctr" rtl="0">
              <a:spcBef>
                <a:spcPts val="0"/>
              </a:spcBef>
              <a:spcAft>
                <a:spcPts val="0"/>
              </a:spcAft>
              <a:buClr>
                <a:schemeClr val="accent4"/>
              </a:buClr>
              <a:buSzPts val="3300"/>
              <a:buNone/>
              <a:defRPr>
                <a:solidFill>
                  <a:schemeClr val="accent4"/>
                </a:solidFill>
              </a:defRPr>
            </a:lvl4pPr>
            <a:lvl5pPr lvl="4" algn="ctr" rtl="0">
              <a:spcBef>
                <a:spcPts val="0"/>
              </a:spcBef>
              <a:spcAft>
                <a:spcPts val="0"/>
              </a:spcAft>
              <a:buClr>
                <a:schemeClr val="accent4"/>
              </a:buClr>
              <a:buSzPts val="3300"/>
              <a:buNone/>
              <a:defRPr>
                <a:solidFill>
                  <a:schemeClr val="accent4"/>
                </a:solidFill>
              </a:defRPr>
            </a:lvl5pPr>
            <a:lvl6pPr lvl="5" algn="ctr" rtl="0">
              <a:spcBef>
                <a:spcPts val="0"/>
              </a:spcBef>
              <a:spcAft>
                <a:spcPts val="0"/>
              </a:spcAft>
              <a:buClr>
                <a:schemeClr val="accent4"/>
              </a:buClr>
              <a:buSzPts val="3300"/>
              <a:buNone/>
              <a:defRPr>
                <a:solidFill>
                  <a:schemeClr val="accent4"/>
                </a:solidFill>
              </a:defRPr>
            </a:lvl6pPr>
            <a:lvl7pPr lvl="6" algn="ctr" rtl="0">
              <a:spcBef>
                <a:spcPts val="0"/>
              </a:spcBef>
              <a:spcAft>
                <a:spcPts val="0"/>
              </a:spcAft>
              <a:buClr>
                <a:schemeClr val="accent4"/>
              </a:buClr>
              <a:buSzPts val="3300"/>
              <a:buNone/>
              <a:defRPr>
                <a:solidFill>
                  <a:schemeClr val="accent4"/>
                </a:solidFill>
              </a:defRPr>
            </a:lvl7pPr>
            <a:lvl8pPr lvl="7" algn="ctr" rtl="0">
              <a:spcBef>
                <a:spcPts val="0"/>
              </a:spcBef>
              <a:spcAft>
                <a:spcPts val="0"/>
              </a:spcAft>
              <a:buClr>
                <a:schemeClr val="accent4"/>
              </a:buClr>
              <a:buSzPts val="3300"/>
              <a:buNone/>
              <a:defRPr>
                <a:solidFill>
                  <a:schemeClr val="accent4"/>
                </a:solidFill>
              </a:defRPr>
            </a:lvl8pPr>
            <a:lvl9pPr lvl="8" algn="ctr" rtl="0">
              <a:spcBef>
                <a:spcPts val="0"/>
              </a:spcBef>
              <a:spcAft>
                <a:spcPts val="0"/>
              </a:spcAft>
              <a:buClr>
                <a:schemeClr val="accent4"/>
              </a:buClr>
              <a:buSzPts val="3300"/>
              <a:buNone/>
              <a:defRPr>
                <a:solidFill>
                  <a:schemeClr val="accent4"/>
                </a:solidFill>
              </a:defRPr>
            </a:lvl9pPr>
          </a:lstStyle>
          <a:p>
            <a:endParaRPr/>
          </a:p>
        </p:txBody>
      </p:sp>
    </p:spTree>
    <p:extLst>
      <p:ext uri="{BB962C8B-B14F-4D97-AF65-F5344CB8AC3E}">
        <p14:creationId xmlns:p14="http://schemas.microsoft.com/office/powerpoint/2010/main" val="1281439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6"/>
        <p:cNvGrpSpPr/>
        <p:nvPr/>
      </p:nvGrpSpPr>
      <p:grpSpPr>
        <a:xfrm>
          <a:off x="0" y="0"/>
          <a:ext cx="0" cy="0"/>
          <a:chOff x="0" y="0"/>
          <a:chExt cx="0" cy="0"/>
        </a:xfrm>
      </p:grpSpPr>
      <p:sp>
        <p:nvSpPr>
          <p:cNvPr id="27" name="Google Shape;27;p7"/>
          <p:cNvSpPr txBox="1">
            <a:spLocks noGrp="1"/>
          </p:cNvSpPr>
          <p:nvPr>
            <p:ph type="body" idx="1"/>
          </p:nvPr>
        </p:nvSpPr>
        <p:spPr>
          <a:xfrm>
            <a:off x="1474168" y="1637533"/>
            <a:ext cx="3748800" cy="3671600"/>
          </a:xfrm>
          <a:prstGeom prst="rect">
            <a:avLst/>
          </a:prstGeom>
        </p:spPr>
        <p:txBody>
          <a:bodyPr spcFirstLastPara="1" wrap="square" lIns="91425" tIns="91425" rIns="91425" bIns="91425" anchor="ctr" anchorCtr="0">
            <a:noAutofit/>
          </a:bodyPr>
          <a:lstStyle>
            <a:lvl1pPr marL="609585" lvl="0" indent="-406390">
              <a:spcBef>
                <a:spcPts val="0"/>
              </a:spcBef>
              <a:spcAft>
                <a:spcPts val="0"/>
              </a:spcAft>
              <a:buSzPts val="1200"/>
              <a:buChar char="●"/>
              <a:defRPr>
                <a:solidFill>
                  <a:schemeClr val="accent6"/>
                </a:solidFill>
              </a:defRPr>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8" name="Google Shape;28;p7"/>
          <p:cNvSpPr txBox="1">
            <a:spLocks noGrp="1"/>
          </p:cNvSpPr>
          <p:nvPr>
            <p:ph type="title"/>
          </p:nvPr>
        </p:nvSpPr>
        <p:spPr>
          <a:xfrm>
            <a:off x="2662633" y="719333"/>
            <a:ext cx="6866800" cy="42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4000">
                <a:solidFill>
                  <a:schemeClr val="accent6"/>
                </a:solidFill>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Tree>
    <p:extLst>
      <p:ext uri="{BB962C8B-B14F-4D97-AF65-F5344CB8AC3E}">
        <p14:creationId xmlns:p14="http://schemas.microsoft.com/office/powerpoint/2010/main" val="6504697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2889200" y="2097651"/>
            <a:ext cx="6413600" cy="1652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15733">
                <a:solidFill>
                  <a:schemeClr val="accent6"/>
                </a:solidFill>
              </a:defRPr>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1" name="Google Shape;31;p8"/>
          <p:cNvSpPr txBox="1">
            <a:spLocks noGrp="1"/>
          </p:cNvSpPr>
          <p:nvPr>
            <p:ph type="subTitle" idx="1"/>
          </p:nvPr>
        </p:nvSpPr>
        <p:spPr>
          <a:xfrm>
            <a:off x="2857600" y="3989951"/>
            <a:ext cx="6476800" cy="7704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solidFill>
                  <a:schemeClr val="accent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6316888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2"/>
        <p:cNvGrpSpPr/>
        <p:nvPr/>
      </p:nvGrpSpPr>
      <p:grpSpPr>
        <a:xfrm>
          <a:off x="0" y="0"/>
          <a:ext cx="0" cy="0"/>
          <a:chOff x="0" y="0"/>
          <a:chExt cx="0" cy="0"/>
        </a:xfrm>
      </p:grpSpPr>
      <p:sp>
        <p:nvSpPr>
          <p:cNvPr id="33" name="Google Shape;33;p9"/>
          <p:cNvSpPr txBox="1">
            <a:spLocks noGrp="1"/>
          </p:cNvSpPr>
          <p:nvPr>
            <p:ph type="subTitle" idx="1"/>
          </p:nvPr>
        </p:nvSpPr>
        <p:spPr>
          <a:xfrm>
            <a:off x="6540000" y="2924933"/>
            <a:ext cx="4140800" cy="219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Char char="●"/>
              <a:defRPr/>
            </a:lvl1pPr>
            <a:lvl2pPr lvl="1" rtl="0">
              <a:spcBef>
                <a:spcPts val="1333"/>
              </a:spcBef>
              <a:spcAft>
                <a:spcPts val="0"/>
              </a:spcAft>
              <a:buClr>
                <a:srgbClr val="E9E2C9"/>
              </a:buClr>
              <a:buSzPts val="1400"/>
              <a:buChar char="○"/>
              <a:defRPr/>
            </a:lvl2pPr>
            <a:lvl3pPr lvl="2" rtl="0">
              <a:spcBef>
                <a:spcPts val="0"/>
              </a:spcBef>
              <a:spcAft>
                <a:spcPts val="0"/>
              </a:spcAft>
              <a:buClr>
                <a:srgbClr val="E9E2C9"/>
              </a:buClr>
              <a:buSzPts val="1400"/>
              <a:buChar char="■"/>
              <a:defRPr/>
            </a:lvl3pPr>
            <a:lvl4pPr lvl="3" rtl="0">
              <a:spcBef>
                <a:spcPts val="0"/>
              </a:spcBef>
              <a:spcAft>
                <a:spcPts val="0"/>
              </a:spcAft>
              <a:buClr>
                <a:srgbClr val="E9E2C9"/>
              </a:buClr>
              <a:buSzPts val="1400"/>
              <a:buChar char="●"/>
              <a:defRPr/>
            </a:lvl4pPr>
            <a:lvl5pPr lvl="4" rtl="0">
              <a:spcBef>
                <a:spcPts val="0"/>
              </a:spcBef>
              <a:spcAft>
                <a:spcPts val="0"/>
              </a:spcAft>
              <a:buClr>
                <a:srgbClr val="E9E2C9"/>
              </a:buClr>
              <a:buSzPts val="1400"/>
              <a:buChar char="○"/>
              <a:defRPr/>
            </a:lvl5pPr>
            <a:lvl6pPr lvl="5" rtl="0">
              <a:spcBef>
                <a:spcPts val="0"/>
              </a:spcBef>
              <a:spcAft>
                <a:spcPts val="0"/>
              </a:spcAft>
              <a:buClr>
                <a:srgbClr val="E9E2C9"/>
              </a:buClr>
              <a:buSzPts val="1400"/>
              <a:buChar char="■"/>
              <a:defRPr/>
            </a:lvl6pPr>
            <a:lvl7pPr lvl="6" rtl="0">
              <a:spcBef>
                <a:spcPts val="0"/>
              </a:spcBef>
              <a:spcAft>
                <a:spcPts val="0"/>
              </a:spcAft>
              <a:buClr>
                <a:srgbClr val="E9E2C9"/>
              </a:buClr>
              <a:buSzPts val="1400"/>
              <a:buChar char="●"/>
              <a:defRPr/>
            </a:lvl7pPr>
            <a:lvl8pPr lvl="7" rtl="0">
              <a:spcBef>
                <a:spcPts val="0"/>
              </a:spcBef>
              <a:spcAft>
                <a:spcPts val="0"/>
              </a:spcAft>
              <a:buClr>
                <a:srgbClr val="E9E2C9"/>
              </a:buClr>
              <a:buSzPts val="1400"/>
              <a:buChar char="○"/>
              <a:defRPr/>
            </a:lvl8pPr>
            <a:lvl9pPr lvl="8" rtl="0">
              <a:spcBef>
                <a:spcPts val="0"/>
              </a:spcBef>
              <a:spcAft>
                <a:spcPts val="0"/>
              </a:spcAft>
              <a:buClr>
                <a:srgbClr val="E9E2C9"/>
              </a:buClr>
              <a:buSzPts val="1400"/>
              <a:buChar char="■"/>
              <a:defRPr/>
            </a:lvl9pPr>
          </a:lstStyle>
          <a:p>
            <a:endParaRPr/>
          </a:p>
        </p:txBody>
      </p:sp>
      <p:sp>
        <p:nvSpPr>
          <p:cNvPr id="34" name="Google Shape;34;p9"/>
          <p:cNvSpPr txBox="1">
            <a:spLocks noGrp="1"/>
          </p:cNvSpPr>
          <p:nvPr>
            <p:ph type="title"/>
          </p:nvPr>
        </p:nvSpPr>
        <p:spPr>
          <a:xfrm>
            <a:off x="2662633" y="719333"/>
            <a:ext cx="6866800" cy="42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3733">
                <a:solidFill>
                  <a:schemeClr val="accent6"/>
                </a:solidFill>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
        <p:nvSpPr>
          <p:cNvPr id="35" name="Google Shape;35;p9"/>
          <p:cNvSpPr txBox="1">
            <a:spLocks noGrp="1"/>
          </p:cNvSpPr>
          <p:nvPr>
            <p:ph type="subTitle" idx="2"/>
          </p:nvPr>
        </p:nvSpPr>
        <p:spPr>
          <a:xfrm>
            <a:off x="6540000" y="2754667"/>
            <a:ext cx="3133200" cy="3780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2533">
                <a:latin typeface="Changa One"/>
                <a:ea typeface="Changa One"/>
                <a:cs typeface="Changa One"/>
                <a:sym typeface="Changa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26191244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6"/>
        <p:cNvGrpSpPr/>
        <p:nvPr/>
      </p:nvGrpSpPr>
      <p:grpSpPr>
        <a:xfrm>
          <a:off x="0" y="0"/>
          <a:ext cx="0" cy="0"/>
          <a:chOff x="0" y="0"/>
          <a:chExt cx="0" cy="0"/>
        </a:xfrm>
      </p:grpSpPr>
      <p:sp>
        <p:nvSpPr>
          <p:cNvPr id="37" name="Google Shape;37;p10"/>
          <p:cNvSpPr txBox="1">
            <a:spLocks noGrp="1"/>
          </p:cNvSpPr>
          <p:nvPr>
            <p:ph type="title"/>
          </p:nvPr>
        </p:nvSpPr>
        <p:spPr>
          <a:xfrm>
            <a:off x="1879600" y="4914733"/>
            <a:ext cx="5940000" cy="1177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900"/>
              <a:buNone/>
              <a:defRPr sz="4800">
                <a:solidFill>
                  <a:schemeClr val="accent6"/>
                </a:solidFill>
              </a:defRPr>
            </a:lvl1pPr>
            <a:lvl2pPr lvl="1" algn="ctr" rtl="0">
              <a:spcBef>
                <a:spcPts val="0"/>
              </a:spcBef>
              <a:spcAft>
                <a:spcPts val="0"/>
              </a:spcAft>
              <a:buSzPts val="2900"/>
              <a:buNone/>
              <a:defRPr sz="3867"/>
            </a:lvl2pPr>
            <a:lvl3pPr lvl="2" algn="ctr" rtl="0">
              <a:spcBef>
                <a:spcPts val="0"/>
              </a:spcBef>
              <a:spcAft>
                <a:spcPts val="0"/>
              </a:spcAft>
              <a:buSzPts val="2900"/>
              <a:buNone/>
              <a:defRPr sz="3867"/>
            </a:lvl3pPr>
            <a:lvl4pPr lvl="3" algn="ctr" rtl="0">
              <a:spcBef>
                <a:spcPts val="0"/>
              </a:spcBef>
              <a:spcAft>
                <a:spcPts val="0"/>
              </a:spcAft>
              <a:buSzPts val="2900"/>
              <a:buNone/>
              <a:defRPr sz="3867"/>
            </a:lvl4pPr>
            <a:lvl5pPr lvl="4" algn="ctr" rtl="0">
              <a:spcBef>
                <a:spcPts val="0"/>
              </a:spcBef>
              <a:spcAft>
                <a:spcPts val="0"/>
              </a:spcAft>
              <a:buSzPts val="2900"/>
              <a:buNone/>
              <a:defRPr sz="3867"/>
            </a:lvl5pPr>
            <a:lvl6pPr lvl="5" algn="ctr" rtl="0">
              <a:spcBef>
                <a:spcPts val="0"/>
              </a:spcBef>
              <a:spcAft>
                <a:spcPts val="0"/>
              </a:spcAft>
              <a:buSzPts val="2900"/>
              <a:buNone/>
              <a:defRPr sz="3867"/>
            </a:lvl6pPr>
            <a:lvl7pPr lvl="6" algn="ctr" rtl="0">
              <a:spcBef>
                <a:spcPts val="0"/>
              </a:spcBef>
              <a:spcAft>
                <a:spcPts val="0"/>
              </a:spcAft>
              <a:buSzPts val="2900"/>
              <a:buNone/>
              <a:defRPr sz="3867"/>
            </a:lvl7pPr>
            <a:lvl8pPr lvl="7" algn="ctr" rtl="0">
              <a:spcBef>
                <a:spcPts val="0"/>
              </a:spcBef>
              <a:spcAft>
                <a:spcPts val="0"/>
              </a:spcAft>
              <a:buSzPts val="2900"/>
              <a:buNone/>
              <a:defRPr sz="3867"/>
            </a:lvl8pPr>
            <a:lvl9pPr lvl="8" algn="ctr" rtl="0">
              <a:spcBef>
                <a:spcPts val="0"/>
              </a:spcBef>
              <a:spcAft>
                <a:spcPts val="0"/>
              </a:spcAft>
              <a:buSzPts val="2900"/>
              <a:buNone/>
              <a:defRPr sz="3867"/>
            </a:lvl9pPr>
          </a:lstStyle>
          <a:p>
            <a:endParaRPr/>
          </a:p>
        </p:txBody>
      </p:sp>
    </p:spTree>
    <p:extLst>
      <p:ext uri="{BB962C8B-B14F-4D97-AF65-F5344CB8AC3E}">
        <p14:creationId xmlns:p14="http://schemas.microsoft.com/office/powerpoint/2010/main" val="12025760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8"/>
        <p:cNvGrpSpPr/>
        <p:nvPr/>
      </p:nvGrpSpPr>
      <p:grpSpPr>
        <a:xfrm>
          <a:off x="0" y="0"/>
          <a:ext cx="0" cy="0"/>
          <a:chOff x="0" y="0"/>
          <a:chExt cx="0" cy="0"/>
        </a:xfrm>
      </p:grpSpPr>
      <p:sp>
        <p:nvSpPr>
          <p:cNvPr id="39" name="Google Shape;39;p11"/>
          <p:cNvSpPr txBox="1">
            <a:spLocks noGrp="1"/>
          </p:cNvSpPr>
          <p:nvPr>
            <p:ph type="title"/>
          </p:nvPr>
        </p:nvSpPr>
        <p:spPr>
          <a:xfrm>
            <a:off x="1352300" y="4322667"/>
            <a:ext cx="9157200" cy="466800"/>
          </a:xfrm>
          <a:prstGeom prst="rect">
            <a:avLst/>
          </a:prstGeom>
        </p:spPr>
        <p:txBody>
          <a:bodyPr spcFirstLastPara="1" wrap="square" lIns="91425" tIns="91425" rIns="91425" bIns="91425" anchor="ctr" anchorCtr="0">
            <a:noAutofit/>
          </a:bodyPr>
          <a:lstStyle>
            <a:lvl1pPr lvl="0">
              <a:spcBef>
                <a:spcPts val="0"/>
              </a:spcBef>
              <a:spcAft>
                <a:spcPts val="0"/>
              </a:spcAft>
              <a:buSzPts val="1600"/>
              <a:buNone/>
              <a:defRPr sz="1867">
                <a:solidFill>
                  <a:schemeClr val="accent6"/>
                </a:solidFill>
                <a:latin typeface="Montserrat"/>
                <a:ea typeface="Montserrat"/>
                <a:cs typeface="Montserrat"/>
                <a:sym typeface="Montserrat"/>
              </a:defRPr>
            </a:lvl1pPr>
            <a:lvl2pPr lvl="1">
              <a:spcBef>
                <a:spcPts val="0"/>
              </a:spcBef>
              <a:spcAft>
                <a:spcPts val="0"/>
              </a:spcAft>
              <a:buSzPts val="3300"/>
              <a:buNone/>
              <a:defRPr>
                <a:latin typeface="Montserrat"/>
                <a:ea typeface="Montserrat"/>
                <a:cs typeface="Montserrat"/>
                <a:sym typeface="Montserrat"/>
              </a:defRPr>
            </a:lvl2pPr>
            <a:lvl3pPr lvl="2">
              <a:spcBef>
                <a:spcPts val="0"/>
              </a:spcBef>
              <a:spcAft>
                <a:spcPts val="0"/>
              </a:spcAft>
              <a:buSzPts val="3300"/>
              <a:buNone/>
              <a:defRPr>
                <a:latin typeface="Montserrat"/>
                <a:ea typeface="Montserrat"/>
                <a:cs typeface="Montserrat"/>
                <a:sym typeface="Montserrat"/>
              </a:defRPr>
            </a:lvl3pPr>
            <a:lvl4pPr lvl="3">
              <a:spcBef>
                <a:spcPts val="0"/>
              </a:spcBef>
              <a:spcAft>
                <a:spcPts val="0"/>
              </a:spcAft>
              <a:buSzPts val="3300"/>
              <a:buNone/>
              <a:defRPr>
                <a:latin typeface="Montserrat"/>
                <a:ea typeface="Montserrat"/>
                <a:cs typeface="Montserrat"/>
                <a:sym typeface="Montserrat"/>
              </a:defRPr>
            </a:lvl4pPr>
            <a:lvl5pPr lvl="4">
              <a:spcBef>
                <a:spcPts val="0"/>
              </a:spcBef>
              <a:spcAft>
                <a:spcPts val="0"/>
              </a:spcAft>
              <a:buSzPts val="3300"/>
              <a:buNone/>
              <a:defRPr>
                <a:latin typeface="Montserrat"/>
                <a:ea typeface="Montserrat"/>
                <a:cs typeface="Montserrat"/>
                <a:sym typeface="Montserrat"/>
              </a:defRPr>
            </a:lvl5pPr>
            <a:lvl6pPr lvl="5">
              <a:spcBef>
                <a:spcPts val="0"/>
              </a:spcBef>
              <a:spcAft>
                <a:spcPts val="0"/>
              </a:spcAft>
              <a:buSzPts val="3300"/>
              <a:buNone/>
              <a:defRPr>
                <a:latin typeface="Montserrat"/>
                <a:ea typeface="Montserrat"/>
                <a:cs typeface="Montserrat"/>
                <a:sym typeface="Montserrat"/>
              </a:defRPr>
            </a:lvl6pPr>
            <a:lvl7pPr lvl="6">
              <a:spcBef>
                <a:spcPts val="0"/>
              </a:spcBef>
              <a:spcAft>
                <a:spcPts val="0"/>
              </a:spcAft>
              <a:buSzPts val="3300"/>
              <a:buNone/>
              <a:defRPr>
                <a:latin typeface="Montserrat"/>
                <a:ea typeface="Montserrat"/>
                <a:cs typeface="Montserrat"/>
                <a:sym typeface="Montserrat"/>
              </a:defRPr>
            </a:lvl7pPr>
            <a:lvl8pPr lvl="7">
              <a:spcBef>
                <a:spcPts val="0"/>
              </a:spcBef>
              <a:spcAft>
                <a:spcPts val="0"/>
              </a:spcAft>
              <a:buSzPts val="3300"/>
              <a:buNone/>
              <a:defRPr>
                <a:latin typeface="Montserrat"/>
                <a:ea typeface="Montserrat"/>
                <a:cs typeface="Montserrat"/>
                <a:sym typeface="Montserrat"/>
              </a:defRPr>
            </a:lvl8pPr>
            <a:lvl9pPr lvl="8">
              <a:spcBef>
                <a:spcPts val="0"/>
              </a:spcBef>
              <a:spcAft>
                <a:spcPts val="0"/>
              </a:spcAft>
              <a:buSzPts val="3300"/>
              <a:buNone/>
              <a:defRPr>
                <a:latin typeface="Montserrat"/>
                <a:ea typeface="Montserrat"/>
                <a:cs typeface="Montserrat"/>
                <a:sym typeface="Montserrat"/>
              </a:defRPr>
            </a:lvl9pPr>
          </a:lstStyle>
          <a:p>
            <a:endParaRPr/>
          </a:p>
        </p:txBody>
      </p:sp>
      <p:sp>
        <p:nvSpPr>
          <p:cNvPr id="40" name="Google Shape;40;p11"/>
          <p:cNvSpPr txBox="1">
            <a:spLocks noGrp="1"/>
          </p:cNvSpPr>
          <p:nvPr>
            <p:ph type="title" idx="2" hasCustomPrompt="1"/>
          </p:nvPr>
        </p:nvSpPr>
        <p:spPr>
          <a:xfrm>
            <a:off x="1462095" y="2693200"/>
            <a:ext cx="9229600" cy="147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11333">
                <a:solidFill>
                  <a:schemeClr val="accent6"/>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Tree>
    <p:extLst>
      <p:ext uri="{BB962C8B-B14F-4D97-AF65-F5344CB8AC3E}">
        <p14:creationId xmlns:p14="http://schemas.microsoft.com/office/powerpoint/2010/main" val="33531209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1"/>
        <p:cNvGrpSpPr/>
        <p:nvPr/>
      </p:nvGrpSpPr>
      <p:grpSpPr>
        <a:xfrm>
          <a:off x="0" y="0"/>
          <a:ext cx="0" cy="0"/>
          <a:chOff x="0" y="0"/>
          <a:chExt cx="0" cy="0"/>
        </a:xfrm>
      </p:grpSpPr>
    </p:spTree>
    <p:extLst>
      <p:ext uri="{BB962C8B-B14F-4D97-AF65-F5344CB8AC3E}">
        <p14:creationId xmlns:p14="http://schemas.microsoft.com/office/powerpoint/2010/main" val="5675770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2"/>
        <p:cNvGrpSpPr/>
        <p:nvPr/>
      </p:nvGrpSpPr>
      <p:grpSpPr>
        <a:xfrm>
          <a:off x="0" y="0"/>
          <a:ext cx="0" cy="0"/>
          <a:chOff x="0" y="0"/>
          <a:chExt cx="0" cy="0"/>
        </a:xfrm>
      </p:grpSpPr>
      <p:sp>
        <p:nvSpPr>
          <p:cNvPr id="43" name="Google Shape;43;p13"/>
          <p:cNvSpPr txBox="1">
            <a:spLocks noGrp="1"/>
          </p:cNvSpPr>
          <p:nvPr>
            <p:ph type="title"/>
          </p:nvPr>
        </p:nvSpPr>
        <p:spPr>
          <a:xfrm>
            <a:off x="2662633" y="719333"/>
            <a:ext cx="6866800" cy="42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4000">
                <a:solidFill>
                  <a:schemeClr val="accent6"/>
                </a:solidFill>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
        <p:nvSpPr>
          <p:cNvPr id="44" name="Google Shape;44;p13"/>
          <p:cNvSpPr txBox="1">
            <a:spLocks noGrp="1"/>
          </p:cNvSpPr>
          <p:nvPr>
            <p:ph type="subTitle" idx="1"/>
          </p:nvPr>
        </p:nvSpPr>
        <p:spPr>
          <a:xfrm>
            <a:off x="2420800" y="1871767"/>
            <a:ext cx="3573600" cy="372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45" name="Google Shape;45;p13"/>
          <p:cNvSpPr txBox="1">
            <a:spLocks noGrp="1"/>
          </p:cNvSpPr>
          <p:nvPr>
            <p:ph type="subTitle" idx="2"/>
          </p:nvPr>
        </p:nvSpPr>
        <p:spPr>
          <a:xfrm>
            <a:off x="2420800" y="2244167"/>
            <a:ext cx="3573600" cy="832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a:solidFill>
                  <a:schemeClr val="accent6"/>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46" name="Google Shape;46;p13"/>
          <p:cNvSpPr txBox="1">
            <a:spLocks noGrp="1"/>
          </p:cNvSpPr>
          <p:nvPr>
            <p:ph type="title" idx="3" hasCustomPrompt="1"/>
          </p:nvPr>
        </p:nvSpPr>
        <p:spPr>
          <a:xfrm>
            <a:off x="1280100" y="1871767"/>
            <a:ext cx="1140800" cy="682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5333">
                <a:solidFill>
                  <a:schemeClr val="accent4"/>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
        <p:nvSpPr>
          <p:cNvPr id="47" name="Google Shape;47;p13"/>
          <p:cNvSpPr txBox="1">
            <a:spLocks noGrp="1"/>
          </p:cNvSpPr>
          <p:nvPr>
            <p:ph type="subTitle" idx="4"/>
          </p:nvPr>
        </p:nvSpPr>
        <p:spPr>
          <a:xfrm>
            <a:off x="2420800" y="3366333"/>
            <a:ext cx="3573600" cy="372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48" name="Google Shape;48;p13"/>
          <p:cNvSpPr txBox="1">
            <a:spLocks noGrp="1"/>
          </p:cNvSpPr>
          <p:nvPr>
            <p:ph type="subTitle" idx="5"/>
          </p:nvPr>
        </p:nvSpPr>
        <p:spPr>
          <a:xfrm>
            <a:off x="2420800" y="3707733"/>
            <a:ext cx="3573600" cy="832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a:solidFill>
                  <a:schemeClr val="accent6"/>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49" name="Google Shape;49;p13"/>
          <p:cNvSpPr txBox="1">
            <a:spLocks noGrp="1"/>
          </p:cNvSpPr>
          <p:nvPr>
            <p:ph type="title" idx="6" hasCustomPrompt="1"/>
          </p:nvPr>
        </p:nvSpPr>
        <p:spPr>
          <a:xfrm>
            <a:off x="1280100" y="3366433"/>
            <a:ext cx="1140800" cy="682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5333">
                <a:solidFill>
                  <a:schemeClr val="accent4"/>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
        <p:nvSpPr>
          <p:cNvPr id="50" name="Google Shape;50;p13"/>
          <p:cNvSpPr txBox="1">
            <a:spLocks noGrp="1"/>
          </p:cNvSpPr>
          <p:nvPr>
            <p:ph type="subTitle" idx="7"/>
          </p:nvPr>
        </p:nvSpPr>
        <p:spPr>
          <a:xfrm>
            <a:off x="2420800" y="4860900"/>
            <a:ext cx="3573600" cy="372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51" name="Google Shape;51;p13"/>
          <p:cNvSpPr txBox="1">
            <a:spLocks noGrp="1"/>
          </p:cNvSpPr>
          <p:nvPr>
            <p:ph type="subTitle" idx="8"/>
          </p:nvPr>
        </p:nvSpPr>
        <p:spPr>
          <a:xfrm>
            <a:off x="2420800" y="5171300"/>
            <a:ext cx="3573600" cy="8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a:solidFill>
                  <a:schemeClr val="accent6"/>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52" name="Google Shape;52;p13"/>
          <p:cNvSpPr txBox="1">
            <a:spLocks noGrp="1"/>
          </p:cNvSpPr>
          <p:nvPr>
            <p:ph type="title" idx="9" hasCustomPrompt="1"/>
          </p:nvPr>
        </p:nvSpPr>
        <p:spPr>
          <a:xfrm>
            <a:off x="1280100" y="4861100"/>
            <a:ext cx="1140800" cy="682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5333">
                <a:solidFill>
                  <a:schemeClr val="accent4"/>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
        <p:nvSpPr>
          <p:cNvPr id="53" name="Google Shape;53;p13"/>
          <p:cNvSpPr txBox="1">
            <a:spLocks noGrp="1"/>
          </p:cNvSpPr>
          <p:nvPr>
            <p:ph type="subTitle" idx="13"/>
          </p:nvPr>
        </p:nvSpPr>
        <p:spPr>
          <a:xfrm>
            <a:off x="7338300" y="1871767"/>
            <a:ext cx="3573600" cy="372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54" name="Google Shape;54;p13"/>
          <p:cNvSpPr txBox="1">
            <a:spLocks noGrp="1"/>
          </p:cNvSpPr>
          <p:nvPr>
            <p:ph type="subTitle" idx="14"/>
          </p:nvPr>
        </p:nvSpPr>
        <p:spPr>
          <a:xfrm>
            <a:off x="7338300" y="2244167"/>
            <a:ext cx="3573600" cy="832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a:solidFill>
                  <a:schemeClr val="accent6"/>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55" name="Google Shape;55;p13"/>
          <p:cNvSpPr txBox="1">
            <a:spLocks noGrp="1"/>
          </p:cNvSpPr>
          <p:nvPr>
            <p:ph type="title" idx="15" hasCustomPrompt="1"/>
          </p:nvPr>
        </p:nvSpPr>
        <p:spPr>
          <a:xfrm>
            <a:off x="6197600" y="1871967"/>
            <a:ext cx="1140800" cy="682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5333">
                <a:solidFill>
                  <a:schemeClr val="accent4"/>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
        <p:nvSpPr>
          <p:cNvPr id="56" name="Google Shape;56;p13"/>
          <p:cNvSpPr txBox="1">
            <a:spLocks noGrp="1"/>
          </p:cNvSpPr>
          <p:nvPr>
            <p:ph type="subTitle" idx="16"/>
          </p:nvPr>
        </p:nvSpPr>
        <p:spPr>
          <a:xfrm>
            <a:off x="7338300" y="3366333"/>
            <a:ext cx="3573600" cy="372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57" name="Google Shape;57;p13"/>
          <p:cNvSpPr txBox="1">
            <a:spLocks noGrp="1"/>
          </p:cNvSpPr>
          <p:nvPr>
            <p:ph type="subTitle" idx="17"/>
          </p:nvPr>
        </p:nvSpPr>
        <p:spPr>
          <a:xfrm>
            <a:off x="7338300" y="3707733"/>
            <a:ext cx="3573600" cy="832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a:solidFill>
                  <a:schemeClr val="accent6"/>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58" name="Google Shape;58;p13"/>
          <p:cNvSpPr txBox="1">
            <a:spLocks noGrp="1"/>
          </p:cNvSpPr>
          <p:nvPr>
            <p:ph type="title" idx="18" hasCustomPrompt="1"/>
          </p:nvPr>
        </p:nvSpPr>
        <p:spPr>
          <a:xfrm>
            <a:off x="6197600" y="3366533"/>
            <a:ext cx="1140800" cy="682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5333">
                <a:solidFill>
                  <a:schemeClr val="accent4"/>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
        <p:nvSpPr>
          <p:cNvPr id="59" name="Google Shape;59;p13"/>
          <p:cNvSpPr txBox="1">
            <a:spLocks noGrp="1"/>
          </p:cNvSpPr>
          <p:nvPr>
            <p:ph type="subTitle" idx="19"/>
          </p:nvPr>
        </p:nvSpPr>
        <p:spPr>
          <a:xfrm>
            <a:off x="7338300" y="4860900"/>
            <a:ext cx="3573600" cy="372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0" name="Google Shape;60;p13"/>
          <p:cNvSpPr txBox="1">
            <a:spLocks noGrp="1"/>
          </p:cNvSpPr>
          <p:nvPr>
            <p:ph type="subTitle" idx="20"/>
          </p:nvPr>
        </p:nvSpPr>
        <p:spPr>
          <a:xfrm>
            <a:off x="7338300" y="5171300"/>
            <a:ext cx="3573600" cy="8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a:solidFill>
                  <a:schemeClr val="accent6"/>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1" name="Google Shape;61;p13"/>
          <p:cNvSpPr txBox="1">
            <a:spLocks noGrp="1"/>
          </p:cNvSpPr>
          <p:nvPr>
            <p:ph type="title" idx="21" hasCustomPrompt="1"/>
          </p:nvPr>
        </p:nvSpPr>
        <p:spPr>
          <a:xfrm>
            <a:off x="6197600" y="4861100"/>
            <a:ext cx="1140800" cy="682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5333">
                <a:solidFill>
                  <a:schemeClr val="accent4"/>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Tree>
    <p:extLst>
      <p:ext uri="{BB962C8B-B14F-4D97-AF65-F5344CB8AC3E}">
        <p14:creationId xmlns:p14="http://schemas.microsoft.com/office/powerpoint/2010/main" val="17679297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62"/>
        <p:cNvGrpSpPr/>
        <p:nvPr/>
      </p:nvGrpSpPr>
      <p:grpSpPr>
        <a:xfrm>
          <a:off x="0" y="0"/>
          <a:ext cx="0" cy="0"/>
          <a:chOff x="0" y="0"/>
          <a:chExt cx="0" cy="0"/>
        </a:xfrm>
      </p:grpSpPr>
      <p:sp>
        <p:nvSpPr>
          <p:cNvPr id="63" name="Google Shape;63;p14"/>
          <p:cNvSpPr txBox="1">
            <a:spLocks noGrp="1"/>
          </p:cNvSpPr>
          <p:nvPr>
            <p:ph type="subTitle" idx="1"/>
          </p:nvPr>
        </p:nvSpPr>
        <p:spPr>
          <a:xfrm>
            <a:off x="4529967" y="3224895"/>
            <a:ext cx="3132000" cy="37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4" name="Google Shape;64;p14"/>
          <p:cNvSpPr txBox="1">
            <a:spLocks noGrp="1"/>
          </p:cNvSpPr>
          <p:nvPr>
            <p:ph type="subTitle" idx="2"/>
          </p:nvPr>
        </p:nvSpPr>
        <p:spPr>
          <a:xfrm>
            <a:off x="4529967" y="3602900"/>
            <a:ext cx="3132000" cy="1104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solidFill>
                  <a:schemeClr val="accent6"/>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5" name="Google Shape;65;p14"/>
          <p:cNvSpPr txBox="1">
            <a:spLocks noGrp="1"/>
          </p:cNvSpPr>
          <p:nvPr>
            <p:ph type="subTitle" idx="3"/>
          </p:nvPr>
        </p:nvSpPr>
        <p:spPr>
          <a:xfrm>
            <a:off x="1093167" y="3224895"/>
            <a:ext cx="3132000" cy="37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6" name="Google Shape;66;p14"/>
          <p:cNvSpPr txBox="1">
            <a:spLocks noGrp="1"/>
          </p:cNvSpPr>
          <p:nvPr>
            <p:ph type="subTitle" idx="4"/>
          </p:nvPr>
        </p:nvSpPr>
        <p:spPr>
          <a:xfrm>
            <a:off x="1093167" y="3602900"/>
            <a:ext cx="3132000" cy="1104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solidFill>
                  <a:schemeClr val="accent6"/>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7" name="Google Shape;67;p14"/>
          <p:cNvSpPr txBox="1">
            <a:spLocks noGrp="1"/>
          </p:cNvSpPr>
          <p:nvPr>
            <p:ph type="subTitle" idx="5"/>
          </p:nvPr>
        </p:nvSpPr>
        <p:spPr>
          <a:xfrm>
            <a:off x="7966767" y="3224895"/>
            <a:ext cx="3132000" cy="37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8" name="Google Shape;68;p14"/>
          <p:cNvSpPr txBox="1">
            <a:spLocks noGrp="1"/>
          </p:cNvSpPr>
          <p:nvPr>
            <p:ph type="subTitle" idx="6"/>
          </p:nvPr>
        </p:nvSpPr>
        <p:spPr>
          <a:xfrm>
            <a:off x="7966767" y="3602900"/>
            <a:ext cx="3132000" cy="1104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solidFill>
                  <a:schemeClr val="accent6"/>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9" name="Google Shape;69;p14"/>
          <p:cNvSpPr txBox="1">
            <a:spLocks noGrp="1"/>
          </p:cNvSpPr>
          <p:nvPr>
            <p:ph type="title"/>
          </p:nvPr>
        </p:nvSpPr>
        <p:spPr>
          <a:xfrm>
            <a:off x="2662633" y="719333"/>
            <a:ext cx="6866800" cy="42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3733">
                <a:solidFill>
                  <a:schemeClr val="accent6"/>
                </a:solidFill>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Tree>
    <p:extLst>
      <p:ext uri="{BB962C8B-B14F-4D97-AF65-F5344CB8AC3E}">
        <p14:creationId xmlns:p14="http://schemas.microsoft.com/office/powerpoint/2010/main" val="12833677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2662633" y="719333"/>
            <a:ext cx="6866800" cy="42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3733">
                <a:solidFill>
                  <a:schemeClr val="accent6"/>
                </a:solidFill>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
        <p:nvSpPr>
          <p:cNvPr id="72" name="Google Shape;72;p15"/>
          <p:cNvSpPr txBox="1">
            <a:spLocks noGrp="1"/>
          </p:cNvSpPr>
          <p:nvPr>
            <p:ph type="subTitle" idx="1"/>
          </p:nvPr>
        </p:nvSpPr>
        <p:spPr>
          <a:xfrm>
            <a:off x="3028700" y="1874732"/>
            <a:ext cx="3133200" cy="37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73" name="Google Shape;73;p15"/>
          <p:cNvSpPr txBox="1">
            <a:spLocks noGrp="1"/>
          </p:cNvSpPr>
          <p:nvPr>
            <p:ph type="subTitle" idx="2"/>
          </p:nvPr>
        </p:nvSpPr>
        <p:spPr>
          <a:xfrm>
            <a:off x="3028700" y="2132637"/>
            <a:ext cx="3133200" cy="110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74" name="Google Shape;74;p15"/>
          <p:cNvSpPr txBox="1">
            <a:spLocks noGrp="1"/>
          </p:cNvSpPr>
          <p:nvPr>
            <p:ph type="subTitle" idx="3"/>
          </p:nvPr>
        </p:nvSpPr>
        <p:spPr>
          <a:xfrm>
            <a:off x="3028700" y="4326963"/>
            <a:ext cx="3133200" cy="37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75" name="Google Shape;75;p15"/>
          <p:cNvSpPr txBox="1">
            <a:spLocks noGrp="1"/>
          </p:cNvSpPr>
          <p:nvPr>
            <p:ph type="subTitle" idx="4"/>
          </p:nvPr>
        </p:nvSpPr>
        <p:spPr>
          <a:xfrm>
            <a:off x="3028700" y="4584868"/>
            <a:ext cx="3133200" cy="110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76" name="Google Shape;76;p15"/>
          <p:cNvSpPr txBox="1">
            <a:spLocks noGrp="1"/>
          </p:cNvSpPr>
          <p:nvPr>
            <p:ph type="subTitle" idx="5"/>
          </p:nvPr>
        </p:nvSpPr>
        <p:spPr>
          <a:xfrm>
            <a:off x="6030100" y="1874732"/>
            <a:ext cx="3133200" cy="3780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100"/>
              <a:buNone/>
              <a:defRPr sz="2533">
                <a:latin typeface="Changa One"/>
                <a:ea typeface="Changa One"/>
                <a:cs typeface="Changa One"/>
                <a:sym typeface="Changa On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77" name="Google Shape;77;p15"/>
          <p:cNvSpPr txBox="1">
            <a:spLocks noGrp="1"/>
          </p:cNvSpPr>
          <p:nvPr>
            <p:ph type="subTitle" idx="6"/>
          </p:nvPr>
        </p:nvSpPr>
        <p:spPr>
          <a:xfrm>
            <a:off x="6030100" y="2132637"/>
            <a:ext cx="3133200" cy="1109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78" name="Google Shape;78;p15"/>
          <p:cNvSpPr txBox="1">
            <a:spLocks noGrp="1"/>
          </p:cNvSpPr>
          <p:nvPr>
            <p:ph type="subTitle" idx="7"/>
          </p:nvPr>
        </p:nvSpPr>
        <p:spPr>
          <a:xfrm>
            <a:off x="6030100" y="4326963"/>
            <a:ext cx="3133200" cy="3780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100"/>
              <a:buNone/>
              <a:defRPr sz="2533">
                <a:latin typeface="Changa One"/>
                <a:ea typeface="Changa One"/>
                <a:cs typeface="Changa One"/>
                <a:sym typeface="Changa On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79" name="Google Shape;79;p15"/>
          <p:cNvSpPr txBox="1">
            <a:spLocks noGrp="1"/>
          </p:cNvSpPr>
          <p:nvPr>
            <p:ph type="subTitle" idx="8"/>
          </p:nvPr>
        </p:nvSpPr>
        <p:spPr>
          <a:xfrm>
            <a:off x="6030100" y="4584868"/>
            <a:ext cx="3133200" cy="1109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42766052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7294051" y="2438692"/>
            <a:ext cx="3794800" cy="5752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7333">
                <a:solidFill>
                  <a:schemeClr val="accent6"/>
                </a:solidFill>
              </a:defRPr>
            </a:lvl1pPr>
            <a:lvl2pPr lvl="1" rtl="0">
              <a:spcBef>
                <a:spcPts val="0"/>
              </a:spcBef>
              <a:spcAft>
                <a:spcPts val="0"/>
              </a:spcAft>
              <a:buSzPts val="3500"/>
              <a:buNone/>
              <a:defRPr sz="4667"/>
            </a:lvl2pPr>
            <a:lvl3pPr lvl="2" rtl="0">
              <a:spcBef>
                <a:spcPts val="0"/>
              </a:spcBef>
              <a:spcAft>
                <a:spcPts val="0"/>
              </a:spcAft>
              <a:buSzPts val="3500"/>
              <a:buNone/>
              <a:defRPr sz="4667"/>
            </a:lvl3pPr>
            <a:lvl4pPr lvl="3" rtl="0">
              <a:spcBef>
                <a:spcPts val="0"/>
              </a:spcBef>
              <a:spcAft>
                <a:spcPts val="0"/>
              </a:spcAft>
              <a:buSzPts val="3500"/>
              <a:buNone/>
              <a:defRPr sz="4667"/>
            </a:lvl4pPr>
            <a:lvl5pPr lvl="4" rtl="0">
              <a:spcBef>
                <a:spcPts val="0"/>
              </a:spcBef>
              <a:spcAft>
                <a:spcPts val="0"/>
              </a:spcAft>
              <a:buSzPts val="3500"/>
              <a:buNone/>
              <a:defRPr sz="4667"/>
            </a:lvl5pPr>
            <a:lvl6pPr lvl="5" rtl="0">
              <a:spcBef>
                <a:spcPts val="0"/>
              </a:spcBef>
              <a:spcAft>
                <a:spcPts val="0"/>
              </a:spcAft>
              <a:buSzPts val="3500"/>
              <a:buNone/>
              <a:defRPr sz="4667"/>
            </a:lvl6pPr>
            <a:lvl7pPr lvl="6" rtl="0">
              <a:spcBef>
                <a:spcPts val="0"/>
              </a:spcBef>
              <a:spcAft>
                <a:spcPts val="0"/>
              </a:spcAft>
              <a:buSzPts val="3500"/>
              <a:buNone/>
              <a:defRPr sz="4667"/>
            </a:lvl7pPr>
            <a:lvl8pPr lvl="7" rtl="0">
              <a:spcBef>
                <a:spcPts val="0"/>
              </a:spcBef>
              <a:spcAft>
                <a:spcPts val="0"/>
              </a:spcAft>
              <a:buSzPts val="3500"/>
              <a:buNone/>
              <a:defRPr sz="4667"/>
            </a:lvl8pPr>
            <a:lvl9pPr lvl="8" rtl="0">
              <a:spcBef>
                <a:spcPts val="0"/>
              </a:spcBef>
              <a:spcAft>
                <a:spcPts val="0"/>
              </a:spcAft>
              <a:buSzPts val="3500"/>
              <a:buNone/>
              <a:defRPr sz="4667"/>
            </a:lvl9pPr>
          </a:lstStyle>
          <a:p>
            <a:endParaRPr/>
          </a:p>
        </p:txBody>
      </p:sp>
      <p:sp>
        <p:nvSpPr>
          <p:cNvPr id="82" name="Google Shape;82;p16"/>
          <p:cNvSpPr txBox="1">
            <a:spLocks noGrp="1"/>
          </p:cNvSpPr>
          <p:nvPr>
            <p:ph type="subTitle" idx="1"/>
          </p:nvPr>
        </p:nvSpPr>
        <p:spPr>
          <a:xfrm>
            <a:off x="7214651" y="3235300"/>
            <a:ext cx="3953600" cy="118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15043970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1241000" y="2438692"/>
            <a:ext cx="3794800" cy="5752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7333">
                <a:solidFill>
                  <a:schemeClr val="accent6"/>
                </a:solidFill>
              </a:defRPr>
            </a:lvl1pPr>
            <a:lvl2pPr lvl="1" rtl="0">
              <a:spcBef>
                <a:spcPts val="0"/>
              </a:spcBef>
              <a:spcAft>
                <a:spcPts val="0"/>
              </a:spcAft>
              <a:buSzPts val="3500"/>
              <a:buNone/>
              <a:defRPr sz="4667"/>
            </a:lvl2pPr>
            <a:lvl3pPr lvl="2" rtl="0">
              <a:spcBef>
                <a:spcPts val="0"/>
              </a:spcBef>
              <a:spcAft>
                <a:spcPts val="0"/>
              </a:spcAft>
              <a:buSzPts val="3500"/>
              <a:buNone/>
              <a:defRPr sz="4667"/>
            </a:lvl3pPr>
            <a:lvl4pPr lvl="3" rtl="0">
              <a:spcBef>
                <a:spcPts val="0"/>
              </a:spcBef>
              <a:spcAft>
                <a:spcPts val="0"/>
              </a:spcAft>
              <a:buSzPts val="3500"/>
              <a:buNone/>
              <a:defRPr sz="4667"/>
            </a:lvl4pPr>
            <a:lvl5pPr lvl="4" rtl="0">
              <a:spcBef>
                <a:spcPts val="0"/>
              </a:spcBef>
              <a:spcAft>
                <a:spcPts val="0"/>
              </a:spcAft>
              <a:buSzPts val="3500"/>
              <a:buNone/>
              <a:defRPr sz="4667"/>
            </a:lvl5pPr>
            <a:lvl6pPr lvl="5" rtl="0">
              <a:spcBef>
                <a:spcPts val="0"/>
              </a:spcBef>
              <a:spcAft>
                <a:spcPts val="0"/>
              </a:spcAft>
              <a:buSzPts val="3500"/>
              <a:buNone/>
              <a:defRPr sz="4667"/>
            </a:lvl6pPr>
            <a:lvl7pPr lvl="6" rtl="0">
              <a:spcBef>
                <a:spcPts val="0"/>
              </a:spcBef>
              <a:spcAft>
                <a:spcPts val="0"/>
              </a:spcAft>
              <a:buSzPts val="3500"/>
              <a:buNone/>
              <a:defRPr sz="4667"/>
            </a:lvl7pPr>
            <a:lvl8pPr lvl="7" rtl="0">
              <a:spcBef>
                <a:spcPts val="0"/>
              </a:spcBef>
              <a:spcAft>
                <a:spcPts val="0"/>
              </a:spcAft>
              <a:buSzPts val="3500"/>
              <a:buNone/>
              <a:defRPr sz="4667"/>
            </a:lvl8pPr>
            <a:lvl9pPr lvl="8" rtl="0">
              <a:spcBef>
                <a:spcPts val="0"/>
              </a:spcBef>
              <a:spcAft>
                <a:spcPts val="0"/>
              </a:spcAft>
              <a:buSzPts val="3500"/>
              <a:buNone/>
              <a:defRPr sz="4667"/>
            </a:lvl9pPr>
          </a:lstStyle>
          <a:p>
            <a:endParaRPr/>
          </a:p>
        </p:txBody>
      </p:sp>
      <p:sp>
        <p:nvSpPr>
          <p:cNvPr id="85" name="Google Shape;85;p17"/>
          <p:cNvSpPr txBox="1">
            <a:spLocks noGrp="1"/>
          </p:cNvSpPr>
          <p:nvPr>
            <p:ph type="subTitle" idx="1"/>
          </p:nvPr>
        </p:nvSpPr>
        <p:spPr>
          <a:xfrm>
            <a:off x="965201" y="3235308"/>
            <a:ext cx="4346400" cy="118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33"/>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33884290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description">
  <p:cSld name="Title and description">
    <p:bg>
      <p:bgPr>
        <a:solidFill>
          <a:schemeClr val="lt1"/>
        </a:solidFill>
        <a:effectLst/>
      </p:bgPr>
    </p:bg>
    <p:spTree>
      <p:nvGrpSpPr>
        <p:cNvPr id="1" name="Shape 86"/>
        <p:cNvGrpSpPr/>
        <p:nvPr/>
      </p:nvGrpSpPr>
      <p:grpSpPr>
        <a:xfrm>
          <a:off x="0" y="0"/>
          <a:ext cx="0" cy="0"/>
          <a:chOff x="0" y="0"/>
          <a:chExt cx="0" cy="0"/>
        </a:xfrm>
      </p:grpSpPr>
      <p:sp>
        <p:nvSpPr>
          <p:cNvPr id="87" name="Google Shape;87;p18"/>
          <p:cNvSpPr txBox="1">
            <a:spLocks noGrp="1"/>
          </p:cNvSpPr>
          <p:nvPr>
            <p:ph type="subTitle" idx="1"/>
          </p:nvPr>
        </p:nvSpPr>
        <p:spPr>
          <a:xfrm>
            <a:off x="965200" y="1429533"/>
            <a:ext cx="10261600" cy="39244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rgbClr val="434343"/>
              </a:buClr>
              <a:buSzPts val="1200"/>
              <a:buFont typeface="Anaheim"/>
              <a:buChar char="●"/>
              <a:defRPr sz="1600"/>
            </a:lvl1pPr>
            <a:lvl2pPr lvl="1">
              <a:lnSpc>
                <a:spcPct val="115000"/>
              </a:lnSpc>
              <a:spcBef>
                <a:spcPts val="2133"/>
              </a:spcBef>
              <a:spcAft>
                <a:spcPts val="0"/>
              </a:spcAft>
              <a:buClr>
                <a:srgbClr val="434343"/>
              </a:buClr>
              <a:buSzPts val="1200"/>
              <a:buFont typeface="Roboto Condensed Light"/>
              <a:buChar char="○"/>
              <a:defRPr sz="1600"/>
            </a:lvl2pPr>
            <a:lvl3pPr lvl="2">
              <a:spcBef>
                <a:spcPts val="0"/>
              </a:spcBef>
              <a:spcAft>
                <a:spcPts val="0"/>
              </a:spcAft>
              <a:buClr>
                <a:srgbClr val="434343"/>
              </a:buClr>
              <a:buSzPts val="1200"/>
              <a:buFont typeface="Roboto Condensed Light"/>
              <a:buChar char="■"/>
              <a:defRPr/>
            </a:lvl3pPr>
            <a:lvl4pPr lvl="3">
              <a:spcBef>
                <a:spcPts val="0"/>
              </a:spcBef>
              <a:spcAft>
                <a:spcPts val="0"/>
              </a:spcAft>
              <a:buClr>
                <a:srgbClr val="434343"/>
              </a:buClr>
              <a:buSzPts val="1200"/>
              <a:buFont typeface="Roboto Condensed Light"/>
              <a:buChar char="●"/>
              <a:defRPr/>
            </a:lvl4pPr>
            <a:lvl5pPr lvl="4">
              <a:spcBef>
                <a:spcPts val="0"/>
              </a:spcBef>
              <a:spcAft>
                <a:spcPts val="0"/>
              </a:spcAft>
              <a:buClr>
                <a:srgbClr val="434343"/>
              </a:buClr>
              <a:buSzPts val="1200"/>
              <a:buFont typeface="Roboto Condensed Light"/>
              <a:buChar char="○"/>
              <a:defRPr/>
            </a:lvl5pPr>
            <a:lvl6pPr lvl="5">
              <a:spcBef>
                <a:spcPts val="0"/>
              </a:spcBef>
              <a:spcAft>
                <a:spcPts val="0"/>
              </a:spcAft>
              <a:buClr>
                <a:srgbClr val="434343"/>
              </a:buClr>
              <a:buSzPts val="1200"/>
              <a:buFont typeface="Roboto Condensed Light"/>
              <a:buChar char="■"/>
              <a:defRPr/>
            </a:lvl6pPr>
            <a:lvl7pPr lvl="6">
              <a:spcBef>
                <a:spcPts val="0"/>
              </a:spcBef>
              <a:spcAft>
                <a:spcPts val="0"/>
              </a:spcAft>
              <a:buClr>
                <a:srgbClr val="434343"/>
              </a:buClr>
              <a:buSzPts val="1200"/>
              <a:buFont typeface="Roboto Condensed Light"/>
              <a:buChar char="●"/>
              <a:defRPr/>
            </a:lvl7pPr>
            <a:lvl8pPr lvl="7">
              <a:spcBef>
                <a:spcPts val="0"/>
              </a:spcBef>
              <a:spcAft>
                <a:spcPts val="0"/>
              </a:spcAft>
              <a:buClr>
                <a:srgbClr val="434343"/>
              </a:buClr>
              <a:buSzPts val="1200"/>
              <a:buFont typeface="Roboto Condensed Light"/>
              <a:buChar char="○"/>
              <a:defRPr/>
            </a:lvl8pPr>
            <a:lvl9pPr lvl="8">
              <a:spcBef>
                <a:spcPts val="0"/>
              </a:spcBef>
              <a:spcAft>
                <a:spcPts val="0"/>
              </a:spcAft>
              <a:buClr>
                <a:srgbClr val="434343"/>
              </a:buClr>
              <a:buSzPts val="1200"/>
              <a:buFont typeface="Roboto Condensed Light"/>
              <a:buChar char="■"/>
              <a:defRPr/>
            </a:lvl9pPr>
          </a:lstStyle>
          <a:p>
            <a:endParaRPr/>
          </a:p>
        </p:txBody>
      </p:sp>
      <p:sp>
        <p:nvSpPr>
          <p:cNvPr id="88" name="Google Shape;88;p18"/>
          <p:cNvSpPr txBox="1">
            <a:spLocks noGrp="1"/>
          </p:cNvSpPr>
          <p:nvPr>
            <p:ph type="title"/>
          </p:nvPr>
        </p:nvSpPr>
        <p:spPr>
          <a:xfrm>
            <a:off x="609600" y="719333"/>
            <a:ext cx="10972800" cy="42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4000"/>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Tree>
    <p:extLst>
      <p:ext uri="{BB962C8B-B14F-4D97-AF65-F5344CB8AC3E}">
        <p14:creationId xmlns:p14="http://schemas.microsoft.com/office/powerpoint/2010/main" val="31165123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89"/>
        <p:cNvGrpSpPr/>
        <p:nvPr/>
      </p:nvGrpSpPr>
      <p:grpSpPr>
        <a:xfrm>
          <a:off x="0" y="0"/>
          <a:ext cx="0" cy="0"/>
          <a:chOff x="0" y="0"/>
          <a:chExt cx="0" cy="0"/>
        </a:xfrm>
      </p:grpSpPr>
      <p:sp>
        <p:nvSpPr>
          <p:cNvPr id="90" name="Google Shape;90;p19"/>
          <p:cNvSpPr txBox="1">
            <a:spLocks noGrp="1"/>
          </p:cNvSpPr>
          <p:nvPr>
            <p:ph type="subTitle" idx="1"/>
          </p:nvPr>
        </p:nvSpPr>
        <p:spPr>
          <a:xfrm>
            <a:off x="4505000" y="2500995"/>
            <a:ext cx="3182000" cy="46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1" name="Google Shape;91;p19"/>
          <p:cNvSpPr txBox="1">
            <a:spLocks noGrp="1"/>
          </p:cNvSpPr>
          <p:nvPr>
            <p:ph type="subTitle" idx="2"/>
          </p:nvPr>
        </p:nvSpPr>
        <p:spPr>
          <a:xfrm>
            <a:off x="4505000" y="2873200"/>
            <a:ext cx="3182000" cy="82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2" name="Google Shape;92;p19"/>
          <p:cNvSpPr txBox="1">
            <a:spLocks noGrp="1"/>
          </p:cNvSpPr>
          <p:nvPr>
            <p:ph type="subTitle" idx="3"/>
          </p:nvPr>
        </p:nvSpPr>
        <p:spPr>
          <a:xfrm>
            <a:off x="1032159" y="2500995"/>
            <a:ext cx="3182000" cy="46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3" name="Google Shape;93;p19"/>
          <p:cNvSpPr txBox="1">
            <a:spLocks noGrp="1"/>
          </p:cNvSpPr>
          <p:nvPr>
            <p:ph type="subTitle" idx="4"/>
          </p:nvPr>
        </p:nvSpPr>
        <p:spPr>
          <a:xfrm>
            <a:off x="1032159" y="2873200"/>
            <a:ext cx="3182000" cy="82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4" name="Google Shape;94;p19"/>
          <p:cNvSpPr txBox="1">
            <a:spLocks noGrp="1"/>
          </p:cNvSpPr>
          <p:nvPr>
            <p:ph type="subTitle" idx="5"/>
          </p:nvPr>
        </p:nvSpPr>
        <p:spPr>
          <a:xfrm>
            <a:off x="7977841" y="2500995"/>
            <a:ext cx="3182000" cy="46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5" name="Google Shape;95;p19"/>
          <p:cNvSpPr txBox="1">
            <a:spLocks noGrp="1"/>
          </p:cNvSpPr>
          <p:nvPr>
            <p:ph type="subTitle" idx="6"/>
          </p:nvPr>
        </p:nvSpPr>
        <p:spPr>
          <a:xfrm>
            <a:off x="7977841" y="2873200"/>
            <a:ext cx="3182000" cy="82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6" name="Google Shape;96;p19"/>
          <p:cNvSpPr txBox="1">
            <a:spLocks noGrp="1"/>
          </p:cNvSpPr>
          <p:nvPr>
            <p:ph type="subTitle" idx="7"/>
          </p:nvPr>
        </p:nvSpPr>
        <p:spPr>
          <a:xfrm>
            <a:off x="4505000" y="4874495"/>
            <a:ext cx="3182000" cy="46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7" name="Google Shape;97;p19"/>
          <p:cNvSpPr txBox="1">
            <a:spLocks noGrp="1"/>
          </p:cNvSpPr>
          <p:nvPr>
            <p:ph type="subTitle" idx="8"/>
          </p:nvPr>
        </p:nvSpPr>
        <p:spPr>
          <a:xfrm>
            <a:off x="4505000" y="5246700"/>
            <a:ext cx="3182000" cy="82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8" name="Google Shape;98;p19"/>
          <p:cNvSpPr txBox="1">
            <a:spLocks noGrp="1"/>
          </p:cNvSpPr>
          <p:nvPr>
            <p:ph type="subTitle" idx="9"/>
          </p:nvPr>
        </p:nvSpPr>
        <p:spPr>
          <a:xfrm>
            <a:off x="1032159" y="4874495"/>
            <a:ext cx="3182000" cy="46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9" name="Google Shape;99;p19"/>
          <p:cNvSpPr txBox="1">
            <a:spLocks noGrp="1"/>
          </p:cNvSpPr>
          <p:nvPr>
            <p:ph type="subTitle" idx="13"/>
          </p:nvPr>
        </p:nvSpPr>
        <p:spPr>
          <a:xfrm>
            <a:off x="1032159" y="5246700"/>
            <a:ext cx="3182000" cy="82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0" name="Google Shape;100;p19"/>
          <p:cNvSpPr txBox="1">
            <a:spLocks noGrp="1"/>
          </p:cNvSpPr>
          <p:nvPr>
            <p:ph type="subTitle" idx="14"/>
          </p:nvPr>
        </p:nvSpPr>
        <p:spPr>
          <a:xfrm>
            <a:off x="7977841" y="4874495"/>
            <a:ext cx="3182000" cy="46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1" name="Google Shape;101;p19"/>
          <p:cNvSpPr txBox="1">
            <a:spLocks noGrp="1"/>
          </p:cNvSpPr>
          <p:nvPr>
            <p:ph type="subTitle" idx="15"/>
          </p:nvPr>
        </p:nvSpPr>
        <p:spPr>
          <a:xfrm>
            <a:off x="7977841" y="5246700"/>
            <a:ext cx="3182000" cy="82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2" name="Google Shape;102;p19"/>
          <p:cNvSpPr txBox="1">
            <a:spLocks noGrp="1"/>
          </p:cNvSpPr>
          <p:nvPr>
            <p:ph type="title"/>
          </p:nvPr>
        </p:nvSpPr>
        <p:spPr>
          <a:xfrm>
            <a:off x="2662633" y="719333"/>
            <a:ext cx="6866800" cy="42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3733">
                <a:solidFill>
                  <a:schemeClr val="accent6"/>
                </a:solidFill>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Tree>
    <p:extLst>
      <p:ext uri="{BB962C8B-B14F-4D97-AF65-F5344CB8AC3E}">
        <p14:creationId xmlns:p14="http://schemas.microsoft.com/office/powerpoint/2010/main" val="18740909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03"/>
        <p:cNvGrpSpPr/>
        <p:nvPr/>
      </p:nvGrpSpPr>
      <p:grpSpPr>
        <a:xfrm>
          <a:off x="0" y="0"/>
          <a:ext cx="0" cy="0"/>
          <a:chOff x="0" y="0"/>
          <a:chExt cx="0" cy="0"/>
        </a:xfrm>
      </p:grpSpPr>
      <p:sp>
        <p:nvSpPr>
          <p:cNvPr id="104" name="Google Shape;104;p20"/>
          <p:cNvSpPr txBox="1">
            <a:spLocks noGrp="1"/>
          </p:cNvSpPr>
          <p:nvPr>
            <p:ph type="title" hasCustomPrompt="1"/>
          </p:nvPr>
        </p:nvSpPr>
        <p:spPr>
          <a:xfrm>
            <a:off x="3763800" y="2573833"/>
            <a:ext cx="4664400" cy="136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7066">
                <a:solidFill>
                  <a:schemeClr val="accent6"/>
                </a:solidFill>
              </a:defRPr>
            </a:lvl1pPr>
            <a:lvl2pPr lvl="1" algn="ctr" rtl="0">
              <a:spcBef>
                <a:spcPts val="0"/>
              </a:spcBef>
              <a:spcAft>
                <a:spcPts val="0"/>
              </a:spcAft>
              <a:buSzPts val="7200"/>
              <a:buNone/>
              <a:defRPr sz="9600"/>
            </a:lvl2pPr>
            <a:lvl3pPr lvl="2" algn="ctr" rtl="0">
              <a:spcBef>
                <a:spcPts val="0"/>
              </a:spcBef>
              <a:spcAft>
                <a:spcPts val="0"/>
              </a:spcAft>
              <a:buSzPts val="7200"/>
              <a:buNone/>
              <a:defRPr sz="9600"/>
            </a:lvl3pPr>
            <a:lvl4pPr lvl="3" algn="ctr" rtl="0">
              <a:spcBef>
                <a:spcPts val="0"/>
              </a:spcBef>
              <a:spcAft>
                <a:spcPts val="0"/>
              </a:spcAft>
              <a:buSzPts val="7200"/>
              <a:buNone/>
              <a:defRPr sz="9600"/>
            </a:lvl4pPr>
            <a:lvl5pPr lvl="4" algn="ctr" rtl="0">
              <a:spcBef>
                <a:spcPts val="0"/>
              </a:spcBef>
              <a:spcAft>
                <a:spcPts val="0"/>
              </a:spcAft>
              <a:buSzPts val="7200"/>
              <a:buNone/>
              <a:defRPr sz="9600"/>
            </a:lvl5pPr>
            <a:lvl6pPr lvl="5" algn="ctr" rtl="0">
              <a:spcBef>
                <a:spcPts val="0"/>
              </a:spcBef>
              <a:spcAft>
                <a:spcPts val="0"/>
              </a:spcAft>
              <a:buSzPts val="7200"/>
              <a:buNone/>
              <a:defRPr sz="9600"/>
            </a:lvl6pPr>
            <a:lvl7pPr lvl="6" algn="ctr" rtl="0">
              <a:spcBef>
                <a:spcPts val="0"/>
              </a:spcBef>
              <a:spcAft>
                <a:spcPts val="0"/>
              </a:spcAft>
              <a:buSzPts val="7200"/>
              <a:buNone/>
              <a:defRPr sz="9600"/>
            </a:lvl7pPr>
            <a:lvl8pPr lvl="7" algn="ctr" rtl="0">
              <a:spcBef>
                <a:spcPts val="0"/>
              </a:spcBef>
              <a:spcAft>
                <a:spcPts val="0"/>
              </a:spcAft>
              <a:buSzPts val="7200"/>
              <a:buNone/>
              <a:defRPr sz="9600"/>
            </a:lvl8pPr>
            <a:lvl9pPr lvl="8" algn="ctr" rtl="0">
              <a:spcBef>
                <a:spcPts val="0"/>
              </a:spcBef>
              <a:spcAft>
                <a:spcPts val="0"/>
              </a:spcAft>
              <a:buSzPts val="7200"/>
              <a:buNone/>
              <a:defRPr sz="9600"/>
            </a:lvl9pPr>
          </a:lstStyle>
          <a:p>
            <a:r>
              <a:t>xx%</a:t>
            </a:r>
          </a:p>
        </p:txBody>
      </p:sp>
      <p:sp>
        <p:nvSpPr>
          <p:cNvPr id="105" name="Google Shape;105;p20"/>
          <p:cNvSpPr txBox="1">
            <a:spLocks noGrp="1"/>
          </p:cNvSpPr>
          <p:nvPr>
            <p:ph type="subTitle" idx="1"/>
          </p:nvPr>
        </p:nvSpPr>
        <p:spPr>
          <a:xfrm>
            <a:off x="3763967" y="3820567"/>
            <a:ext cx="4664400" cy="53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6" name="Google Shape;106;p20"/>
          <p:cNvSpPr txBox="1">
            <a:spLocks noGrp="1"/>
          </p:cNvSpPr>
          <p:nvPr>
            <p:ph type="title" idx="2" hasCustomPrompt="1"/>
          </p:nvPr>
        </p:nvSpPr>
        <p:spPr>
          <a:xfrm>
            <a:off x="3763800" y="709951"/>
            <a:ext cx="4664400" cy="136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7066">
                <a:solidFill>
                  <a:schemeClr val="accent6"/>
                </a:solidFill>
              </a:defRPr>
            </a:lvl1pPr>
            <a:lvl2pPr lvl="1" algn="ctr" rtl="0">
              <a:spcBef>
                <a:spcPts val="0"/>
              </a:spcBef>
              <a:spcAft>
                <a:spcPts val="0"/>
              </a:spcAft>
              <a:buSzPts val="7200"/>
              <a:buNone/>
              <a:defRPr sz="9600"/>
            </a:lvl2pPr>
            <a:lvl3pPr lvl="2" algn="ctr" rtl="0">
              <a:spcBef>
                <a:spcPts val="0"/>
              </a:spcBef>
              <a:spcAft>
                <a:spcPts val="0"/>
              </a:spcAft>
              <a:buSzPts val="7200"/>
              <a:buNone/>
              <a:defRPr sz="9600"/>
            </a:lvl3pPr>
            <a:lvl4pPr lvl="3" algn="ctr" rtl="0">
              <a:spcBef>
                <a:spcPts val="0"/>
              </a:spcBef>
              <a:spcAft>
                <a:spcPts val="0"/>
              </a:spcAft>
              <a:buSzPts val="7200"/>
              <a:buNone/>
              <a:defRPr sz="9600"/>
            </a:lvl4pPr>
            <a:lvl5pPr lvl="4" algn="ctr" rtl="0">
              <a:spcBef>
                <a:spcPts val="0"/>
              </a:spcBef>
              <a:spcAft>
                <a:spcPts val="0"/>
              </a:spcAft>
              <a:buSzPts val="7200"/>
              <a:buNone/>
              <a:defRPr sz="9600"/>
            </a:lvl5pPr>
            <a:lvl6pPr lvl="5" algn="ctr" rtl="0">
              <a:spcBef>
                <a:spcPts val="0"/>
              </a:spcBef>
              <a:spcAft>
                <a:spcPts val="0"/>
              </a:spcAft>
              <a:buSzPts val="7200"/>
              <a:buNone/>
              <a:defRPr sz="9600"/>
            </a:lvl6pPr>
            <a:lvl7pPr lvl="6" algn="ctr" rtl="0">
              <a:spcBef>
                <a:spcPts val="0"/>
              </a:spcBef>
              <a:spcAft>
                <a:spcPts val="0"/>
              </a:spcAft>
              <a:buSzPts val="7200"/>
              <a:buNone/>
              <a:defRPr sz="9600"/>
            </a:lvl7pPr>
            <a:lvl8pPr lvl="7" algn="ctr" rtl="0">
              <a:spcBef>
                <a:spcPts val="0"/>
              </a:spcBef>
              <a:spcAft>
                <a:spcPts val="0"/>
              </a:spcAft>
              <a:buSzPts val="7200"/>
              <a:buNone/>
              <a:defRPr sz="9600"/>
            </a:lvl8pPr>
            <a:lvl9pPr lvl="8" algn="ctr" rtl="0">
              <a:spcBef>
                <a:spcPts val="0"/>
              </a:spcBef>
              <a:spcAft>
                <a:spcPts val="0"/>
              </a:spcAft>
              <a:buSzPts val="7200"/>
              <a:buNone/>
              <a:defRPr sz="9600"/>
            </a:lvl9pPr>
          </a:lstStyle>
          <a:p>
            <a:r>
              <a:t>xx%</a:t>
            </a:r>
          </a:p>
        </p:txBody>
      </p:sp>
      <p:sp>
        <p:nvSpPr>
          <p:cNvPr id="107" name="Google Shape;107;p20"/>
          <p:cNvSpPr txBox="1">
            <a:spLocks noGrp="1"/>
          </p:cNvSpPr>
          <p:nvPr>
            <p:ph type="subTitle" idx="3"/>
          </p:nvPr>
        </p:nvSpPr>
        <p:spPr>
          <a:xfrm>
            <a:off x="3763967" y="1958967"/>
            <a:ext cx="4664400" cy="53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8" name="Google Shape;108;p20"/>
          <p:cNvSpPr txBox="1">
            <a:spLocks noGrp="1"/>
          </p:cNvSpPr>
          <p:nvPr>
            <p:ph type="title" idx="4" hasCustomPrompt="1"/>
          </p:nvPr>
        </p:nvSpPr>
        <p:spPr>
          <a:xfrm>
            <a:off x="3763800" y="4332467"/>
            <a:ext cx="4664400" cy="136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7066">
                <a:solidFill>
                  <a:schemeClr val="accent6"/>
                </a:solidFill>
              </a:defRPr>
            </a:lvl1pPr>
            <a:lvl2pPr lvl="1" algn="ctr" rtl="0">
              <a:spcBef>
                <a:spcPts val="0"/>
              </a:spcBef>
              <a:spcAft>
                <a:spcPts val="0"/>
              </a:spcAft>
              <a:buSzPts val="7200"/>
              <a:buNone/>
              <a:defRPr sz="9600"/>
            </a:lvl2pPr>
            <a:lvl3pPr lvl="2" algn="ctr" rtl="0">
              <a:spcBef>
                <a:spcPts val="0"/>
              </a:spcBef>
              <a:spcAft>
                <a:spcPts val="0"/>
              </a:spcAft>
              <a:buSzPts val="7200"/>
              <a:buNone/>
              <a:defRPr sz="9600"/>
            </a:lvl3pPr>
            <a:lvl4pPr lvl="3" algn="ctr" rtl="0">
              <a:spcBef>
                <a:spcPts val="0"/>
              </a:spcBef>
              <a:spcAft>
                <a:spcPts val="0"/>
              </a:spcAft>
              <a:buSzPts val="7200"/>
              <a:buNone/>
              <a:defRPr sz="9600"/>
            </a:lvl4pPr>
            <a:lvl5pPr lvl="4" algn="ctr" rtl="0">
              <a:spcBef>
                <a:spcPts val="0"/>
              </a:spcBef>
              <a:spcAft>
                <a:spcPts val="0"/>
              </a:spcAft>
              <a:buSzPts val="7200"/>
              <a:buNone/>
              <a:defRPr sz="9600"/>
            </a:lvl5pPr>
            <a:lvl6pPr lvl="5" algn="ctr" rtl="0">
              <a:spcBef>
                <a:spcPts val="0"/>
              </a:spcBef>
              <a:spcAft>
                <a:spcPts val="0"/>
              </a:spcAft>
              <a:buSzPts val="7200"/>
              <a:buNone/>
              <a:defRPr sz="9600"/>
            </a:lvl6pPr>
            <a:lvl7pPr lvl="6" algn="ctr" rtl="0">
              <a:spcBef>
                <a:spcPts val="0"/>
              </a:spcBef>
              <a:spcAft>
                <a:spcPts val="0"/>
              </a:spcAft>
              <a:buSzPts val="7200"/>
              <a:buNone/>
              <a:defRPr sz="9600"/>
            </a:lvl7pPr>
            <a:lvl8pPr lvl="7" algn="ctr" rtl="0">
              <a:spcBef>
                <a:spcPts val="0"/>
              </a:spcBef>
              <a:spcAft>
                <a:spcPts val="0"/>
              </a:spcAft>
              <a:buSzPts val="7200"/>
              <a:buNone/>
              <a:defRPr sz="9600"/>
            </a:lvl8pPr>
            <a:lvl9pPr lvl="8" algn="ctr" rtl="0">
              <a:spcBef>
                <a:spcPts val="0"/>
              </a:spcBef>
              <a:spcAft>
                <a:spcPts val="0"/>
              </a:spcAft>
              <a:buSzPts val="7200"/>
              <a:buNone/>
              <a:defRPr sz="9600"/>
            </a:lvl9pPr>
          </a:lstStyle>
          <a:p>
            <a:r>
              <a:t>xx%</a:t>
            </a:r>
          </a:p>
        </p:txBody>
      </p:sp>
      <p:sp>
        <p:nvSpPr>
          <p:cNvPr id="109" name="Google Shape;109;p20"/>
          <p:cNvSpPr txBox="1">
            <a:spLocks noGrp="1"/>
          </p:cNvSpPr>
          <p:nvPr>
            <p:ph type="subTitle" idx="5"/>
          </p:nvPr>
        </p:nvSpPr>
        <p:spPr>
          <a:xfrm>
            <a:off x="3763967" y="5580967"/>
            <a:ext cx="4664400" cy="53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23723244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10"/>
        <p:cNvGrpSpPr/>
        <p:nvPr/>
      </p:nvGrpSpPr>
      <p:grpSpPr>
        <a:xfrm>
          <a:off x="0" y="0"/>
          <a:ext cx="0" cy="0"/>
          <a:chOff x="0" y="0"/>
          <a:chExt cx="0" cy="0"/>
        </a:xfrm>
      </p:grpSpPr>
      <p:sp>
        <p:nvSpPr>
          <p:cNvPr id="111" name="Google Shape;111;p21"/>
          <p:cNvSpPr txBox="1">
            <a:spLocks noGrp="1"/>
          </p:cNvSpPr>
          <p:nvPr>
            <p:ph type="subTitle" idx="1"/>
          </p:nvPr>
        </p:nvSpPr>
        <p:spPr>
          <a:xfrm>
            <a:off x="3763884" y="1938096"/>
            <a:ext cx="4664400" cy="53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533">
                <a:latin typeface="Changa One"/>
                <a:ea typeface="Changa One"/>
                <a:cs typeface="Changa One"/>
                <a:sym typeface="Chang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12" name="Google Shape;112;p21"/>
          <p:cNvSpPr txBox="1">
            <a:spLocks noGrp="1"/>
          </p:cNvSpPr>
          <p:nvPr>
            <p:ph type="subTitle" idx="2"/>
          </p:nvPr>
        </p:nvSpPr>
        <p:spPr>
          <a:xfrm>
            <a:off x="3530600" y="2533767"/>
            <a:ext cx="5130800" cy="101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13" name="Google Shape;113;p21"/>
          <p:cNvSpPr txBox="1"/>
          <p:nvPr/>
        </p:nvSpPr>
        <p:spPr>
          <a:xfrm>
            <a:off x="3530600" y="4552567"/>
            <a:ext cx="5130800" cy="10188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 sz="1733" b="1">
                <a:solidFill>
                  <a:schemeClr val="accent6"/>
                </a:solidFill>
                <a:latin typeface="Montserrat"/>
                <a:ea typeface="Montserrat"/>
                <a:cs typeface="Montserrat"/>
                <a:sym typeface="Montserrat"/>
              </a:rPr>
              <a:t>CREDITS</a:t>
            </a:r>
            <a:r>
              <a:rPr lang="en" sz="1733">
                <a:solidFill>
                  <a:schemeClr val="accent6"/>
                </a:solidFill>
                <a:latin typeface="Montserrat"/>
                <a:ea typeface="Montserrat"/>
                <a:cs typeface="Montserrat"/>
                <a:sym typeface="Montserrat"/>
              </a:rPr>
              <a:t>: This presentation template was created by </a:t>
            </a:r>
            <a:r>
              <a:rPr lang="en" sz="1733" b="1">
                <a:solidFill>
                  <a:schemeClr val="accent6"/>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733">
                <a:solidFill>
                  <a:schemeClr val="accent6"/>
                </a:solidFill>
                <a:latin typeface="Montserrat"/>
                <a:ea typeface="Montserrat"/>
                <a:cs typeface="Montserrat"/>
                <a:sym typeface="Montserrat"/>
              </a:rPr>
              <a:t>, including icons by </a:t>
            </a:r>
            <a:r>
              <a:rPr lang="en" sz="1733" b="1">
                <a:solidFill>
                  <a:schemeClr val="accent6"/>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733">
                <a:solidFill>
                  <a:schemeClr val="accent6"/>
                </a:solidFill>
                <a:latin typeface="Montserrat"/>
                <a:ea typeface="Montserrat"/>
                <a:cs typeface="Montserrat"/>
                <a:sym typeface="Montserrat"/>
              </a:rPr>
              <a:t>, infographics &amp; images by </a:t>
            </a:r>
            <a:r>
              <a:rPr lang="en" sz="1733" b="1">
                <a:solidFill>
                  <a:schemeClr val="accent6"/>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r>
              <a:rPr lang="en" sz="1733">
                <a:solidFill>
                  <a:schemeClr val="accent6"/>
                </a:solidFill>
                <a:latin typeface="Montserrat"/>
                <a:ea typeface="Montserrat"/>
                <a:cs typeface="Montserrat"/>
                <a:sym typeface="Montserrat"/>
              </a:rPr>
              <a:t>.</a:t>
            </a:r>
            <a:endParaRPr sz="1733">
              <a:solidFill>
                <a:schemeClr val="accent6"/>
              </a:solidFill>
              <a:latin typeface="Montserrat"/>
              <a:ea typeface="Montserrat"/>
              <a:cs typeface="Montserrat"/>
              <a:sym typeface="Montserrat"/>
            </a:endParaRPr>
          </a:p>
          <a:p>
            <a:pPr marL="0" lvl="0" indent="0" algn="ctr" rtl="0">
              <a:spcBef>
                <a:spcPts val="0"/>
              </a:spcBef>
              <a:spcAft>
                <a:spcPts val="0"/>
              </a:spcAft>
              <a:buClr>
                <a:schemeClr val="dk1"/>
              </a:buClr>
              <a:buSzPts val="1100"/>
              <a:buFont typeface="Arial"/>
              <a:buNone/>
            </a:pPr>
            <a:endParaRPr sz="2400">
              <a:solidFill>
                <a:schemeClr val="accent3"/>
              </a:solidFill>
              <a:latin typeface="Montserrat"/>
              <a:ea typeface="Montserrat"/>
              <a:cs typeface="Montserrat"/>
              <a:sym typeface="Montserrat"/>
            </a:endParaRPr>
          </a:p>
        </p:txBody>
      </p:sp>
      <p:sp>
        <p:nvSpPr>
          <p:cNvPr id="114" name="Google Shape;114;p21"/>
          <p:cNvSpPr txBox="1">
            <a:spLocks noGrp="1"/>
          </p:cNvSpPr>
          <p:nvPr>
            <p:ph type="title"/>
          </p:nvPr>
        </p:nvSpPr>
        <p:spPr>
          <a:xfrm>
            <a:off x="3613733" y="723900"/>
            <a:ext cx="4864000" cy="1079600"/>
          </a:xfrm>
          <a:prstGeom prst="rect">
            <a:avLst/>
          </a:prstGeom>
        </p:spPr>
        <p:txBody>
          <a:bodyPr spcFirstLastPara="1" wrap="square" lIns="91425" tIns="91425" rIns="91425" bIns="91425" anchor="ctr" anchorCtr="0">
            <a:noAutofit/>
          </a:bodyPr>
          <a:lstStyle>
            <a:lvl1pPr lvl="0">
              <a:spcBef>
                <a:spcPts val="0"/>
              </a:spcBef>
              <a:spcAft>
                <a:spcPts val="0"/>
              </a:spcAft>
              <a:buSzPts val="1600"/>
              <a:buNone/>
              <a:defRPr sz="9066">
                <a:solidFill>
                  <a:schemeClr val="accent6"/>
                </a:solidFill>
              </a:defRPr>
            </a:lvl1pPr>
            <a:lvl2pPr lvl="1">
              <a:spcBef>
                <a:spcPts val="0"/>
              </a:spcBef>
              <a:spcAft>
                <a:spcPts val="0"/>
              </a:spcAft>
              <a:buSzPts val="3300"/>
              <a:buNone/>
              <a:defRPr>
                <a:latin typeface="Montserrat"/>
                <a:ea typeface="Montserrat"/>
                <a:cs typeface="Montserrat"/>
                <a:sym typeface="Montserrat"/>
              </a:defRPr>
            </a:lvl2pPr>
            <a:lvl3pPr lvl="2">
              <a:spcBef>
                <a:spcPts val="0"/>
              </a:spcBef>
              <a:spcAft>
                <a:spcPts val="0"/>
              </a:spcAft>
              <a:buSzPts val="3300"/>
              <a:buNone/>
              <a:defRPr>
                <a:latin typeface="Montserrat"/>
                <a:ea typeface="Montserrat"/>
                <a:cs typeface="Montserrat"/>
                <a:sym typeface="Montserrat"/>
              </a:defRPr>
            </a:lvl3pPr>
            <a:lvl4pPr lvl="3">
              <a:spcBef>
                <a:spcPts val="0"/>
              </a:spcBef>
              <a:spcAft>
                <a:spcPts val="0"/>
              </a:spcAft>
              <a:buSzPts val="3300"/>
              <a:buNone/>
              <a:defRPr>
                <a:latin typeface="Montserrat"/>
                <a:ea typeface="Montserrat"/>
                <a:cs typeface="Montserrat"/>
                <a:sym typeface="Montserrat"/>
              </a:defRPr>
            </a:lvl4pPr>
            <a:lvl5pPr lvl="4">
              <a:spcBef>
                <a:spcPts val="0"/>
              </a:spcBef>
              <a:spcAft>
                <a:spcPts val="0"/>
              </a:spcAft>
              <a:buSzPts val="3300"/>
              <a:buNone/>
              <a:defRPr>
                <a:latin typeface="Montserrat"/>
                <a:ea typeface="Montserrat"/>
                <a:cs typeface="Montserrat"/>
                <a:sym typeface="Montserrat"/>
              </a:defRPr>
            </a:lvl5pPr>
            <a:lvl6pPr lvl="5">
              <a:spcBef>
                <a:spcPts val="0"/>
              </a:spcBef>
              <a:spcAft>
                <a:spcPts val="0"/>
              </a:spcAft>
              <a:buSzPts val="3300"/>
              <a:buNone/>
              <a:defRPr>
                <a:latin typeface="Montserrat"/>
                <a:ea typeface="Montserrat"/>
                <a:cs typeface="Montserrat"/>
                <a:sym typeface="Montserrat"/>
              </a:defRPr>
            </a:lvl6pPr>
            <a:lvl7pPr lvl="6">
              <a:spcBef>
                <a:spcPts val="0"/>
              </a:spcBef>
              <a:spcAft>
                <a:spcPts val="0"/>
              </a:spcAft>
              <a:buSzPts val="3300"/>
              <a:buNone/>
              <a:defRPr>
                <a:latin typeface="Montserrat"/>
                <a:ea typeface="Montserrat"/>
                <a:cs typeface="Montserrat"/>
                <a:sym typeface="Montserrat"/>
              </a:defRPr>
            </a:lvl7pPr>
            <a:lvl8pPr lvl="7">
              <a:spcBef>
                <a:spcPts val="0"/>
              </a:spcBef>
              <a:spcAft>
                <a:spcPts val="0"/>
              </a:spcAft>
              <a:buSzPts val="3300"/>
              <a:buNone/>
              <a:defRPr>
                <a:latin typeface="Montserrat"/>
                <a:ea typeface="Montserrat"/>
                <a:cs typeface="Montserrat"/>
                <a:sym typeface="Montserrat"/>
              </a:defRPr>
            </a:lvl8pPr>
            <a:lvl9pPr lvl="8">
              <a:spcBef>
                <a:spcPts val="0"/>
              </a:spcBef>
              <a:spcAft>
                <a:spcPts val="0"/>
              </a:spcAft>
              <a:buSzPts val="3300"/>
              <a:buNone/>
              <a:defRPr>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38525794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3622000" y="4353167"/>
            <a:ext cx="4948000" cy="525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467">
                <a:solidFill>
                  <a:schemeClr val="accent6"/>
                </a:solidFill>
              </a:defRPr>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17" name="Google Shape;117;p22"/>
          <p:cNvSpPr txBox="1">
            <a:spLocks noGrp="1"/>
          </p:cNvSpPr>
          <p:nvPr>
            <p:ph type="subTitle" idx="1"/>
          </p:nvPr>
        </p:nvSpPr>
        <p:spPr>
          <a:xfrm>
            <a:off x="2857600" y="1979633"/>
            <a:ext cx="6476800" cy="2283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3200">
                <a:solidFill>
                  <a:schemeClr val="accent6"/>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486917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2 ">
  <p:cSld name="Background 2 ">
    <p:spTree>
      <p:nvGrpSpPr>
        <p:cNvPr id="1" name="Shape 119"/>
        <p:cNvGrpSpPr/>
        <p:nvPr/>
      </p:nvGrpSpPr>
      <p:grpSpPr>
        <a:xfrm>
          <a:off x="0" y="0"/>
          <a:ext cx="0" cy="0"/>
          <a:chOff x="0" y="0"/>
          <a:chExt cx="0" cy="0"/>
        </a:xfrm>
      </p:grpSpPr>
    </p:spTree>
    <p:extLst>
      <p:ext uri="{BB962C8B-B14F-4D97-AF65-F5344CB8AC3E}">
        <p14:creationId xmlns:p14="http://schemas.microsoft.com/office/powerpoint/2010/main" val="205951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57715E-2FB9-4012-85C9-F675D021A4BB}" type="datetimeFigureOut">
              <a:rPr lang="en-IN" smtClean="0"/>
              <a:t>18-06-2025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0298F5-E920-487C-A405-3F5C587073B4}" type="slidenum">
              <a:rPr lang="en-IN" smtClean="0"/>
              <a:t>‹#›</a:t>
            </a:fld>
            <a:endParaRPr lang="en-IN"/>
          </a:p>
        </p:txBody>
      </p:sp>
    </p:spTree>
    <p:extLst>
      <p:ext uri="{BB962C8B-B14F-4D97-AF65-F5344CB8AC3E}">
        <p14:creationId xmlns:p14="http://schemas.microsoft.com/office/powerpoint/2010/main" val="2160100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04533" y="593367"/>
            <a:ext cx="9982800" cy="7636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1600"/>
              <a:buFont typeface="Fira Sans Extra Condensed SemiBold"/>
              <a:buNone/>
              <a:defRPr sz="1600">
                <a:solidFill>
                  <a:schemeClr val="dk1"/>
                </a:solidFill>
                <a:latin typeface="Fira Sans Extra Condensed SemiBold"/>
                <a:ea typeface="Fira Sans Extra Condensed SemiBold"/>
                <a:cs typeface="Fira Sans Extra Condensed SemiBold"/>
                <a:sym typeface="Fira Sans Extra Condensed SemiBold"/>
              </a:defRPr>
            </a:lvl1pPr>
            <a:lvl2pPr lvl="1" algn="ctr">
              <a:spcBef>
                <a:spcPts val="0"/>
              </a:spcBef>
              <a:spcAft>
                <a:spcPts val="0"/>
              </a:spcAft>
              <a:buClr>
                <a:schemeClr val="dk1"/>
              </a:buClr>
              <a:buSzPts val="3300"/>
              <a:buFont typeface="Abel"/>
              <a:buNone/>
              <a:defRPr sz="3300">
                <a:solidFill>
                  <a:schemeClr val="dk1"/>
                </a:solidFill>
                <a:latin typeface="Abel"/>
                <a:ea typeface="Abel"/>
                <a:cs typeface="Abel"/>
                <a:sym typeface="Abel"/>
              </a:defRPr>
            </a:lvl2pPr>
            <a:lvl3pPr lvl="2" algn="ctr">
              <a:spcBef>
                <a:spcPts val="0"/>
              </a:spcBef>
              <a:spcAft>
                <a:spcPts val="0"/>
              </a:spcAft>
              <a:buClr>
                <a:schemeClr val="dk1"/>
              </a:buClr>
              <a:buSzPts val="3300"/>
              <a:buFont typeface="Abel"/>
              <a:buNone/>
              <a:defRPr sz="3300">
                <a:solidFill>
                  <a:schemeClr val="dk1"/>
                </a:solidFill>
                <a:latin typeface="Abel"/>
                <a:ea typeface="Abel"/>
                <a:cs typeface="Abel"/>
                <a:sym typeface="Abel"/>
              </a:defRPr>
            </a:lvl3pPr>
            <a:lvl4pPr lvl="3" algn="ctr">
              <a:spcBef>
                <a:spcPts val="0"/>
              </a:spcBef>
              <a:spcAft>
                <a:spcPts val="0"/>
              </a:spcAft>
              <a:buClr>
                <a:schemeClr val="dk1"/>
              </a:buClr>
              <a:buSzPts val="3300"/>
              <a:buFont typeface="Abel"/>
              <a:buNone/>
              <a:defRPr sz="3300">
                <a:solidFill>
                  <a:schemeClr val="dk1"/>
                </a:solidFill>
                <a:latin typeface="Abel"/>
                <a:ea typeface="Abel"/>
                <a:cs typeface="Abel"/>
                <a:sym typeface="Abel"/>
              </a:defRPr>
            </a:lvl4pPr>
            <a:lvl5pPr lvl="4" algn="ctr">
              <a:spcBef>
                <a:spcPts val="0"/>
              </a:spcBef>
              <a:spcAft>
                <a:spcPts val="0"/>
              </a:spcAft>
              <a:buClr>
                <a:schemeClr val="dk1"/>
              </a:buClr>
              <a:buSzPts val="3300"/>
              <a:buFont typeface="Abel"/>
              <a:buNone/>
              <a:defRPr sz="3300">
                <a:solidFill>
                  <a:schemeClr val="dk1"/>
                </a:solidFill>
                <a:latin typeface="Abel"/>
                <a:ea typeface="Abel"/>
                <a:cs typeface="Abel"/>
                <a:sym typeface="Abel"/>
              </a:defRPr>
            </a:lvl5pPr>
            <a:lvl6pPr lvl="5" algn="ctr">
              <a:spcBef>
                <a:spcPts val="0"/>
              </a:spcBef>
              <a:spcAft>
                <a:spcPts val="0"/>
              </a:spcAft>
              <a:buClr>
                <a:schemeClr val="dk1"/>
              </a:buClr>
              <a:buSzPts val="3300"/>
              <a:buFont typeface="Abel"/>
              <a:buNone/>
              <a:defRPr sz="3300">
                <a:solidFill>
                  <a:schemeClr val="dk1"/>
                </a:solidFill>
                <a:latin typeface="Abel"/>
                <a:ea typeface="Abel"/>
                <a:cs typeface="Abel"/>
                <a:sym typeface="Abel"/>
              </a:defRPr>
            </a:lvl6pPr>
            <a:lvl7pPr lvl="6" algn="ctr">
              <a:spcBef>
                <a:spcPts val="0"/>
              </a:spcBef>
              <a:spcAft>
                <a:spcPts val="0"/>
              </a:spcAft>
              <a:buClr>
                <a:schemeClr val="dk1"/>
              </a:buClr>
              <a:buSzPts val="3300"/>
              <a:buFont typeface="Abel"/>
              <a:buNone/>
              <a:defRPr sz="3300">
                <a:solidFill>
                  <a:schemeClr val="dk1"/>
                </a:solidFill>
                <a:latin typeface="Abel"/>
                <a:ea typeface="Abel"/>
                <a:cs typeface="Abel"/>
                <a:sym typeface="Abel"/>
              </a:defRPr>
            </a:lvl7pPr>
            <a:lvl8pPr lvl="7" algn="ctr">
              <a:spcBef>
                <a:spcPts val="0"/>
              </a:spcBef>
              <a:spcAft>
                <a:spcPts val="0"/>
              </a:spcAft>
              <a:buClr>
                <a:schemeClr val="dk1"/>
              </a:buClr>
              <a:buSzPts val="3300"/>
              <a:buFont typeface="Abel"/>
              <a:buNone/>
              <a:defRPr sz="3300">
                <a:solidFill>
                  <a:schemeClr val="dk1"/>
                </a:solidFill>
                <a:latin typeface="Abel"/>
                <a:ea typeface="Abel"/>
                <a:cs typeface="Abel"/>
                <a:sym typeface="Abel"/>
              </a:defRPr>
            </a:lvl8pPr>
            <a:lvl9pPr lvl="8" algn="ctr">
              <a:spcBef>
                <a:spcPts val="0"/>
              </a:spcBef>
              <a:spcAft>
                <a:spcPts val="0"/>
              </a:spcAft>
              <a:buClr>
                <a:schemeClr val="dk1"/>
              </a:buClr>
              <a:buSzPts val="3300"/>
              <a:buFont typeface="Abel"/>
              <a:buNone/>
              <a:defRPr sz="3300">
                <a:solidFill>
                  <a:schemeClr val="dk1"/>
                </a:solidFill>
                <a:latin typeface="Abel"/>
                <a:ea typeface="Abel"/>
                <a:cs typeface="Abel"/>
                <a:sym typeface="Abel"/>
              </a:defRPr>
            </a:lvl9pPr>
          </a:lstStyle>
          <a:p>
            <a:endParaRPr/>
          </a:p>
        </p:txBody>
      </p:sp>
      <p:sp>
        <p:nvSpPr>
          <p:cNvPr id="7" name="Google Shape;7;p1"/>
          <p:cNvSpPr txBox="1">
            <a:spLocks noGrp="1"/>
          </p:cNvSpPr>
          <p:nvPr>
            <p:ph type="body" idx="1"/>
          </p:nvPr>
        </p:nvSpPr>
        <p:spPr>
          <a:xfrm>
            <a:off x="1104533" y="2411433"/>
            <a:ext cx="9982800" cy="3680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extLst>
      <p:ext uri="{BB962C8B-B14F-4D97-AF65-F5344CB8AC3E}">
        <p14:creationId xmlns:p14="http://schemas.microsoft.com/office/powerpoint/2010/main" val="895029119"/>
      </p:ext>
    </p:extLst>
  </p:cSld>
  <p:clrMap bg1="lt1" tx1="dk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7"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ocs.google.com/spreadsheets/d/1zapXJAfSHarW4pbEz8JormpYiHax10SHKZqd79hMsU8/copy"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9" name="Google Shape;1734;p60">
            <a:extLst>
              <a:ext uri="{FF2B5EF4-FFF2-40B4-BE49-F238E27FC236}">
                <a16:creationId xmlns:a16="http://schemas.microsoft.com/office/drawing/2014/main" id="{9512F561-6FCE-4BBA-36F3-10BB21BBA26B}"/>
              </a:ext>
            </a:extLst>
          </p:cNvPr>
          <p:cNvGrpSpPr/>
          <p:nvPr/>
        </p:nvGrpSpPr>
        <p:grpSpPr>
          <a:xfrm>
            <a:off x="8057479" y="3423179"/>
            <a:ext cx="3872752" cy="3004073"/>
            <a:chOff x="5379126" y="458806"/>
            <a:chExt cx="3125970" cy="2584885"/>
          </a:xfrm>
        </p:grpSpPr>
        <p:sp>
          <p:nvSpPr>
            <p:cNvPr id="250" name="Google Shape;1735;p60">
              <a:extLst>
                <a:ext uri="{FF2B5EF4-FFF2-40B4-BE49-F238E27FC236}">
                  <a16:creationId xmlns:a16="http://schemas.microsoft.com/office/drawing/2014/main" id="{6535D836-0550-ACD2-E59C-1F2929063C97}"/>
                </a:ext>
              </a:extLst>
            </p:cNvPr>
            <p:cNvSpPr/>
            <p:nvPr/>
          </p:nvSpPr>
          <p:spPr>
            <a:xfrm>
              <a:off x="5379126" y="2861196"/>
              <a:ext cx="3125970" cy="182495"/>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CCCCC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1736;p60">
              <a:extLst>
                <a:ext uri="{FF2B5EF4-FFF2-40B4-BE49-F238E27FC236}">
                  <a16:creationId xmlns:a16="http://schemas.microsoft.com/office/drawing/2014/main" id="{FEFC893A-4F29-BB05-9ECA-E4508DB69F96}"/>
                </a:ext>
              </a:extLst>
            </p:cNvPr>
            <p:cNvSpPr/>
            <p:nvPr/>
          </p:nvSpPr>
          <p:spPr>
            <a:xfrm>
              <a:off x="5624150" y="2777375"/>
              <a:ext cx="845395" cy="148976"/>
            </a:xfrm>
            <a:custGeom>
              <a:avLst/>
              <a:gdLst/>
              <a:ahLst/>
              <a:cxnLst/>
              <a:rect l="l" t="t" r="r" b="b"/>
              <a:pathLst>
                <a:path w="40964" h="7706" extrusionOk="0">
                  <a:moveTo>
                    <a:pt x="1" y="0"/>
                  </a:moveTo>
                  <a:lnTo>
                    <a:pt x="1" y="7706"/>
                  </a:lnTo>
                  <a:lnTo>
                    <a:pt x="40963" y="7706"/>
                  </a:lnTo>
                  <a:lnTo>
                    <a:pt x="40963"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 name="Google Shape;1737;p60">
              <a:extLst>
                <a:ext uri="{FF2B5EF4-FFF2-40B4-BE49-F238E27FC236}">
                  <a16:creationId xmlns:a16="http://schemas.microsoft.com/office/drawing/2014/main" id="{E7C72F16-BF99-E732-3E1B-5C3C787EDA0D}"/>
                </a:ext>
              </a:extLst>
            </p:cNvPr>
            <p:cNvSpPr/>
            <p:nvPr/>
          </p:nvSpPr>
          <p:spPr>
            <a:xfrm>
              <a:off x="5677658" y="2777381"/>
              <a:ext cx="791834" cy="16778"/>
            </a:xfrm>
            <a:custGeom>
              <a:avLst/>
              <a:gdLst/>
              <a:ahLst/>
              <a:cxnLst/>
              <a:rect l="l" t="t" r="r" b="b"/>
              <a:pathLst>
                <a:path w="40964" h="868" extrusionOk="0">
                  <a:moveTo>
                    <a:pt x="1" y="0"/>
                  </a:moveTo>
                  <a:lnTo>
                    <a:pt x="1" y="868"/>
                  </a:lnTo>
                  <a:lnTo>
                    <a:pt x="40963" y="868"/>
                  </a:lnTo>
                  <a:lnTo>
                    <a:pt x="40963"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1738;p60">
              <a:extLst>
                <a:ext uri="{FF2B5EF4-FFF2-40B4-BE49-F238E27FC236}">
                  <a16:creationId xmlns:a16="http://schemas.microsoft.com/office/drawing/2014/main" id="{A6EA1973-E641-4B1E-FCB1-BAA4061B24D5}"/>
                </a:ext>
              </a:extLst>
            </p:cNvPr>
            <p:cNvSpPr/>
            <p:nvPr/>
          </p:nvSpPr>
          <p:spPr>
            <a:xfrm>
              <a:off x="5807266" y="2777381"/>
              <a:ext cx="31624" cy="148957"/>
            </a:xfrm>
            <a:custGeom>
              <a:avLst/>
              <a:gdLst/>
              <a:ahLst/>
              <a:cxnLst/>
              <a:rect l="l" t="t" r="r" b="b"/>
              <a:pathLst>
                <a:path w="1636" h="7706" extrusionOk="0">
                  <a:moveTo>
                    <a:pt x="1" y="0"/>
                  </a:moveTo>
                  <a:lnTo>
                    <a:pt x="1"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1739;p60">
              <a:extLst>
                <a:ext uri="{FF2B5EF4-FFF2-40B4-BE49-F238E27FC236}">
                  <a16:creationId xmlns:a16="http://schemas.microsoft.com/office/drawing/2014/main" id="{3C0755C0-CA40-2530-AA07-ABDB22B2D6C5}"/>
                </a:ext>
              </a:extLst>
            </p:cNvPr>
            <p:cNvSpPr/>
            <p:nvPr/>
          </p:nvSpPr>
          <p:spPr>
            <a:xfrm>
              <a:off x="5878845" y="2777381"/>
              <a:ext cx="31605" cy="148957"/>
            </a:xfrm>
            <a:custGeom>
              <a:avLst/>
              <a:gdLst/>
              <a:ahLst/>
              <a:cxnLst/>
              <a:rect l="l" t="t" r="r" b="b"/>
              <a:pathLst>
                <a:path w="1635" h="7706" extrusionOk="0">
                  <a:moveTo>
                    <a:pt x="0" y="0"/>
                  </a:moveTo>
                  <a:lnTo>
                    <a:pt x="0"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 name="Google Shape;1740;p60">
              <a:extLst>
                <a:ext uri="{FF2B5EF4-FFF2-40B4-BE49-F238E27FC236}">
                  <a16:creationId xmlns:a16="http://schemas.microsoft.com/office/drawing/2014/main" id="{1C29BB95-FECD-1452-0908-7DFC1D1C4807}"/>
                </a:ext>
              </a:extLst>
            </p:cNvPr>
            <p:cNvSpPr/>
            <p:nvPr/>
          </p:nvSpPr>
          <p:spPr>
            <a:xfrm>
              <a:off x="5950404" y="2777381"/>
              <a:ext cx="31624" cy="148957"/>
            </a:xfrm>
            <a:custGeom>
              <a:avLst/>
              <a:gdLst/>
              <a:ahLst/>
              <a:cxnLst/>
              <a:rect l="l" t="t" r="r" b="b"/>
              <a:pathLst>
                <a:path w="1636" h="7706" extrusionOk="0">
                  <a:moveTo>
                    <a:pt x="1" y="0"/>
                  </a:moveTo>
                  <a:lnTo>
                    <a:pt x="1"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 name="Google Shape;1741;p60">
              <a:extLst>
                <a:ext uri="{FF2B5EF4-FFF2-40B4-BE49-F238E27FC236}">
                  <a16:creationId xmlns:a16="http://schemas.microsoft.com/office/drawing/2014/main" id="{41EC9FF2-8E99-C965-B0FC-CB2BB3B76C6B}"/>
                </a:ext>
              </a:extLst>
            </p:cNvPr>
            <p:cNvSpPr/>
            <p:nvPr/>
          </p:nvSpPr>
          <p:spPr>
            <a:xfrm>
              <a:off x="6021983" y="2777381"/>
              <a:ext cx="31605" cy="148957"/>
            </a:xfrm>
            <a:custGeom>
              <a:avLst/>
              <a:gdLst/>
              <a:ahLst/>
              <a:cxnLst/>
              <a:rect l="l" t="t" r="r" b="b"/>
              <a:pathLst>
                <a:path w="1635" h="7706" extrusionOk="0">
                  <a:moveTo>
                    <a:pt x="0" y="0"/>
                  </a:moveTo>
                  <a:lnTo>
                    <a:pt x="0"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 name="Google Shape;1742;p60">
              <a:extLst>
                <a:ext uri="{FF2B5EF4-FFF2-40B4-BE49-F238E27FC236}">
                  <a16:creationId xmlns:a16="http://schemas.microsoft.com/office/drawing/2014/main" id="{2BD25DAF-0FA5-4784-05ED-D3B8D816F7BE}"/>
                </a:ext>
              </a:extLst>
            </p:cNvPr>
            <p:cNvSpPr/>
            <p:nvPr/>
          </p:nvSpPr>
          <p:spPr>
            <a:xfrm>
              <a:off x="6093562" y="2777381"/>
              <a:ext cx="31605" cy="148957"/>
            </a:xfrm>
            <a:custGeom>
              <a:avLst/>
              <a:gdLst/>
              <a:ahLst/>
              <a:cxnLst/>
              <a:rect l="l" t="t" r="r" b="b"/>
              <a:pathLst>
                <a:path w="1635" h="7706" extrusionOk="0">
                  <a:moveTo>
                    <a:pt x="0" y="0"/>
                  </a:moveTo>
                  <a:lnTo>
                    <a:pt x="0"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 name="Google Shape;1743;p60">
              <a:extLst>
                <a:ext uri="{FF2B5EF4-FFF2-40B4-BE49-F238E27FC236}">
                  <a16:creationId xmlns:a16="http://schemas.microsoft.com/office/drawing/2014/main" id="{C1F88D91-A559-98FB-47F0-71BA31E72283}"/>
                </a:ext>
              </a:extLst>
            </p:cNvPr>
            <p:cNvSpPr/>
            <p:nvPr/>
          </p:nvSpPr>
          <p:spPr>
            <a:xfrm>
              <a:off x="6165122" y="2777381"/>
              <a:ext cx="31624" cy="148957"/>
            </a:xfrm>
            <a:custGeom>
              <a:avLst/>
              <a:gdLst/>
              <a:ahLst/>
              <a:cxnLst/>
              <a:rect l="l" t="t" r="r" b="b"/>
              <a:pathLst>
                <a:path w="1636" h="7706" extrusionOk="0">
                  <a:moveTo>
                    <a:pt x="1" y="0"/>
                  </a:moveTo>
                  <a:lnTo>
                    <a:pt x="1"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 name="Google Shape;1744;p60">
              <a:extLst>
                <a:ext uri="{FF2B5EF4-FFF2-40B4-BE49-F238E27FC236}">
                  <a16:creationId xmlns:a16="http://schemas.microsoft.com/office/drawing/2014/main" id="{BE805ACA-EAC7-3EE8-E384-639C6246AC92}"/>
                </a:ext>
              </a:extLst>
            </p:cNvPr>
            <p:cNvSpPr/>
            <p:nvPr/>
          </p:nvSpPr>
          <p:spPr>
            <a:xfrm>
              <a:off x="6237339" y="2777381"/>
              <a:ext cx="30967" cy="148957"/>
            </a:xfrm>
            <a:custGeom>
              <a:avLst/>
              <a:gdLst/>
              <a:ahLst/>
              <a:cxnLst/>
              <a:rect l="l" t="t" r="r" b="b"/>
              <a:pathLst>
                <a:path w="1602" h="7706" extrusionOk="0">
                  <a:moveTo>
                    <a:pt x="1" y="0"/>
                  </a:moveTo>
                  <a:lnTo>
                    <a:pt x="1" y="7706"/>
                  </a:lnTo>
                  <a:lnTo>
                    <a:pt x="1602" y="7706"/>
                  </a:lnTo>
                  <a:lnTo>
                    <a:pt x="1602"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 name="Google Shape;1745;p60">
              <a:extLst>
                <a:ext uri="{FF2B5EF4-FFF2-40B4-BE49-F238E27FC236}">
                  <a16:creationId xmlns:a16="http://schemas.microsoft.com/office/drawing/2014/main" id="{FFE97E03-D88B-0961-728B-D6FABEAE186E}"/>
                </a:ext>
              </a:extLst>
            </p:cNvPr>
            <p:cNvSpPr/>
            <p:nvPr/>
          </p:nvSpPr>
          <p:spPr>
            <a:xfrm>
              <a:off x="6308918" y="2777381"/>
              <a:ext cx="30967" cy="148957"/>
            </a:xfrm>
            <a:custGeom>
              <a:avLst/>
              <a:gdLst/>
              <a:ahLst/>
              <a:cxnLst/>
              <a:rect l="l" t="t" r="r" b="b"/>
              <a:pathLst>
                <a:path w="1602" h="7706" extrusionOk="0">
                  <a:moveTo>
                    <a:pt x="0" y="0"/>
                  </a:moveTo>
                  <a:lnTo>
                    <a:pt x="0" y="7706"/>
                  </a:lnTo>
                  <a:lnTo>
                    <a:pt x="1602" y="7706"/>
                  </a:lnTo>
                  <a:lnTo>
                    <a:pt x="1602"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 name="Google Shape;1746;p60">
              <a:extLst>
                <a:ext uri="{FF2B5EF4-FFF2-40B4-BE49-F238E27FC236}">
                  <a16:creationId xmlns:a16="http://schemas.microsoft.com/office/drawing/2014/main" id="{3E9E4C7D-A343-B316-FA8D-6B34E4D1F350}"/>
                </a:ext>
              </a:extLst>
            </p:cNvPr>
            <p:cNvSpPr/>
            <p:nvPr/>
          </p:nvSpPr>
          <p:spPr>
            <a:xfrm>
              <a:off x="6380497" y="2777381"/>
              <a:ext cx="30967" cy="148957"/>
            </a:xfrm>
            <a:custGeom>
              <a:avLst/>
              <a:gdLst/>
              <a:ahLst/>
              <a:cxnLst/>
              <a:rect l="l" t="t" r="r" b="b"/>
              <a:pathLst>
                <a:path w="1602" h="7706" extrusionOk="0">
                  <a:moveTo>
                    <a:pt x="0" y="0"/>
                  </a:moveTo>
                  <a:lnTo>
                    <a:pt x="0" y="7706"/>
                  </a:lnTo>
                  <a:lnTo>
                    <a:pt x="1601" y="7706"/>
                  </a:lnTo>
                  <a:lnTo>
                    <a:pt x="1601"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1747;p60">
              <a:extLst>
                <a:ext uri="{FF2B5EF4-FFF2-40B4-BE49-F238E27FC236}">
                  <a16:creationId xmlns:a16="http://schemas.microsoft.com/office/drawing/2014/main" id="{510D9A91-60DD-B399-DFB1-7BA7C28AA679}"/>
                </a:ext>
              </a:extLst>
            </p:cNvPr>
            <p:cNvSpPr/>
            <p:nvPr/>
          </p:nvSpPr>
          <p:spPr>
            <a:xfrm>
              <a:off x="5646073" y="2628424"/>
              <a:ext cx="791177" cy="148976"/>
            </a:xfrm>
            <a:custGeom>
              <a:avLst/>
              <a:gdLst/>
              <a:ahLst/>
              <a:cxnLst/>
              <a:rect l="l" t="t" r="r" b="b"/>
              <a:pathLst>
                <a:path w="40930" h="7707" extrusionOk="0">
                  <a:moveTo>
                    <a:pt x="0" y="1"/>
                  </a:moveTo>
                  <a:lnTo>
                    <a:pt x="0" y="7706"/>
                  </a:lnTo>
                  <a:lnTo>
                    <a:pt x="40929" y="7706"/>
                  </a:lnTo>
                  <a:lnTo>
                    <a:pt x="40929"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 name="Google Shape;1748;p60">
              <a:extLst>
                <a:ext uri="{FF2B5EF4-FFF2-40B4-BE49-F238E27FC236}">
                  <a16:creationId xmlns:a16="http://schemas.microsoft.com/office/drawing/2014/main" id="{61FC791D-D118-2AC3-BE14-8AA4E6459AF2}"/>
                </a:ext>
              </a:extLst>
            </p:cNvPr>
            <p:cNvSpPr/>
            <p:nvPr/>
          </p:nvSpPr>
          <p:spPr>
            <a:xfrm>
              <a:off x="5646073" y="2628424"/>
              <a:ext cx="791177" cy="16798"/>
            </a:xfrm>
            <a:custGeom>
              <a:avLst/>
              <a:gdLst/>
              <a:ahLst/>
              <a:cxnLst/>
              <a:rect l="l" t="t" r="r" b="b"/>
              <a:pathLst>
                <a:path w="40930" h="869" extrusionOk="0">
                  <a:moveTo>
                    <a:pt x="0" y="1"/>
                  </a:moveTo>
                  <a:lnTo>
                    <a:pt x="0" y="868"/>
                  </a:lnTo>
                  <a:lnTo>
                    <a:pt x="40929" y="868"/>
                  </a:lnTo>
                  <a:lnTo>
                    <a:pt x="40929"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1749;p60">
              <a:extLst>
                <a:ext uri="{FF2B5EF4-FFF2-40B4-BE49-F238E27FC236}">
                  <a16:creationId xmlns:a16="http://schemas.microsoft.com/office/drawing/2014/main" id="{F60368A0-5970-8118-2479-D28132248497}"/>
                </a:ext>
              </a:extLst>
            </p:cNvPr>
            <p:cNvSpPr/>
            <p:nvPr/>
          </p:nvSpPr>
          <p:spPr>
            <a:xfrm>
              <a:off x="5775023" y="2628424"/>
              <a:ext cx="31624" cy="148976"/>
            </a:xfrm>
            <a:custGeom>
              <a:avLst/>
              <a:gdLst/>
              <a:ahLst/>
              <a:cxnLst/>
              <a:rect l="l" t="t" r="r" b="b"/>
              <a:pathLst>
                <a:path w="1636" h="7707" extrusionOk="0">
                  <a:moveTo>
                    <a:pt x="1" y="1"/>
                  </a:moveTo>
                  <a:lnTo>
                    <a:pt x="1" y="7706"/>
                  </a:lnTo>
                  <a:lnTo>
                    <a:pt x="1635" y="7706"/>
                  </a:lnTo>
                  <a:lnTo>
                    <a:pt x="1635"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1750;p60">
              <a:extLst>
                <a:ext uri="{FF2B5EF4-FFF2-40B4-BE49-F238E27FC236}">
                  <a16:creationId xmlns:a16="http://schemas.microsoft.com/office/drawing/2014/main" id="{E33B32E6-215A-3104-3371-6BEAD398F93A}"/>
                </a:ext>
              </a:extLst>
            </p:cNvPr>
            <p:cNvSpPr/>
            <p:nvPr/>
          </p:nvSpPr>
          <p:spPr>
            <a:xfrm>
              <a:off x="5846602" y="2628424"/>
              <a:ext cx="31605" cy="148976"/>
            </a:xfrm>
            <a:custGeom>
              <a:avLst/>
              <a:gdLst/>
              <a:ahLst/>
              <a:cxnLst/>
              <a:rect l="l" t="t" r="r" b="b"/>
              <a:pathLst>
                <a:path w="1635" h="7707" extrusionOk="0">
                  <a:moveTo>
                    <a:pt x="0" y="1"/>
                  </a:moveTo>
                  <a:lnTo>
                    <a:pt x="0" y="7706"/>
                  </a:lnTo>
                  <a:lnTo>
                    <a:pt x="1635" y="7706"/>
                  </a:lnTo>
                  <a:lnTo>
                    <a:pt x="1635"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Google Shape;1751;p60">
              <a:extLst>
                <a:ext uri="{FF2B5EF4-FFF2-40B4-BE49-F238E27FC236}">
                  <a16:creationId xmlns:a16="http://schemas.microsoft.com/office/drawing/2014/main" id="{2BDBDEB4-3978-C5D5-AFEA-05A4A4F75134}"/>
                </a:ext>
              </a:extLst>
            </p:cNvPr>
            <p:cNvSpPr/>
            <p:nvPr/>
          </p:nvSpPr>
          <p:spPr>
            <a:xfrm>
              <a:off x="5918162" y="2628424"/>
              <a:ext cx="31624" cy="148976"/>
            </a:xfrm>
            <a:custGeom>
              <a:avLst/>
              <a:gdLst/>
              <a:ahLst/>
              <a:cxnLst/>
              <a:rect l="l" t="t" r="r" b="b"/>
              <a:pathLst>
                <a:path w="1636" h="7707" extrusionOk="0">
                  <a:moveTo>
                    <a:pt x="1" y="1"/>
                  </a:moveTo>
                  <a:lnTo>
                    <a:pt x="1" y="7706"/>
                  </a:lnTo>
                  <a:lnTo>
                    <a:pt x="1635" y="7706"/>
                  </a:lnTo>
                  <a:lnTo>
                    <a:pt x="1635"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Google Shape;1752;p60">
              <a:extLst>
                <a:ext uri="{FF2B5EF4-FFF2-40B4-BE49-F238E27FC236}">
                  <a16:creationId xmlns:a16="http://schemas.microsoft.com/office/drawing/2014/main" id="{C5F36C67-30A2-C1D0-FE1A-47DEB16D669C}"/>
                </a:ext>
              </a:extLst>
            </p:cNvPr>
            <p:cNvSpPr/>
            <p:nvPr/>
          </p:nvSpPr>
          <p:spPr>
            <a:xfrm>
              <a:off x="5990379" y="2628424"/>
              <a:ext cx="30986" cy="148976"/>
            </a:xfrm>
            <a:custGeom>
              <a:avLst/>
              <a:gdLst/>
              <a:ahLst/>
              <a:cxnLst/>
              <a:rect l="l" t="t" r="r" b="b"/>
              <a:pathLst>
                <a:path w="1603"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1753;p60">
              <a:extLst>
                <a:ext uri="{FF2B5EF4-FFF2-40B4-BE49-F238E27FC236}">
                  <a16:creationId xmlns:a16="http://schemas.microsoft.com/office/drawing/2014/main" id="{A8D3D4CC-F488-6B66-AB95-519A5E25E2C8}"/>
                </a:ext>
              </a:extLst>
            </p:cNvPr>
            <p:cNvSpPr/>
            <p:nvPr/>
          </p:nvSpPr>
          <p:spPr>
            <a:xfrm>
              <a:off x="6061320" y="2628424"/>
              <a:ext cx="31605" cy="148976"/>
            </a:xfrm>
            <a:custGeom>
              <a:avLst/>
              <a:gdLst/>
              <a:ahLst/>
              <a:cxnLst/>
              <a:rect l="l" t="t" r="r" b="b"/>
              <a:pathLst>
                <a:path w="1635" h="7707" extrusionOk="0">
                  <a:moveTo>
                    <a:pt x="0" y="1"/>
                  </a:moveTo>
                  <a:lnTo>
                    <a:pt x="0" y="7706"/>
                  </a:lnTo>
                  <a:lnTo>
                    <a:pt x="1635" y="7706"/>
                  </a:lnTo>
                  <a:lnTo>
                    <a:pt x="1635"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Google Shape;1754;p60">
              <a:extLst>
                <a:ext uri="{FF2B5EF4-FFF2-40B4-BE49-F238E27FC236}">
                  <a16:creationId xmlns:a16="http://schemas.microsoft.com/office/drawing/2014/main" id="{AF1E3704-F517-FAEB-C8E3-E7A08ADA405F}"/>
                </a:ext>
              </a:extLst>
            </p:cNvPr>
            <p:cNvSpPr/>
            <p:nvPr/>
          </p:nvSpPr>
          <p:spPr>
            <a:xfrm>
              <a:off x="6132880" y="2628424"/>
              <a:ext cx="31624" cy="148976"/>
            </a:xfrm>
            <a:custGeom>
              <a:avLst/>
              <a:gdLst/>
              <a:ahLst/>
              <a:cxnLst/>
              <a:rect l="l" t="t" r="r" b="b"/>
              <a:pathLst>
                <a:path w="1636" h="7707" extrusionOk="0">
                  <a:moveTo>
                    <a:pt x="1" y="1"/>
                  </a:moveTo>
                  <a:lnTo>
                    <a:pt x="1" y="7706"/>
                  </a:lnTo>
                  <a:lnTo>
                    <a:pt x="1635" y="7706"/>
                  </a:lnTo>
                  <a:lnTo>
                    <a:pt x="1635"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Google Shape;1755;p60">
              <a:extLst>
                <a:ext uri="{FF2B5EF4-FFF2-40B4-BE49-F238E27FC236}">
                  <a16:creationId xmlns:a16="http://schemas.microsoft.com/office/drawing/2014/main" id="{88554E8B-5A6A-1E4D-B3FE-4359AD5227BB}"/>
                </a:ext>
              </a:extLst>
            </p:cNvPr>
            <p:cNvSpPr/>
            <p:nvPr/>
          </p:nvSpPr>
          <p:spPr>
            <a:xfrm>
              <a:off x="6205097" y="2628424"/>
              <a:ext cx="30986" cy="148976"/>
            </a:xfrm>
            <a:custGeom>
              <a:avLst/>
              <a:gdLst/>
              <a:ahLst/>
              <a:cxnLst/>
              <a:rect l="l" t="t" r="r" b="b"/>
              <a:pathLst>
                <a:path w="1603"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1756;p60">
              <a:extLst>
                <a:ext uri="{FF2B5EF4-FFF2-40B4-BE49-F238E27FC236}">
                  <a16:creationId xmlns:a16="http://schemas.microsoft.com/office/drawing/2014/main" id="{BBC74801-7CCD-088B-7D09-405D40C6F35D}"/>
                </a:ext>
              </a:extLst>
            </p:cNvPr>
            <p:cNvSpPr/>
            <p:nvPr/>
          </p:nvSpPr>
          <p:spPr>
            <a:xfrm>
              <a:off x="6276676" y="2628424"/>
              <a:ext cx="30967" cy="148976"/>
            </a:xfrm>
            <a:custGeom>
              <a:avLst/>
              <a:gdLst/>
              <a:ahLst/>
              <a:cxnLst/>
              <a:rect l="l" t="t" r="r" b="b"/>
              <a:pathLst>
                <a:path w="1602"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 name="Google Shape;1757;p60">
              <a:extLst>
                <a:ext uri="{FF2B5EF4-FFF2-40B4-BE49-F238E27FC236}">
                  <a16:creationId xmlns:a16="http://schemas.microsoft.com/office/drawing/2014/main" id="{B56FB7B6-620E-EC36-0A0C-AF9F34D5671F}"/>
                </a:ext>
              </a:extLst>
            </p:cNvPr>
            <p:cNvSpPr/>
            <p:nvPr/>
          </p:nvSpPr>
          <p:spPr>
            <a:xfrm>
              <a:off x="6348255" y="2628424"/>
              <a:ext cx="30967" cy="148976"/>
            </a:xfrm>
            <a:custGeom>
              <a:avLst/>
              <a:gdLst/>
              <a:ahLst/>
              <a:cxnLst/>
              <a:rect l="l" t="t" r="r" b="b"/>
              <a:pathLst>
                <a:path w="1602" h="7707" extrusionOk="0">
                  <a:moveTo>
                    <a:pt x="0" y="1"/>
                  </a:moveTo>
                  <a:lnTo>
                    <a:pt x="0" y="7706"/>
                  </a:lnTo>
                  <a:lnTo>
                    <a:pt x="1601" y="7706"/>
                  </a:lnTo>
                  <a:lnTo>
                    <a:pt x="1601"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 name="Google Shape;1758;p60">
              <a:extLst>
                <a:ext uri="{FF2B5EF4-FFF2-40B4-BE49-F238E27FC236}">
                  <a16:creationId xmlns:a16="http://schemas.microsoft.com/office/drawing/2014/main" id="{94B3472C-1FDF-4BBD-7FEC-10DD8AD44F4E}"/>
                </a:ext>
              </a:extLst>
            </p:cNvPr>
            <p:cNvSpPr/>
            <p:nvPr/>
          </p:nvSpPr>
          <p:spPr>
            <a:xfrm>
              <a:off x="5622858" y="2479487"/>
              <a:ext cx="791815" cy="148957"/>
            </a:xfrm>
            <a:custGeom>
              <a:avLst/>
              <a:gdLst/>
              <a:ahLst/>
              <a:cxnLst/>
              <a:rect l="l" t="t" r="r" b="b"/>
              <a:pathLst>
                <a:path w="40963" h="7706" extrusionOk="0">
                  <a:moveTo>
                    <a:pt x="0" y="0"/>
                  </a:moveTo>
                  <a:lnTo>
                    <a:pt x="0" y="7706"/>
                  </a:lnTo>
                  <a:lnTo>
                    <a:pt x="40963" y="7706"/>
                  </a:lnTo>
                  <a:lnTo>
                    <a:pt x="40963"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1759;p60">
              <a:extLst>
                <a:ext uri="{FF2B5EF4-FFF2-40B4-BE49-F238E27FC236}">
                  <a16:creationId xmlns:a16="http://schemas.microsoft.com/office/drawing/2014/main" id="{C1B37DB9-1E41-2577-E40B-B2727E112110}"/>
                </a:ext>
              </a:extLst>
            </p:cNvPr>
            <p:cNvSpPr/>
            <p:nvPr/>
          </p:nvSpPr>
          <p:spPr>
            <a:xfrm>
              <a:off x="5622858" y="2479487"/>
              <a:ext cx="791815" cy="16778"/>
            </a:xfrm>
            <a:custGeom>
              <a:avLst/>
              <a:gdLst/>
              <a:ahLst/>
              <a:cxnLst/>
              <a:rect l="l" t="t" r="r" b="b"/>
              <a:pathLst>
                <a:path w="40963" h="868" extrusionOk="0">
                  <a:moveTo>
                    <a:pt x="0" y="0"/>
                  </a:moveTo>
                  <a:lnTo>
                    <a:pt x="0" y="868"/>
                  </a:lnTo>
                  <a:lnTo>
                    <a:pt x="40963" y="868"/>
                  </a:lnTo>
                  <a:lnTo>
                    <a:pt x="40963"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1760;p60">
              <a:extLst>
                <a:ext uri="{FF2B5EF4-FFF2-40B4-BE49-F238E27FC236}">
                  <a16:creationId xmlns:a16="http://schemas.microsoft.com/office/drawing/2014/main" id="{88F8CE38-6425-E377-68DD-10A62B3FA923}"/>
                </a:ext>
              </a:extLst>
            </p:cNvPr>
            <p:cNvSpPr/>
            <p:nvPr/>
          </p:nvSpPr>
          <p:spPr>
            <a:xfrm>
              <a:off x="5824025" y="2479487"/>
              <a:ext cx="31624" cy="148957"/>
            </a:xfrm>
            <a:custGeom>
              <a:avLst/>
              <a:gdLst/>
              <a:ahLst/>
              <a:cxnLst/>
              <a:rect l="l" t="t" r="r" b="b"/>
              <a:pathLst>
                <a:path w="1636" h="7706" extrusionOk="0">
                  <a:moveTo>
                    <a:pt x="1" y="0"/>
                  </a:moveTo>
                  <a:lnTo>
                    <a:pt x="1"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 name="Google Shape;1761;p60">
              <a:extLst>
                <a:ext uri="{FF2B5EF4-FFF2-40B4-BE49-F238E27FC236}">
                  <a16:creationId xmlns:a16="http://schemas.microsoft.com/office/drawing/2014/main" id="{E4E53A88-527C-D90D-6BD6-985A42CF9DF5}"/>
                </a:ext>
              </a:extLst>
            </p:cNvPr>
            <p:cNvSpPr/>
            <p:nvPr/>
          </p:nvSpPr>
          <p:spPr>
            <a:xfrm>
              <a:off x="5895604" y="2479487"/>
              <a:ext cx="30967" cy="148957"/>
            </a:xfrm>
            <a:custGeom>
              <a:avLst/>
              <a:gdLst/>
              <a:ahLst/>
              <a:cxnLst/>
              <a:rect l="l" t="t" r="r" b="b"/>
              <a:pathLst>
                <a:path w="1602" h="7706" extrusionOk="0">
                  <a:moveTo>
                    <a:pt x="0" y="0"/>
                  </a:moveTo>
                  <a:lnTo>
                    <a:pt x="0" y="7706"/>
                  </a:lnTo>
                  <a:lnTo>
                    <a:pt x="1602" y="7706"/>
                  </a:lnTo>
                  <a:lnTo>
                    <a:pt x="1602"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Google Shape;1762;p60">
              <a:extLst>
                <a:ext uri="{FF2B5EF4-FFF2-40B4-BE49-F238E27FC236}">
                  <a16:creationId xmlns:a16="http://schemas.microsoft.com/office/drawing/2014/main" id="{E9E5DC32-020B-E5D4-010C-B1492F41867A}"/>
                </a:ext>
              </a:extLst>
            </p:cNvPr>
            <p:cNvSpPr/>
            <p:nvPr/>
          </p:nvSpPr>
          <p:spPr>
            <a:xfrm>
              <a:off x="5967183" y="2479487"/>
              <a:ext cx="31605" cy="148957"/>
            </a:xfrm>
            <a:custGeom>
              <a:avLst/>
              <a:gdLst/>
              <a:ahLst/>
              <a:cxnLst/>
              <a:rect l="l" t="t" r="r" b="b"/>
              <a:pathLst>
                <a:path w="1635" h="7706" extrusionOk="0">
                  <a:moveTo>
                    <a:pt x="0" y="0"/>
                  </a:moveTo>
                  <a:lnTo>
                    <a:pt x="0"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Google Shape;1763;p60">
              <a:extLst>
                <a:ext uri="{FF2B5EF4-FFF2-40B4-BE49-F238E27FC236}">
                  <a16:creationId xmlns:a16="http://schemas.microsoft.com/office/drawing/2014/main" id="{D0120ED7-C0D2-9210-30FA-38F502887455}"/>
                </a:ext>
              </a:extLst>
            </p:cNvPr>
            <p:cNvSpPr/>
            <p:nvPr/>
          </p:nvSpPr>
          <p:spPr>
            <a:xfrm>
              <a:off x="6038743" y="2479487"/>
              <a:ext cx="31624" cy="148957"/>
            </a:xfrm>
            <a:custGeom>
              <a:avLst/>
              <a:gdLst/>
              <a:ahLst/>
              <a:cxnLst/>
              <a:rect l="l" t="t" r="r" b="b"/>
              <a:pathLst>
                <a:path w="1636" h="7706" extrusionOk="0">
                  <a:moveTo>
                    <a:pt x="1" y="0"/>
                  </a:moveTo>
                  <a:lnTo>
                    <a:pt x="1"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1764;p60">
              <a:extLst>
                <a:ext uri="{FF2B5EF4-FFF2-40B4-BE49-F238E27FC236}">
                  <a16:creationId xmlns:a16="http://schemas.microsoft.com/office/drawing/2014/main" id="{E6B0EB4A-1CE4-252C-4C44-1B0274BA5580}"/>
                </a:ext>
              </a:extLst>
            </p:cNvPr>
            <p:cNvSpPr/>
            <p:nvPr/>
          </p:nvSpPr>
          <p:spPr>
            <a:xfrm>
              <a:off x="6110322" y="2479487"/>
              <a:ext cx="31605" cy="148957"/>
            </a:xfrm>
            <a:custGeom>
              <a:avLst/>
              <a:gdLst/>
              <a:ahLst/>
              <a:cxnLst/>
              <a:rect l="l" t="t" r="r" b="b"/>
              <a:pathLst>
                <a:path w="1635" h="7706" extrusionOk="0">
                  <a:moveTo>
                    <a:pt x="0" y="0"/>
                  </a:moveTo>
                  <a:lnTo>
                    <a:pt x="0"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 name="Google Shape;1765;p60">
              <a:extLst>
                <a:ext uri="{FF2B5EF4-FFF2-40B4-BE49-F238E27FC236}">
                  <a16:creationId xmlns:a16="http://schemas.microsoft.com/office/drawing/2014/main" id="{82B4F40C-3691-9B07-0505-4499546F2BE1}"/>
                </a:ext>
              </a:extLst>
            </p:cNvPr>
            <p:cNvSpPr/>
            <p:nvPr/>
          </p:nvSpPr>
          <p:spPr>
            <a:xfrm>
              <a:off x="6181901" y="2479487"/>
              <a:ext cx="31605" cy="148957"/>
            </a:xfrm>
            <a:custGeom>
              <a:avLst/>
              <a:gdLst/>
              <a:ahLst/>
              <a:cxnLst/>
              <a:rect l="l" t="t" r="r" b="b"/>
              <a:pathLst>
                <a:path w="1635" h="7706" extrusionOk="0">
                  <a:moveTo>
                    <a:pt x="0" y="0"/>
                  </a:moveTo>
                  <a:lnTo>
                    <a:pt x="0"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1766;p60">
              <a:extLst>
                <a:ext uri="{FF2B5EF4-FFF2-40B4-BE49-F238E27FC236}">
                  <a16:creationId xmlns:a16="http://schemas.microsoft.com/office/drawing/2014/main" id="{DCA724F9-38A4-1ED5-3229-3D4E7E468AA1}"/>
                </a:ext>
              </a:extLst>
            </p:cNvPr>
            <p:cNvSpPr/>
            <p:nvPr/>
          </p:nvSpPr>
          <p:spPr>
            <a:xfrm>
              <a:off x="6253460" y="2479487"/>
              <a:ext cx="31624" cy="148957"/>
            </a:xfrm>
            <a:custGeom>
              <a:avLst/>
              <a:gdLst/>
              <a:ahLst/>
              <a:cxnLst/>
              <a:rect l="l" t="t" r="r" b="b"/>
              <a:pathLst>
                <a:path w="1636" h="7706" extrusionOk="0">
                  <a:moveTo>
                    <a:pt x="1" y="0"/>
                  </a:moveTo>
                  <a:lnTo>
                    <a:pt x="1"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 name="Google Shape;1767;p60">
              <a:extLst>
                <a:ext uri="{FF2B5EF4-FFF2-40B4-BE49-F238E27FC236}">
                  <a16:creationId xmlns:a16="http://schemas.microsoft.com/office/drawing/2014/main" id="{EB9452A5-CAF5-E1B4-294B-D83438DBC9C8}"/>
                </a:ext>
              </a:extLst>
            </p:cNvPr>
            <p:cNvSpPr/>
            <p:nvPr/>
          </p:nvSpPr>
          <p:spPr>
            <a:xfrm>
              <a:off x="6325039" y="2479487"/>
              <a:ext cx="31605" cy="148957"/>
            </a:xfrm>
            <a:custGeom>
              <a:avLst/>
              <a:gdLst/>
              <a:ahLst/>
              <a:cxnLst/>
              <a:rect l="l" t="t" r="r" b="b"/>
              <a:pathLst>
                <a:path w="1635" h="7706" extrusionOk="0">
                  <a:moveTo>
                    <a:pt x="0" y="0"/>
                  </a:moveTo>
                  <a:lnTo>
                    <a:pt x="0"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 name="Google Shape;1768;p60">
              <a:extLst>
                <a:ext uri="{FF2B5EF4-FFF2-40B4-BE49-F238E27FC236}">
                  <a16:creationId xmlns:a16="http://schemas.microsoft.com/office/drawing/2014/main" id="{F0AC0162-FD45-85F6-512E-CBB1EE12E79D}"/>
                </a:ext>
              </a:extLst>
            </p:cNvPr>
            <p:cNvSpPr/>
            <p:nvPr/>
          </p:nvSpPr>
          <p:spPr>
            <a:xfrm>
              <a:off x="5658966" y="2330530"/>
              <a:ext cx="791177" cy="148976"/>
            </a:xfrm>
            <a:custGeom>
              <a:avLst/>
              <a:gdLst/>
              <a:ahLst/>
              <a:cxnLst/>
              <a:rect l="l" t="t" r="r" b="b"/>
              <a:pathLst>
                <a:path w="40930" h="7707" extrusionOk="0">
                  <a:moveTo>
                    <a:pt x="0" y="1"/>
                  </a:moveTo>
                  <a:lnTo>
                    <a:pt x="0" y="7706"/>
                  </a:lnTo>
                  <a:lnTo>
                    <a:pt x="40930" y="7706"/>
                  </a:lnTo>
                  <a:lnTo>
                    <a:pt x="40930"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1769;p60">
              <a:extLst>
                <a:ext uri="{FF2B5EF4-FFF2-40B4-BE49-F238E27FC236}">
                  <a16:creationId xmlns:a16="http://schemas.microsoft.com/office/drawing/2014/main" id="{0F9DCA94-1DC8-FDEC-C8E9-15ECBBAFA455}"/>
                </a:ext>
              </a:extLst>
            </p:cNvPr>
            <p:cNvSpPr/>
            <p:nvPr/>
          </p:nvSpPr>
          <p:spPr>
            <a:xfrm>
              <a:off x="5658966" y="2330530"/>
              <a:ext cx="791177" cy="16798"/>
            </a:xfrm>
            <a:custGeom>
              <a:avLst/>
              <a:gdLst/>
              <a:ahLst/>
              <a:cxnLst/>
              <a:rect l="l" t="t" r="r" b="b"/>
              <a:pathLst>
                <a:path w="40930" h="869" extrusionOk="0">
                  <a:moveTo>
                    <a:pt x="0" y="1"/>
                  </a:moveTo>
                  <a:lnTo>
                    <a:pt x="0" y="868"/>
                  </a:lnTo>
                  <a:lnTo>
                    <a:pt x="40930" y="868"/>
                  </a:lnTo>
                  <a:lnTo>
                    <a:pt x="40930"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1770;p60">
              <a:extLst>
                <a:ext uri="{FF2B5EF4-FFF2-40B4-BE49-F238E27FC236}">
                  <a16:creationId xmlns:a16="http://schemas.microsoft.com/office/drawing/2014/main" id="{44860045-868F-6E32-8C26-651C15B4EE94}"/>
                </a:ext>
              </a:extLst>
            </p:cNvPr>
            <p:cNvSpPr/>
            <p:nvPr/>
          </p:nvSpPr>
          <p:spPr>
            <a:xfrm>
              <a:off x="5788574" y="2330530"/>
              <a:ext cx="30967" cy="148976"/>
            </a:xfrm>
            <a:custGeom>
              <a:avLst/>
              <a:gdLst/>
              <a:ahLst/>
              <a:cxnLst/>
              <a:rect l="l" t="t" r="r" b="b"/>
              <a:pathLst>
                <a:path w="1602" h="7707" extrusionOk="0">
                  <a:moveTo>
                    <a:pt x="0" y="1"/>
                  </a:moveTo>
                  <a:lnTo>
                    <a:pt x="0" y="7706"/>
                  </a:lnTo>
                  <a:lnTo>
                    <a:pt x="1601" y="7706"/>
                  </a:lnTo>
                  <a:lnTo>
                    <a:pt x="1601"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Google Shape;1771;p60">
              <a:extLst>
                <a:ext uri="{FF2B5EF4-FFF2-40B4-BE49-F238E27FC236}">
                  <a16:creationId xmlns:a16="http://schemas.microsoft.com/office/drawing/2014/main" id="{E00DDA00-02F9-BB82-B092-2C18B931A600}"/>
                </a:ext>
              </a:extLst>
            </p:cNvPr>
            <p:cNvSpPr/>
            <p:nvPr/>
          </p:nvSpPr>
          <p:spPr>
            <a:xfrm>
              <a:off x="5860133" y="2330530"/>
              <a:ext cx="30967" cy="148976"/>
            </a:xfrm>
            <a:custGeom>
              <a:avLst/>
              <a:gdLst/>
              <a:ahLst/>
              <a:cxnLst/>
              <a:rect l="l" t="t" r="r" b="b"/>
              <a:pathLst>
                <a:path w="1602"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 name="Google Shape;1772;p60">
              <a:extLst>
                <a:ext uri="{FF2B5EF4-FFF2-40B4-BE49-F238E27FC236}">
                  <a16:creationId xmlns:a16="http://schemas.microsoft.com/office/drawing/2014/main" id="{CC488B25-A8D9-4685-0145-13B1EB746502}"/>
                </a:ext>
              </a:extLst>
            </p:cNvPr>
            <p:cNvSpPr/>
            <p:nvPr/>
          </p:nvSpPr>
          <p:spPr>
            <a:xfrm>
              <a:off x="5931712" y="2330530"/>
              <a:ext cx="30967" cy="148976"/>
            </a:xfrm>
            <a:custGeom>
              <a:avLst/>
              <a:gdLst/>
              <a:ahLst/>
              <a:cxnLst/>
              <a:rect l="l" t="t" r="r" b="b"/>
              <a:pathLst>
                <a:path w="1602" h="7707" extrusionOk="0">
                  <a:moveTo>
                    <a:pt x="0" y="1"/>
                  </a:moveTo>
                  <a:lnTo>
                    <a:pt x="0"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 name="Google Shape;1773;p60">
              <a:extLst>
                <a:ext uri="{FF2B5EF4-FFF2-40B4-BE49-F238E27FC236}">
                  <a16:creationId xmlns:a16="http://schemas.microsoft.com/office/drawing/2014/main" id="{10DF619A-E232-2DB0-A9F4-6AA88400CF98}"/>
                </a:ext>
              </a:extLst>
            </p:cNvPr>
            <p:cNvSpPr/>
            <p:nvPr/>
          </p:nvSpPr>
          <p:spPr>
            <a:xfrm>
              <a:off x="6003291" y="2330530"/>
              <a:ext cx="30967" cy="148976"/>
            </a:xfrm>
            <a:custGeom>
              <a:avLst/>
              <a:gdLst/>
              <a:ahLst/>
              <a:cxnLst/>
              <a:rect l="l" t="t" r="r" b="b"/>
              <a:pathLst>
                <a:path w="1602" h="7707" extrusionOk="0">
                  <a:moveTo>
                    <a:pt x="0" y="1"/>
                  </a:moveTo>
                  <a:lnTo>
                    <a:pt x="0" y="7706"/>
                  </a:lnTo>
                  <a:lnTo>
                    <a:pt x="1601" y="7706"/>
                  </a:lnTo>
                  <a:lnTo>
                    <a:pt x="1601"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Google Shape;1774;p60">
              <a:extLst>
                <a:ext uri="{FF2B5EF4-FFF2-40B4-BE49-F238E27FC236}">
                  <a16:creationId xmlns:a16="http://schemas.microsoft.com/office/drawing/2014/main" id="{B67DA0F3-C117-C49B-88BB-BC26DF307F6B}"/>
                </a:ext>
              </a:extLst>
            </p:cNvPr>
            <p:cNvSpPr/>
            <p:nvPr/>
          </p:nvSpPr>
          <p:spPr>
            <a:xfrm>
              <a:off x="6074851" y="2330530"/>
              <a:ext cx="30967" cy="148976"/>
            </a:xfrm>
            <a:custGeom>
              <a:avLst/>
              <a:gdLst/>
              <a:ahLst/>
              <a:cxnLst/>
              <a:rect l="l" t="t" r="r" b="b"/>
              <a:pathLst>
                <a:path w="1602"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 name="Google Shape;1775;p60">
              <a:extLst>
                <a:ext uri="{FF2B5EF4-FFF2-40B4-BE49-F238E27FC236}">
                  <a16:creationId xmlns:a16="http://schemas.microsoft.com/office/drawing/2014/main" id="{2B0F9389-63AC-BA2C-CF41-53F2FABA5142}"/>
                </a:ext>
              </a:extLst>
            </p:cNvPr>
            <p:cNvSpPr/>
            <p:nvPr/>
          </p:nvSpPr>
          <p:spPr>
            <a:xfrm>
              <a:off x="6146430" y="2330530"/>
              <a:ext cx="30967" cy="148976"/>
            </a:xfrm>
            <a:custGeom>
              <a:avLst/>
              <a:gdLst/>
              <a:ahLst/>
              <a:cxnLst/>
              <a:rect l="l" t="t" r="r" b="b"/>
              <a:pathLst>
                <a:path w="1602" h="7707" extrusionOk="0">
                  <a:moveTo>
                    <a:pt x="0" y="1"/>
                  </a:moveTo>
                  <a:lnTo>
                    <a:pt x="0"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 name="Google Shape;1776;p60">
              <a:extLst>
                <a:ext uri="{FF2B5EF4-FFF2-40B4-BE49-F238E27FC236}">
                  <a16:creationId xmlns:a16="http://schemas.microsoft.com/office/drawing/2014/main" id="{F7280244-C061-820E-9AFB-88B0D1DB18DF}"/>
                </a:ext>
              </a:extLst>
            </p:cNvPr>
            <p:cNvSpPr/>
            <p:nvPr/>
          </p:nvSpPr>
          <p:spPr>
            <a:xfrm>
              <a:off x="6218009" y="2330530"/>
              <a:ext cx="30967" cy="148976"/>
            </a:xfrm>
            <a:custGeom>
              <a:avLst/>
              <a:gdLst/>
              <a:ahLst/>
              <a:cxnLst/>
              <a:rect l="l" t="t" r="r" b="b"/>
              <a:pathLst>
                <a:path w="1602" h="7707" extrusionOk="0">
                  <a:moveTo>
                    <a:pt x="0" y="1"/>
                  </a:moveTo>
                  <a:lnTo>
                    <a:pt x="0" y="7706"/>
                  </a:lnTo>
                  <a:lnTo>
                    <a:pt x="1601" y="7706"/>
                  </a:lnTo>
                  <a:lnTo>
                    <a:pt x="1601"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 name="Google Shape;1777;p60">
              <a:extLst>
                <a:ext uri="{FF2B5EF4-FFF2-40B4-BE49-F238E27FC236}">
                  <a16:creationId xmlns:a16="http://schemas.microsoft.com/office/drawing/2014/main" id="{9B936057-608C-36E0-F25A-41614BDE65B1}"/>
                </a:ext>
              </a:extLst>
            </p:cNvPr>
            <p:cNvSpPr/>
            <p:nvPr/>
          </p:nvSpPr>
          <p:spPr>
            <a:xfrm>
              <a:off x="6289569" y="2330530"/>
              <a:ext cx="30967" cy="148976"/>
            </a:xfrm>
            <a:custGeom>
              <a:avLst/>
              <a:gdLst/>
              <a:ahLst/>
              <a:cxnLst/>
              <a:rect l="l" t="t" r="r" b="b"/>
              <a:pathLst>
                <a:path w="1602"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 name="Google Shape;1778;p60">
              <a:extLst>
                <a:ext uri="{FF2B5EF4-FFF2-40B4-BE49-F238E27FC236}">
                  <a16:creationId xmlns:a16="http://schemas.microsoft.com/office/drawing/2014/main" id="{CE6DEEBB-47F0-C878-D49F-A43B0D826B9A}"/>
                </a:ext>
              </a:extLst>
            </p:cNvPr>
            <p:cNvSpPr/>
            <p:nvPr/>
          </p:nvSpPr>
          <p:spPr>
            <a:xfrm>
              <a:off x="6361148" y="2330530"/>
              <a:ext cx="30967" cy="148976"/>
            </a:xfrm>
            <a:custGeom>
              <a:avLst/>
              <a:gdLst/>
              <a:ahLst/>
              <a:cxnLst/>
              <a:rect l="l" t="t" r="r" b="b"/>
              <a:pathLst>
                <a:path w="1602" h="7707" extrusionOk="0">
                  <a:moveTo>
                    <a:pt x="0" y="1"/>
                  </a:moveTo>
                  <a:lnTo>
                    <a:pt x="0" y="7706"/>
                  </a:lnTo>
                  <a:lnTo>
                    <a:pt x="1601" y="7706"/>
                  </a:lnTo>
                  <a:lnTo>
                    <a:pt x="1601"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 name="Google Shape;1779;p60">
              <a:extLst>
                <a:ext uri="{FF2B5EF4-FFF2-40B4-BE49-F238E27FC236}">
                  <a16:creationId xmlns:a16="http://schemas.microsoft.com/office/drawing/2014/main" id="{0C26DBF0-BE9A-DEFF-BD02-7CC4E351ED82}"/>
                </a:ext>
              </a:extLst>
            </p:cNvPr>
            <p:cNvSpPr/>
            <p:nvPr/>
          </p:nvSpPr>
          <p:spPr>
            <a:xfrm>
              <a:off x="5624153" y="2181592"/>
              <a:ext cx="791177" cy="148957"/>
            </a:xfrm>
            <a:custGeom>
              <a:avLst/>
              <a:gdLst/>
              <a:ahLst/>
              <a:cxnLst/>
              <a:rect l="l" t="t" r="r" b="b"/>
              <a:pathLst>
                <a:path w="40930" h="7706" extrusionOk="0">
                  <a:moveTo>
                    <a:pt x="0" y="0"/>
                  </a:moveTo>
                  <a:lnTo>
                    <a:pt x="0" y="7706"/>
                  </a:lnTo>
                  <a:lnTo>
                    <a:pt x="40929" y="7706"/>
                  </a:lnTo>
                  <a:lnTo>
                    <a:pt x="40929"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 name="Google Shape;1780;p60">
              <a:extLst>
                <a:ext uri="{FF2B5EF4-FFF2-40B4-BE49-F238E27FC236}">
                  <a16:creationId xmlns:a16="http://schemas.microsoft.com/office/drawing/2014/main" id="{8CDACA23-764B-14CD-9854-8B5D3F59B015}"/>
                </a:ext>
              </a:extLst>
            </p:cNvPr>
            <p:cNvSpPr/>
            <p:nvPr/>
          </p:nvSpPr>
          <p:spPr>
            <a:xfrm>
              <a:off x="5624153" y="2181592"/>
              <a:ext cx="791177" cy="16778"/>
            </a:xfrm>
            <a:custGeom>
              <a:avLst/>
              <a:gdLst/>
              <a:ahLst/>
              <a:cxnLst/>
              <a:rect l="l" t="t" r="r" b="b"/>
              <a:pathLst>
                <a:path w="40930" h="868" extrusionOk="0">
                  <a:moveTo>
                    <a:pt x="0" y="0"/>
                  </a:moveTo>
                  <a:lnTo>
                    <a:pt x="0" y="868"/>
                  </a:lnTo>
                  <a:lnTo>
                    <a:pt x="40929" y="868"/>
                  </a:lnTo>
                  <a:lnTo>
                    <a:pt x="40929"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 name="Google Shape;1781;p60">
              <a:extLst>
                <a:ext uri="{FF2B5EF4-FFF2-40B4-BE49-F238E27FC236}">
                  <a16:creationId xmlns:a16="http://schemas.microsoft.com/office/drawing/2014/main" id="{468FEADC-95E4-902D-1C3E-4D003AE32F90}"/>
                </a:ext>
              </a:extLst>
            </p:cNvPr>
            <p:cNvSpPr/>
            <p:nvPr/>
          </p:nvSpPr>
          <p:spPr>
            <a:xfrm>
              <a:off x="6326334" y="2181592"/>
              <a:ext cx="30967" cy="148957"/>
            </a:xfrm>
            <a:custGeom>
              <a:avLst/>
              <a:gdLst/>
              <a:ahLst/>
              <a:cxnLst/>
              <a:rect l="l" t="t" r="r" b="b"/>
              <a:pathLst>
                <a:path w="1602" h="7706" extrusionOk="0">
                  <a:moveTo>
                    <a:pt x="0" y="0"/>
                  </a:moveTo>
                  <a:lnTo>
                    <a:pt x="0" y="7706"/>
                  </a:lnTo>
                  <a:lnTo>
                    <a:pt x="1601" y="7706"/>
                  </a:lnTo>
                  <a:lnTo>
                    <a:pt x="1601"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 name="Google Shape;1782;p60">
              <a:extLst>
                <a:ext uri="{FF2B5EF4-FFF2-40B4-BE49-F238E27FC236}">
                  <a16:creationId xmlns:a16="http://schemas.microsoft.com/office/drawing/2014/main" id="{AD6AB9E8-0E69-952A-14F1-C27F23728D4C}"/>
                </a:ext>
              </a:extLst>
            </p:cNvPr>
            <p:cNvSpPr/>
            <p:nvPr/>
          </p:nvSpPr>
          <p:spPr>
            <a:xfrm>
              <a:off x="6254755" y="2181592"/>
              <a:ext cx="30967" cy="148957"/>
            </a:xfrm>
            <a:custGeom>
              <a:avLst/>
              <a:gdLst/>
              <a:ahLst/>
              <a:cxnLst/>
              <a:rect l="l" t="t" r="r" b="b"/>
              <a:pathLst>
                <a:path w="1602" h="7706" extrusionOk="0">
                  <a:moveTo>
                    <a:pt x="0" y="0"/>
                  </a:moveTo>
                  <a:lnTo>
                    <a:pt x="0" y="7706"/>
                  </a:lnTo>
                  <a:lnTo>
                    <a:pt x="1602" y="7706"/>
                  </a:lnTo>
                  <a:lnTo>
                    <a:pt x="1602"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8" name="Google Shape;1783;p60">
              <a:extLst>
                <a:ext uri="{FF2B5EF4-FFF2-40B4-BE49-F238E27FC236}">
                  <a16:creationId xmlns:a16="http://schemas.microsoft.com/office/drawing/2014/main" id="{AE774825-6448-8822-8984-CADD29EFFB51}"/>
                </a:ext>
              </a:extLst>
            </p:cNvPr>
            <p:cNvSpPr/>
            <p:nvPr/>
          </p:nvSpPr>
          <p:spPr>
            <a:xfrm>
              <a:off x="6183176" y="2181592"/>
              <a:ext cx="30967" cy="148957"/>
            </a:xfrm>
            <a:custGeom>
              <a:avLst/>
              <a:gdLst/>
              <a:ahLst/>
              <a:cxnLst/>
              <a:rect l="l" t="t" r="r" b="b"/>
              <a:pathLst>
                <a:path w="1602" h="7706" extrusionOk="0">
                  <a:moveTo>
                    <a:pt x="1" y="0"/>
                  </a:moveTo>
                  <a:lnTo>
                    <a:pt x="1" y="7706"/>
                  </a:lnTo>
                  <a:lnTo>
                    <a:pt x="1602" y="7706"/>
                  </a:lnTo>
                  <a:lnTo>
                    <a:pt x="1602"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 name="Google Shape;1784;p60">
              <a:extLst>
                <a:ext uri="{FF2B5EF4-FFF2-40B4-BE49-F238E27FC236}">
                  <a16:creationId xmlns:a16="http://schemas.microsoft.com/office/drawing/2014/main" id="{C8F5AE03-CA28-2CC4-E18A-D1FE9AE42D57}"/>
                </a:ext>
              </a:extLst>
            </p:cNvPr>
            <p:cNvSpPr/>
            <p:nvPr/>
          </p:nvSpPr>
          <p:spPr>
            <a:xfrm>
              <a:off x="6111617" y="2181592"/>
              <a:ext cx="30967" cy="148957"/>
            </a:xfrm>
            <a:custGeom>
              <a:avLst/>
              <a:gdLst/>
              <a:ahLst/>
              <a:cxnLst/>
              <a:rect l="l" t="t" r="r" b="b"/>
              <a:pathLst>
                <a:path w="1602" h="7706" extrusionOk="0">
                  <a:moveTo>
                    <a:pt x="0" y="0"/>
                  </a:moveTo>
                  <a:lnTo>
                    <a:pt x="0" y="7706"/>
                  </a:lnTo>
                  <a:lnTo>
                    <a:pt x="1601" y="7706"/>
                  </a:lnTo>
                  <a:lnTo>
                    <a:pt x="1601"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1785;p60">
              <a:extLst>
                <a:ext uri="{FF2B5EF4-FFF2-40B4-BE49-F238E27FC236}">
                  <a16:creationId xmlns:a16="http://schemas.microsoft.com/office/drawing/2014/main" id="{E5C6C9D7-3ECF-2C99-CF7E-8E332403F0A6}"/>
                </a:ext>
              </a:extLst>
            </p:cNvPr>
            <p:cNvSpPr/>
            <p:nvPr/>
          </p:nvSpPr>
          <p:spPr>
            <a:xfrm>
              <a:off x="6040038" y="2181592"/>
              <a:ext cx="30967" cy="148957"/>
            </a:xfrm>
            <a:custGeom>
              <a:avLst/>
              <a:gdLst/>
              <a:ahLst/>
              <a:cxnLst/>
              <a:rect l="l" t="t" r="r" b="b"/>
              <a:pathLst>
                <a:path w="1602" h="7706" extrusionOk="0">
                  <a:moveTo>
                    <a:pt x="0" y="0"/>
                  </a:moveTo>
                  <a:lnTo>
                    <a:pt x="0" y="7706"/>
                  </a:lnTo>
                  <a:lnTo>
                    <a:pt x="1602" y="7706"/>
                  </a:lnTo>
                  <a:lnTo>
                    <a:pt x="1602"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 name="Google Shape;1786;p60">
              <a:extLst>
                <a:ext uri="{FF2B5EF4-FFF2-40B4-BE49-F238E27FC236}">
                  <a16:creationId xmlns:a16="http://schemas.microsoft.com/office/drawing/2014/main" id="{88DCD70F-D3BC-4157-A6DF-0795C39C5EFD}"/>
                </a:ext>
              </a:extLst>
            </p:cNvPr>
            <p:cNvSpPr/>
            <p:nvPr/>
          </p:nvSpPr>
          <p:spPr>
            <a:xfrm>
              <a:off x="5968459" y="2181592"/>
              <a:ext cx="30967" cy="148957"/>
            </a:xfrm>
            <a:custGeom>
              <a:avLst/>
              <a:gdLst/>
              <a:ahLst/>
              <a:cxnLst/>
              <a:rect l="l" t="t" r="r" b="b"/>
              <a:pathLst>
                <a:path w="1602" h="7706" extrusionOk="0">
                  <a:moveTo>
                    <a:pt x="1" y="0"/>
                  </a:moveTo>
                  <a:lnTo>
                    <a:pt x="1" y="7706"/>
                  </a:lnTo>
                  <a:lnTo>
                    <a:pt x="1602" y="7706"/>
                  </a:lnTo>
                  <a:lnTo>
                    <a:pt x="1602"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 name="Google Shape;1787;p60">
              <a:extLst>
                <a:ext uri="{FF2B5EF4-FFF2-40B4-BE49-F238E27FC236}">
                  <a16:creationId xmlns:a16="http://schemas.microsoft.com/office/drawing/2014/main" id="{4DFD6F24-2031-AECD-569D-873CB3D9B4B1}"/>
                </a:ext>
              </a:extLst>
            </p:cNvPr>
            <p:cNvSpPr/>
            <p:nvPr/>
          </p:nvSpPr>
          <p:spPr>
            <a:xfrm>
              <a:off x="5896899" y="2181592"/>
              <a:ext cx="30967" cy="148957"/>
            </a:xfrm>
            <a:custGeom>
              <a:avLst/>
              <a:gdLst/>
              <a:ahLst/>
              <a:cxnLst/>
              <a:rect l="l" t="t" r="r" b="b"/>
              <a:pathLst>
                <a:path w="1602" h="7706" extrusionOk="0">
                  <a:moveTo>
                    <a:pt x="0" y="0"/>
                  </a:moveTo>
                  <a:lnTo>
                    <a:pt x="0" y="7706"/>
                  </a:lnTo>
                  <a:lnTo>
                    <a:pt x="1601" y="7706"/>
                  </a:lnTo>
                  <a:lnTo>
                    <a:pt x="1601"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 name="Google Shape;1788;p60">
              <a:extLst>
                <a:ext uri="{FF2B5EF4-FFF2-40B4-BE49-F238E27FC236}">
                  <a16:creationId xmlns:a16="http://schemas.microsoft.com/office/drawing/2014/main" id="{218C27DE-675F-AE3C-093E-41367423334F}"/>
                </a:ext>
              </a:extLst>
            </p:cNvPr>
            <p:cNvSpPr/>
            <p:nvPr/>
          </p:nvSpPr>
          <p:spPr>
            <a:xfrm>
              <a:off x="5825320" y="2181592"/>
              <a:ext cx="30967" cy="148957"/>
            </a:xfrm>
            <a:custGeom>
              <a:avLst/>
              <a:gdLst/>
              <a:ahLst/>
              <a:cxnLst/>
              <a:rect l="l" t="t" r="r" b="b"/>
              <a:pathLst>
                <a:path w="1602" h="7706" extrusionOk="0">
                  <a:moveTo>
                    <a:pt x="1" y="0"/>
                  </a:moveTo>
                  <a:lnTo>
                    <a:pt x="1" y="7706"/>
                  </a:lnTo>
                  <a:lnTo>
                    <a:pt x="1602" y="7706"/>
                  </a:lnTo>
                  <a:lnTo>
                    <a:pt x="1602"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 name="Google Shape;1789;p60">
              <a:extLst>
                <a:ext uri="{FF2B5EF4-FFF2-40B4-BE49-F238E27FC236}">
                  <a16:creationId xmlns:a16="http://schemas.microsoft.com/office/drawing/2014/main" id="{FC989109-2529-F32B-966C-08C627881703}"/>
                </a:ext>
              </a:extLst>
            </p:cNvPr>
            <p:cNvSpPr/>
            <p:nvPr/>
          </p:nvSpPr>
          <p:spPr>
            <a:xfrm>
              <a:off x="5656376" y="2032635"/>
              <a:ext cx="791196" cy="148976"/>
            </a:xfrm>
            <a:custGeom>
              <a:avLst/>
              <a:gdLst/>
              <a:ahLst/>
              <a:cxnLst/>
              <a:rect l="l" t="t" r="r" b="b"/>
              <a:pathLst>
                <a:path w="40931" h="7707" extrusionOk="0">
                  <a:moveTo>
                    <a:pt x="1" y="1"/>
                  </a:moveTo>
                  <a:lnTo>
                    <a:pt x="1" y="7706"/>
                  </a:lnTo>
                  <a:lnTo>
                    <a:pt x="40930" y="7706"/>
                  </a:lnTo>
                  <a:lnTo>
                    <a:pt x="40930"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5" name="Google Shape;1790;p60">
              <a:extLst>
                <a:ext uri="{FF2B5EF4-FFF2-40B4-BE49-F238E27FC236}">
                  <a16:creationId xmlns:a16="http://schemas.microsoft.com/office/drawing/2014/main" id="{01D6CA81-51F9-B060-BB22-EC4D744C3793}"/>
                </a:ext>
              </a:extLst>
            </p:cNvPr>
            <p:cNvSpPr/>
            <p:nvPr/>
          </p:nvSpPr>
          <p:spPr>
            <a:xfrm>
              <a:off x="5656376" y="2032635"/>
              <a:ext cx="791196" cy="16798"/>
            </a:xfrm>
            <a:custGeom>
              <a:avLst/>
              <a:gdLst/>
              <a:ahLst/>
              <a:cxnLst/>
              <a:rect l="l" t="t" r="r" b="b"/>
              <a:pathLst>
                <a:path w="40931" h="869" extrusionOk="0">
                  <a:moveTo>
                    <a:pt x="1" y="1"/>
                  </a:moveTo>
                  <a:lnTo>
                    <a:pt x="1" y="868"/>
                  </a:lnTo>
                  <a:lnTo>
                    <a:pt x="40930" y="868"/>
                  </a:lnTo>
                  <a:lnTo>
                    <a:pt x="40930"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 name="Google Shape;1791;p60">
              <a:extLst>
                <a:ext uri="{FF2B5EF4-FFF2-40B4-BE49-F238E27FC236}">
                  <a16:creationId xmlns:a16="http://schemas.microsoft.com/office/drawing/2014/main" id="{67E07035-2E40-7885-C788-502DBB94766B}"/>
                </a:ext>
              </a:extLst>
            </p:cNvPr>
            <p:cNvSpPr/>
            <p:nvPr/>
          </p:nvSpPr>
          <p:spPr>
            <a:xfrm>
              <a:off x="6358557" y="2032635"/>
              <a:ext cx="30986" cy="148976"/>
            </a:xfrm>
            <a:custGeom>
              <a:avLst/>
              <a:gdLst/>
              <a:ahLst/>
              <a:cxnLst/>
              <a:rect l="l" t="t" r="r" b="b"/>
              <a:pathLst>
                <a:path w="1603"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 name="Google Shape;1792;p60">
              <a:extLst>
                <a:ext uri="{FF2B5EF4-FFF2-40B4-BE49-F238E27FC236}">
                  <a16:creationId xmlns:a16="http://schemas.microsoft.com/office/drawing/2014/main" id="{2C5A1589-3629-2944-7740-14EB964CF1D8}"/>
                </a:ext>
              </a:extLst>
            </p:cNvPr>
            <p:cNvSpPr/>
            <p:nvPr/>
          </p:nvSpPr>
          <p:spPr>
            <a:xfrm>
              <a:off x="6286998" y="2032635"/>
              <a:ext cx="30967" cy="148976"/>
            </a:xfrm>
            <a:custGeom>
              <a:avLst/>
              <a:gdLst/>
              <a:ahLst/>
              <a:cxnLst/>
              <a:rect l="l" t="t" r="r" b="b"/>
              <a:pathLst>
                <a:path w="1602" h="7707" extrusionOk="0">
                  <a:moveTo>
                    <a:pt x="0" y="1"/>
                  </a:moveTo>
                  <a:lnTo>
                    <a:pt x="0" y="7706"/>
                  </a:lnTo>
                  <a:lnTo>
                    <a:pt x="1601" y="7706"/>
                  </a:lnTo>
                  <a:lnTo>
                    <a:pt x="1601"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 name="Google Shape;1793;p60">
              <a:extLst>
                <a:ext uri="{FF2B5EF4-FFF2-40B4-BE49-F238E27FC236}">
                  <a16:creationId xmlns:a16="http://schemas.microsoft.com/office/drawing/2014/main" id="{EDE91FA8-C475-691F-CCAC-EE025159E69F}"/>
                </a:ext>
              </a:extLst>
            </p:cNvPr>
            <p:cNvSpPr/>
            <p:nvPr/>
          </p:nvSpPr>
          <p:spPr>
            <a:xfrm>
              <a:off x="6215419" y="2032635"/>
              <a:ext cx="30967" cy="148976"/>
            </a:xfrm>
            <a:custGeom>
              <a:avLst/>
              <a:gdLst/>
              <a:ahLst/>
              <a:cxnLst/>
              <a:rect l="l" t="t" r="r" b="b"/>
              <a:pathLst>
                <a:path w="1602"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 name="Google Shape;1794;p60">
              <a:extLst>
                <a:ext uri="{FF2B5EF4-FFF2-40B4-BE49-F238E27FC236}">
                  <a16:creationId xmlns:a16="http://schemas.microsoft.com/office/drawing/2014/main" id="{77A75302-ADDC-E657-BE0D-621655194FE0}"/>
                </a:ext>
              </a:extLst>
            </p:cNvPr>
            <p:cNvSpPr/>
            <p:nvPr/>
          </p:nvSpPr>
          <p:spPr>
            <a:xfrm>
              <a:off x="6143840" y="2032635"/>
              <a:ext cx="30986" cy="148976"/>
            </a:xfrm>
            <a:custGeom>
              <a:avLst/>
              <a:gdLst/>
              <a:ahLst/>
              <a:cxnLst/>
              <a:rect l="l" t="t" r="r" b="b"/>
              <a:pathLst>
                <a:path w="1603"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 name="Google Shape;1795;p60">
              <a:extLst>
                <a:ext uri="{FF2B5EF4-FFF2-40B4-BE49-F238E27FC236}">
                  <a16:creationId xmlns:a16="http://schemas.microsoft.com/office/drawing/2014/main" id="{4072C4BF-E152-95E0-A131-12A8B828AC56}"/>
                </a:ext>
              </a:extLst>
            </p:cNvPr>
            <p:cNvSpPr/>
            <p:nvPr/>
          </p:nvSpPr>
          <p:spPr>
            <a:xfrm>
              <a:off x="6072280" y="2032635"/>
              <a:ext cx="30967" cy="148976"/>
            </a:xfrm>
            <a:custGeom>
              <a:avLst/>
              <a:gdLst/>
              <a:ahLst/>
              <a:cxnLst/>
              <a:rect l="l" t="t" r="r" b="b"/>
              <a:pathLst>
                <a:path w="1602" h="7707" extrusionOk="0">
                  <a:moveTo>
                    <a:pt x="0" y="1"/>
                  </a:moveTo>
                  <a:lnTo>
                    <a:pt x="0" y="7706"/>
                  </a:lnTo>
                  <a:lnTo>
                    <a:pt x="1601" y="7706"/>
                  </a:lnTo>
                  <a:lnTo>
                    <a:pt x="1601"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1" name="Google Shape;1796;p60">
              <a:extLst>
                <a:ext uri="{FF2B5EF4-FFF2-40B4-BE49-F238E27FC236}">
                  <a16:creationId xmlns:a16="http://schemas.microsoft.com/office/drawing/2014/main" id="{2056FC94-225F-0AE6-0D6B-6C912AE9F1BE}"/>
                </a:ext>
              </a:extLst>
            </p:cNvPr>
            <p:cNvSpPr/>
            <p:nvPr/>
          </p:nvSpPr>
          <p:spPr>
            <a:xfrm>
              <a:off x="6000701" y="2032635"/>
              <a:ext cx="30967" cy="148976"/>
            </a:xfrm>
            <a:custGeom>
              <a:avLst/>
              <a:gdLst/>
              <a:ahLst/>
              <a:cxnLst/>
              <a:rect l="l" t="t" r="r" b="b"/>
              <a:pathLst>
                <a:path w="1602"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 name="Google Shape;1797;p60">
              <a:extLst>
                <a:ext uri="{FF2B5EF4-FFF2-40B4-BE49-F238E27FC236}">
                  <a16:creationId xmlns:a16="http://schemas.microsoft.com/office/drawing/2014/main" id="{75852271-6DE9-CD9A-E684-7710787B79EB}"/>
                </a:ext>
              </a:extLst>
            </p:cNvPr>
            <p:cNvSpPr/>
            <p:nvPr/>
          </p:nvSpPr>
          <p:spPr>
            <a:xfrm>
              <a:off x="5929141" y="2032635"/>
              <a:ext cx="30967" cy="148976"/>
            </a:xfrm>
            <a:custGeom>
              <a:avLst/>
              <a:gdLst/>
              <a:ahLst/>
              <a:cxnLst/>
              <a:rect l="l" t="t" r="r" b="b"/>
              <a:pathLst>
                <a:path w="1602" h="7707" extrusionOk="0">
                  <a:moveTo>
                    <a:pt x="0" y="1"/>
                  </a:moveTo>
                  <a:lnTo>
                    <a:pt x="0" y="7706"/>
                  </a:lnTo>
                  <a:lnTo>
                    <a:pt x="1601" y="7706"/>
                  </a:lnTo>
                  <a:lnTo>
                    <a:pt x="1601"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 name="Google Shape;1798;p60">
              <a:extLst>
                <a:ext uri="{FF2B5EF4-FFF2-40B4-BE49-F238E27FC236}">
                  <a16:creationId xmlns:a16="http://schemas.microsoft.com/office/drawing/2014/main" id="{8C98FD0C-1AD6-9D05-B220-8F0E1A613E5E}"/>
                </a:ext>
              </a:extLst>
            </p:cNvPr>
            <p:cNvSpPr/>
            <p:nvPr/>
          </p:nvSpPr>
          <p:spPr>
            <a:xfrm>
              <a:off x="5857562" y="2032635"/>
              <a:ext cx="30967" cy="148976"/>
            </a:xfrm>
            <a:custGeom>
              <a:avLst/>
              <a:gdLst/>
              <a:ahLst/>
              <a:cxnLst/>
              <a:rect l="l" t="t" r="r" b="b"/>
              <a:pathLst>
                <a:path w="1602" h="7707" extrusionOk="0">
                  <a:moveTo>
                    <a:pt x="0" y="1"/>
                  </a:moveTo>
                  <a:lnTo>
                    <a:pt x="0"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4" name="Google Shape;1799;p60">
              <a:extLst>
                <a:ext uri="{FF2B5EF4-FFF2-40B4-BE49-F238E27FC236}">
                  <a16:creationId xmlns:a16="http://schemas.microsoft.com/office/drawing/2014/main" id="{1D6EEFC7-5A93-A366-2B7F-4797E26BB291}"/>
                </a:ext>
              </a:extLst>
            </p:cNvPr>
            <p:cNvSpPr/>
            <p:nvPr/>
          </p:nvSpPr>
          <p:spPr>
            <a:xfrm>
              <a:off x="5785983" y="2032635"/>
              <a:ext cx="30967" cy="148976"/>
            </a:xfrm>
            <a:custGeom>
              <a:avLst/>
              <a:gdLst/>
              <a:ahLst/>
              <a:cxnLst/>
              <a:rect l="l" t="t" r="r" b="b"/>
              <a:pathLst>
                <a:path w="1602"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 name="Google Shape;1800;p60">
              <a:extLst>
                <a:ext uri="{FF2B5EF4-FFF2-40B4-BE49-F238E27FC236}">
                  <a16:creationId xmlns:a16="http://schemas.microsoft.com/office/drawing/2014/main" id="{61013546-C6D3-DB69-A4BC-5EED3FC8CD4D}"/>
                </a:ext>
              </a:extLst>
            </p:cNvPr>
            <p:cNvSpPr/>
            <p:nvPr/>
          </p:nvSpPr>
          <p:spPr>
            <a:xfrm>
              <a:off x="5678953" y="1883697"/>
              <a:ext cx="791834" cy="148957"/>
            </a:xfrm>
            <a:custGeom>
              <a:avLst/>
              <a:gdLst/>
              <a:ahLst/>
              <a:cxnLst/>
              <a:rect l="l" t="t" r="r" b="b"/>
              <a:pathLst>
                <a:path w="40964" h="7706" extrusionOk="0">
                  <a:moveTo>
                    <a:pt x="0" y="0"/>
                  </a:moveTo>
                  <a:lnTo>
                    <a:pt x="0" y="7706"/>
                  </a:lnTo>
                  <a:lnTo>
                    <a:pt x="40963" y="7706"/>
                  </a:lnTo>
                  <a:lnTo>
                    <a:pt x="40963"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6" name="Google Shape;1801;p60">
              <a:extLst>
                <a:ext uri="{FF2B5EF4-FFF2-40B4-BE49-F238E27FC236}">
                  <a16:creationId xmlns:a16="http://schemas.microsoft.com/office/drawing/2014/main" id="{150D0136-14EB-3857-3BB3-7FFFBF99987B}"/>
                </a:ext>
              </a:extLst>
            </p:cNvPr>
            <p:cNvSpPr/>
            <p:nvPr/>
          </p:nvSpPr>
          <p:spPr>
            <a:xfrm>
              <a:off x="5678953" y="1883697"/>
              <a:ext cx="791834" cy="16778"/>
            </a:xfrm>
            <a:custGeom>
              <a:avLst/>
              <a:gdLst/>
              <a:ahLst/>
              <a:cxnLst/>
              <a:rect l="l" t="t" r="r" b="b"/>
              <a:pathLst>
                <a:path w="40964" h="868" extrusionOk="0">
                  <a:moveTo>
                    <a:pt x="0" y="0"/>
                  </a:moveTo>
                  <a:lnTo>
                    <a:pt x="0" y="868"/>
                  </a:lnTo>
                  <a:lnTo>
                    <a:pt x="40963" y="868"/>
                  </a:lnTo>
                  <a:lnTo>
                    <a:pt x="40963"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 name="Google Shape;1802;p60">
              <a:extLst>
                <a:ext uri="{FF2B5EF4-FFF2-40B4-BE49-F238E27FC236}">
                  <a16:creationId xmlns:a16="http://schemas.microsoft.com/office/drawing/2014/main" id="{A7E307B7-39E4-47BC-9163-3DB8B8F5BCEF}"/>
                </a:ext>
              </a:extLst>
            </p:cNvPr>
            <p:cNvSpPr/>
            <p:nvPr/>
          </p:nvSpPr>
          <p:spPr>
            <a:xfrm>
              <a:off x="6381135" y="1883697"/>
              <a:ext cx="31605" cy="148957"/>
            </a:xfrm>
            <a:custGeom>
              <a:avLst/>
              <a:gdLst/>
              <a:ahLst/>
              <a:cxnLst/>
              <a:rect l="l" t="t" r="r" b="b"/>
              <a:pathLst>
                <a:path w="1635" h="7706" extrusionOk="0">
                  <a:moveTo>
                    <a:pt x="0" y="0"/>
                  </a:moveTo>
                  <a:lnTo>
                    <a:pt x="0"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 name="Google Shape;1803;p60">
              <a:extLst>
                <a:ext uri="{FF2B5EF4-FFF2-40B4-BE49-F238E27FC236}">
                  <a16:creationId xmlns:a16="http://schemas.microsoft.com/office/drawing/2014/main" id="{3EB59946-1A1A-1A2F-4BEB-BDBA056CC390}"/>
                </a:ext>
              </a:extLst>
            </p:cNvPr>
            <p:cNvSpPr/>
            <p:nvPr/>
          </p:nvSpPr>
          <p:spPr>
            <a:xfrm>
              <a:off x="6309556" y="1883697"/>
              <a:ext cx="31624" cy="148957"/>
            </a:xfrm>
            <a:custGeom>
              <a:avLst/>
              <a:gdLst/>
              <a:ahLst/>
              <a:cxnLst/>
              <a:rect l="l" t="t" r="r" b="b"/>
              <a:pathLst>
                <a:path w="1636" h="7706" extrusionOk="0">
                  <a:moveTo>
                    <a:pt x="1" y="0"/>
                  </a:moveTo>
                  <a:lnTo>
                    <a:pt x="1"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 name="Google Shape;1804;p60">
              <a:extLst>
                <a:ext uri="{FF2B5EF4-FFF2-40B4-BE49-F238E27FC236}">
                  <a16:creationId xmlns:a16="http://schemas.microsoft.com/office/drawing/2014/main" id="{F4F77ED1-5445-0E7C-6140-250336760B97}"/>
                </a:ext>
              </a:extLst>
            </p:cNvPr>
            <p:cNvSpPr/>
            <p:nvPr/>
          </p:nvSpPr>
          <p:spPr>
            <a:xfrm>
              <a:off x="6237996" y="1883697"/>
              <a:ext cx="31605" cy="148957"/>
            </a:xfrm>
            <a:custGeom>
              <a:avLst/>
              <a:gdLst/>
              <a:ahLst/>
              <a:cxnLst/>
              <a:rect l="l" t="t" r="r" b="b"/>
              <a:pathLst>
                <a:path w="1635" h="7706" extrusionOk="0">
                  <a:moveTo>
                    <a:pt x="0" y="0"/>
                  </a:moveTo>
                  <a:lnTo>
                    <a:pt x="0" y="7706"/>
                  </a:lnTo>
                  <a:lnTo>
                    <a:pt x="1635" y="7706"/>
                  </a:lnTo>
                  <a:lnTo>
                    <a:pt x="16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 name="Google Shape;1805;p60">
              <a:extLst>
                <a:ext uri="{FF2B5EF4-FFF2-40B4-BE49-F238E27FC236}">
                  <a16:creationId xmlns:a16="http://schemas.microsoft.com/office/drawing/2014/main" id="{0711E033-77D7-4230-F75F-30C690C3D561}"/>
                </a:ext>
              </a:extLst>
            </p:cNvPr>
            <p:cNvSpPr/>
            <p:nvPr/>
          </p:nvSpPr>
          <p:spPr>
            <a:xfrm>
              <a:off x="6166417" y="1883697"/>
              <a:ext cx="30967" cy="148957"/>
            </a:xfrm>
            <a:custGeom>
              <a:avLst/>
              <a:gdLst/>
              <a:ahLst/>
              <a:cxnLst/>
              <a:rect l="l" t="t" r="r" b="b"/>
              <a:pathLst>
                <a:path w="1602" h="7706" extrusionOk="0">
                  <a:moveTo>
                    <a:pt x="0" y="0"/>
                  </a:moveTo>
                  <a:lnTo>
                    <a:pt x="0" y="7706"/>
                  </a:lnTo>
                  <a:lnTo>
                    <a:pt x="1602" y="7706"/>
                  </a:lnTo>
                  <a:lnTo>
                    <a:pt x="1602"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1" name="Google Shape;1806;p60">
              <a:extLst>
                <a:ext uri="{FF2B5EF4-FFF2-40B4-BE49-F238E27FC236}">
                  <a16:creationId xmlns:a16="http://schemas.microsoft.com/office/drawing/2014/main" id="{CC265BAF-CA9B-090E-3F46-F0CABE7845C2}"/>
                </a:ext>
              </a:extLst>
            </p:cNvPr>
            <p:cNvSpPr/>
            <p:nvPr/>
          </p:nvSpPr>
          <p:spPr>
            <a:xfrm>
              <a:off x="6094838" y="1883697"/>
              <a:ext cx="30967" cy="148957"/>
            </a:xfrm>
            <a:custGeom>
              <a:avLst/>
              <a:gdLst/>
              <a:ahLst/>
              <a:cxnLst/>
              <a:rect l="l" t="t" r="r" b="b"/>
              <a:pathLst>
                <a:path w="1602" h="7706" extrusionOk="0">
                  <a:moveTo>
                    <a:pt x="1" y="0"/>
                  </a:moveTo>
                  <a:lnTo>
                    <a:pt x="1" y="7706"/>
                  </a:lnTo>
                  <a:lnTo>
                    <a:pt x="1602" y="7706"/>
                  </a:lnTo>
                  <a:lnTo>
                    <a:pt x="1602"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 name="Google Shape;1807;p60">
              <a:extLst>
                <a:ext uri="{FF2B5EF4-FFF2-40B4-BE49-F238E27FC236}">
                  <a16:creationId xmlns:a16="http://schemas.microsoft.com/office/drawing/2014/main" id="{8023E649-8C3F-F421-7866-95C9A7800118}"/>
                </a:ext>
              </a:extLst>
            </p:cNvPr>
            <p:cNvSpPr/>
            <p:nvPr/>
          </p:nvSpPr>
          <p:spPr>
            <a:xfrm>
              <a:off x="6023279" y="1883697"/>
              <a:ext cx="30967" cy="148957"/>
            </a:xfrm>
            <a:custGeom>
              <a:avLst/>
              <a:gdLst/>
              <a:ahLst/>
              <a:cxnLst/>
              <a:rect l="l" t="t" r="r" b="b"/>
              <a:pathLst>
                <a:path w="1602" h="7706" extrusionOk="0">
                  <a:moveTo>
                    <a:pt x="0" y="0"/>
                  </a:moveTo>
                  <a:lnTo>
                    <a:pt x="0" y="7706"/>
                  </a:lnTo>
                  <a:lnTo>
                    <a:pt x="1601" y="7706"/>
                  </a:lnTo>
                  <a:lnTo>
                    <a:pt x="1601"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3" name="Google Shape;1808;p60">
              <a:extLst>
                <a:ext uri="{FF2B5EF4-FFF2-40B4-BE49-F238E27FC236}">
                  <a16:creationId xmlns:a16="http://schemas.microsoft.com/office/drawing/2014/main" id="{2CFE0B1D-27DE-5021-58CB-F5FE04C3C598}"/>
                </a:ext>
              </a:extLst>
            </p:cNvPr>
            <p:cNvSpPr/>
            <p:nvPr/>
          </p:nvSpPr>
          <p:spPr>
            <a:xfrm>
              <a:off x="5951700" y="1883697"/>
              <a:ext cx="30967" cy="148957"/>
            </a:xfrm>
            <a:custGeom>
              <a:avLst/>
              <a:gdLst/>
              <a:ahLst/>
              <a:cxnLst/>
              <a:rect l="l" t="t" r="r" b="b"/>
              <a:pathLst>
                <a:path w="1602" h="7706" extrusionOk="0">
                  <a:moveTo>
                    <a:pt x="1" y="0"/>
                  </a:moveTo>
                  <a:lnTo>
                    <a:pt x="1" y="7706"/>
                  </a:lnTo>
                  <a:lnTo>
                    <a:pt x="1602" y="7706"/>
                  </a:lnTo>
                  <a:lnTo>
                    <a:pt x="1602"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4" name="Google Shape;1809;p60">
              <a:extLst>
                <a:ext uri="{FF2B5EF4-FFF2-40B4-BE49-F238E27FC236}">
                  <a16:creationId xmlns:a16="http://schemas.microsoft.com/office/drawing/2014/main" id="{FA29E438-9834-33B6-0F65-907ED0A88EA7}"/>
                </a:ext>
              </a:extLst>
            </p:cNvPr>
            <p:cNvSpPr/>
            <p:nvPr/>
          </p:nvSpPr>
          <p:spPr>
            <a:xfrm>
              <a:off x="5880121" y="1883697"/>
              <a:ext cx="30986" cy="148957"/>
            </a:xfrm>
            <a:custGeom>
              <a:avLst/>
              <a:gdLst/>
              <a:ahLst/>
              <a:cxnLst/>
              <a:rect l="l" t="t" r="r" b="b"/>
              <a:pathLst>
                <a:path w="1603" h="7706" extrusionOk="0">
                  <a:moveTo>
                    <a:pt x="1" y="0"/>
                  </a:moveTo>
                  <a:lnTo>
                    <a:pt x="1" y="7706"/>
                  </a:lnTo>
                  <a:lnTo>
                    <a:pt x="1602" y="7706"/>
                  </a:lnTo>
                  <a:lnTo>
                    <a:pt x="1602"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 name="Google Shape;1810;p60">
              <a:extLst>
                <a:ext uri="{FF2B5EF4-FFF2-40B4-BE49-F238E27FC236}">
                  <a16:creationId xmlns:a16="http://schemas.microsoft.com/office/drawing/2014/main" id="{BE15AA83-4AD1-08DC-2B7E-292768E06AC8}"/>
                </a:ext>
              </a:extLst>
            </p:cNvPr>
            <p:cNvSpPr/>
            <p:nvPr/>
          </p:nvSpPr>
          <p:spPr>
            <a:xfrm>
              <a:off x="5808561" y="1883697"/>
              <a:ext cx="30967" cy="148957"/>
            </a:xfrm>
            <a:custGeom>
              <a:avLst/>
              <a:gdLst/>
              <a:ahLst/>
              <a:cxnLst/>
              <a:rect l="l" t="t" r="r" b="b"/>
              <a:pathLst>
                <a:path w="1602" h="7706" extrusionOk="0">
                  <a:moveTo>
                    <a:pt x="0" y="0"/>
                  </a:moveTo>
                  <a:lnTo>
                    <a:pt x="0" y="7706"/>
                  </a:lnTo>
                  <a:lnTo>
                    <a:pt x="1601" y="7706"/>
                  </a:lnTo>
                  <a:lnTo>
                    <a:pt x="1601"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 name="Google Shape;1811;p60">
              <a:extLst>
                <a:ext uri="{FF2B5EF4-FFF2-40B4-BE49-F238E27FC236}">
                  <a16:creationId xmlns:a16="http://schemas.microsoft.com/office/drawing/2014/main" id="{0AD80624-D8F6-11F6-706E-7CC7280D9C8D}"/>
                </a:ext>
              </a:extLst>
            </p:cNvPr>
            <p:cNvSpPr/>
            <p:nvPr/>
          </p:nvSpPr>
          <p:spPr>
            <a:xfrm>
              <a:off x="5643483" y="1734741"/>
              <a:ext cx="791196" cy="148976"/>
            </a:xfrm>
            <a:custGeom>
              <a:avLst/>
              <a:gdLst/>
              <a:ahLst/>
              <a:cxnLst/>
              <a:rect l="l" t="t" r="r" b="b"/>
              <a:pathLst>
                <a:path w="40931" h="7707" extrusionOk="0">
                  <a:moveTo>
                    <a:pt x="1" y="1"/>
                  </a:moveTo>
                  <a:lnTo>
                    <a:pt x="1" y="7706"/>
                  </a:lnTo>
                  <a:lnTo>
                    <a:pt x="40930" y="7706"/>
                  </a:lnTo>
                  <a:lnTo>
                    <a:pt x="40930"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 name="Google Shape;1812;p60">
              <a:extLst>
                <a:ext uri="{FF2B5EF4-FFF2-40B4-BE49-F238E27FC236}">
                  <a16:creationId xmlns:a16="http://schemas.microsoft.com/office/drawing/2014/main" id="{C6C3186C-1A55-63E6-6D8E-12203F9EE8F0}"/>
                </a:ext>
              </a:extLst>
            </p:cNvPr>
            <p:cNvSpPr/>
            <p:nvPr/>
          </p:nvSpPr>
          <p:spPr>
            <a:xfrm>
              <a:off x="5643483" y="1734741"/>
              <a:ext cx="791196" cy="16798"/>
            </a:xfrm>
            <a:custGeom>
              <a:avLst/>
              <a:gdLst/>
              <a:ahLst/>
              <a:cxnLst/>
              <a:rect l="l" t="t" r="r" b="b"/>
              <a:pathLst>
                <a:path w="40931" h="869" extrusionOk="0">
                  <a:moveTo>
                    <a:pt x="1" y="1"/>
                  </a:moveTo>
                  <a:lnTo>
                    <a:pt x="1" y="868"/>
                  </a:lnTo>
                  <a:lnTo>
                    <a:pt x="40930" y="868"/>
                  </a:lnTo>
                  <a:lnTo>
                    <a:pt x="40930"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 name="Google Shape;1813;p60">
              <a:extLst>
                <a:ext uri="{FF2B5EF4-FFF2-40B4-BE49-F238E27FC236}">
                  <a16:creationId xmlns:a16="http://schemas.microsoft.com/office/drawing/2014/main" id="{73D07884-5F52-6653-8836-AB005CDC0C83}"/>
                </a:ext>
              </a:extLst>
            </p:cNvPr>
            <p:cNvSpPr/>
            <p:nvPr/>
          </p:nvSpPr>
          <p:spPr>
            <a:xfrm>
              <a:off x="6345664" y="1734741"/>
              <a:ext cx="30967" cy="148976"/>
            </a:xfrm>
            <a:custGeom>
              <a:avLst/>
              <a:gdLst/>
              <a:ahLst/>
              <a:cxnLst/>
              <a:rect l="l" t="t" r="r" b="b"/>
              <a:pathLst>
                <a:path w="1602"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 name="Google Shape;1814;p60">
              <a:extLst>
                <a:ext uri="{FF2B5EF4-FFF2-40B4-BE49-F238E27FC236}">
                  <a16:creationId xmlns:a16="http://schemas.microsoft.com/office/drawing/2014/main" id="{506CD652-72F4-0E28-8A73-3BE69EC4AB5E}"/>
                </a:ext>
              </a:extLst>
            </p:cNvPr>
            <p:cNvSpPr/>
            <p:nvPr/>
          </p:nvSpPr>
          <p:spPr>
            <a:xfrm>
              <a:off x="6274105" y="1734741"/>
              <a:ext cx="30967" cy="148976"/>
            </a:xfrm>
            <a:custGeom>
              <a:avLst/>
              <a:gdLst/>
              <a:ahLst/>
              <a:cxnLst/>
              <a:rect l="l" t="t" r="r" b="b"/>
              <a:pathLst>
                <a:path w="1602" h="7707" extrusionOk="0">
                  <a:moveTo>
                    <a:pt x="0" y="1"/>
                  </a:moveTo>
                  <a:lnTo>
                    <a:pt x="0" y="7706"/>
                  </a:lnTo>
                  <a:lnTo>
                    <a:pt x="1601" y="7706"/>
                  </a:lnTo>
                  <a:lnTo>
                    <a:pt x="1601"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 name="Google Shape;1815;p60">
              <a:extLst>
                <a:ext uri="{FF2B5EF4-FFF2-40B4-BE49-F238E27FC236}">
                  <a16:creationId xmlns:a16="http://schemas.microsoft.com/office/drawing/2014/main" id="{81AF172D-440D-81E2-581D-FCF7B5A2A4FD}"/>
                </a:ext>
              </a:extLst>
            </p:cNvPr>
            <p:cNvSpPr/>
            <p:nvPr/>
          </p:nvSpPr>
          <p:spPr>
            <a:xfrm>
              <a:off x="6202526" y="1734741"/>
              <a:ext cx="30967" cy="148976"/>
            </a:xfrm>
            <a:custGeom>
              <a:avLst/>
              <a:gdLst/>
              <a:ahLst/>
              <a:cxnLst/>
              <a:rect l="l" t="t" r="r" b="b"/>
              <a:pathLst>
                <a:path w="1602" h="7707" extrusionOk="0">
                  <a:moveTo>
                    <a:pt x="0" y="1"/>
                  </a:moveTo>
                  <a:lnTo>
                    <a:pt x="0"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 name="Google Shape;1816;p60">
              <a:extLst>
                <a:ext uri="{FF2B5EF4-FFF2-40B4-BE49-F238E27FC236}">
                  <a16:creationId xmlns:a16="http://schemas.microsoft.com/office/drawing/2014/main" id="{30E7CBAD-2692-EBB9-34D9-5AFEDEAFACCC}"/>
                </a:ext>
              </a:extLst>
            </p:cNvPr>
            <p:cNvSpPr/>
            <p:nvPr/>
          </p:nvSpPr>
          <p:spPr>
            <a:xfrm>
              <a:off x="6130309" y="1734741"/>
              <a:ext cx="31605" cy="148976"/>
            </a:xfrm>
            <a:custGeom>
              <a:avLst/>
              <a:gdLst/>
              <a:ahLst/>
              <a:cxnLst/>
              <a:rect l="l" t="t" r="r" b="b"/>
              <a:pathLst>
                <a:path w="1635" h="7707" extrusionOk="0">
                  <a:moveTo>
                    <a:pt x="0" y="1"/>
                  </a:moveTo>
                  <a:lnTo>
                    <a:pt x="0" y="7706"/>
                  </a:lnTo>
                  <a:lnTo>
                    <a:pt x="1635" y="7706"/>
                  </a:lnTo>
                  <a:lnTo>
                    <a:pt x="1635"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 name="Google Shape;1817;p60">
              <a:extLst>
                <a:ext uri="{FF2B5EF4-FFF2-40B4-BE49-F238E27FC236}">
                  <a16:creationId xmlns:a16="http://schemas.microsoft.com/office/drawing/2014/main" id="{FEC748C3-A7E2-C420-2AF6-0DD5111EC34D}"/>
                </a:ext>
              </a:extLst>
            </p:cNvPr>
            <p:cNvSpPr/>
            <p:nvPr/>
          </p:nvSpPr>
          <p:spPr>
            <a:xfrm>
              <a:off x="6059387" y="1734741"/>
              <a:ext cx="30967" cy="148976"/>
            </a:xfrm>
            <a:custGeom>
              <a:avLst/>
              <a:gdLst/>
              <a:ahLst/>
              <a:cxnLst/>
              <a:rect l="l" t="t" r="r" b="b"/>
              <a:pathLst>
                <a:path w="1602" h="7707" extrusionOk="0">
                  <a:moveTo>
                    <a:pt x="0" y="1"/>
                  </a:moveTo>
                  <a:lnTo>
                    <a:pt x="0" y="7706"/>
                  </a:lnTo>
                  <a:lnTo>
                    <a:pt x="1601" y="7706"/>
                  </a:lnTo>
                  <a:lnTo>
                    <a:pt x="1601"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 name="Google Shape;1818;p60">
              <a:extLst>
                <a:ext uri="{FF2B5EF4-FFF2-40B4-BE49-F238E27FC236}">
                  <a16:creationId xmlns:a16="http://schemas.microsoft.com/office/drawing/2014/main" id="{66047FFE-C3B0-610A-3D21-1EC28B37C0E2}"/>
                </a:ext>
              </a:extLst>
            </p:cNvPr>
            <p:cNvSpPr/>
            <p:nvPr/>
          </p:nvSpPr>
          <p:spPr>
            <a:xfrm>
              <a:off x="5987808" y="1734741"/>
              <a:ext cx="30967" cy="148976"/>
            </a:xfrm>
            <a:custGeom>
              <a:avLst/>
              <a:gdLst/>
              <a:ahLst/>
              <a:cxnLst/>
              <a:rect l="l" t="t" r="r" b="b"/>
              <a:pathLst>
                <a:path w="1602" h="7707" extrusionOk="0">
                  <a:moveTo>
                    <a:pt x="1" y="1"/>
                  </a:moveTo>
                  <a:lnTo>
                    <a:pt x="1" y="7706"/>
                  </a:lnTo>
                  <a:lnTo>
                    <a:pt x="1602" y="7706"/>
                  </a:lnTo>
                  <a:lnTo>
                    <a:pt x="1602"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 name="Google Shape;1819;p60">
              <a:extLst>
                <a:ext uri="{FF2B5EF4-FFF2-40B4-BE49-F238E27FC236}">
                  <a16:creationId xmlns:a16="http://schemas.microsoft.com/office/drawing/2014/main" id="{68EF03C6-9CF8-5A55-7BDE-08F55D7CD9C9}"/>
                </a:ext>
              </a:extLst>
            </p:cNvPr>
            <p:cNvSpPr/>
            <p:nvPr/>
          </p:nvSpPr>
          <p:spPr>
            <a:xfrm>
              <a:off x="5915591" y="1734741"/>
              <a:ext cx="31624" cy="148976"/>
            </a:xfrm>
            <a:custGeom>
              <a:avLst/>
              <a:gdLst/>
              <a:ahLst/>
              <a:cxnLst/>
              <a:rect l="l" t="t" r="r" b="b"/>
              <a:pathLst>
                <a:path w="1636" h="7707" extrusionOk="0">
                  <a:moveTo>
                    <a:pt x="1" y="1"/>
                  </a:moveTo>
                  <a:lnTo>
                    <a:pt x="1" y="7706"/>
                  </a:lnTo>
                  <a:lnTo>
                    <a:pt x="1635" y="7706"/>
                  </a:lnTo>
                  <a:lnTo>
                    <a:pt x="1635"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 name="Google Shape;1820;p60">
              <a:extLst>
                <a:ext uri="{FF2B5EF4-FFF2-40B4-BE49-F238E27FC236}">
                  <a16:creationId xmlns:a16="http://schemas.microsoft.com/office/drawing/2014/main" id="{A2119819-5EF1-4CF9-4448-C2071F9D2E7C}"/>
                </a:ext>
              </a:extLst>
            </p:cNvPr>
            <p:cNvSpPr/>
            <p:nvPr/>
          </p:nvSpPr>
          <p:spPr>
            <a:xfrm>
              <a:off x="5844012" y="1734741"/>
              <a:ext cx="31624" cy="148976"/>
            </a:xfrm>
            <a:custGeom>
              <a:avLst/>
              <a:gdLst/>
              <a:ahLst/>
              <a:cxnLst/>
              <a:rect l="l" t="t" r="r" b="b"/>
              <a:pathLst>
                <a:path w="1636" h="7707" extrusionOk="0">
                  <a:moveTo>
                    <a:pt x="1" y="1"/>
                  </a:moveTo>
                  <a:lnTo>
                    <a:pt x="1" y="7706"/>
                  </a:lnTo>
                  <a:lnTo>
                    <a:pt x="1635" y="7706"/>
                  </a:lnTo>
                  <a:lnTo>
                    <a:pt x="1635"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 name="Google Shape;1821;p60">
              <a:extLst>
                <a:ext uri="{FF2B5EF4-FFF2-40B4-BE49-F238E27FC236}">
                  <a16:creationId xmlns:a16="http://schemas.microsoft.com/office/drawing/2014/main" id="{57CD5541-14BA-DBD6-B930-2B9317F290C4}"/>
                </a:ext>
              </a:extLst>
            </p:cNvPr>
            <p:cNvSpPr/>
            <p:nvPr/>
          </p:nvSpPr>
          <p:spPr>
            <a:xfrm>
              <a:off x="5772452" y="1734741"/>
              <a:ext cx="31605" cy="148976"/>
            </a:xfrm>
            <a:custGeom>
              <a:avLst/>
              <a:gdLst/>
              <a:ahLst/>
              <a:cxnLst/>
              <a:rect l="l" t="t" r="r" b="b"/>
              <a:pathLst>
                <a:path w="1635" h="7707" extrusionOk="0">
                  <a:moveTo>
                    <a:pt x="0" y="1"/>
                  </a:moveTo>
                  <a:lnTo>
                    <a:pt x="0" y="7706"/>
                  </a:lnTo>
                  <a:lnTo>
                    <a:pt x="1635" y="7706"/>
                  </a:lnTo>
                  <a:lnTo>
                    <a:pt x="1635"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7" name="Google Shape;1822;p60">
              <a:extLst>
                <a:ext uri="{FF2B5EF4-FFF2-40B4-BE49-F238E27FC236}">
                  <a16:creationId xmlns:a16="http://schemas.microsoft.com/office/drawing/2014/main" id="{F2B3B364-7114-301F-3C30-C27B82CE8BD0}"/>
                </a:ext>
              </a:extLst>
            </p:cNvPr>
            <p:cNvSpPr/>
            <p:nvPr/>
          </p:nvSpPr>
          <p:spPr>
            <a:xfrm>
              <a:off x="5862724" y="1145021"/>
              <a:ext cx="2386733" cy="1794230"/>
            </a:xfrm>
            <a:custGeom>
              <a:avLst/>
              <a:gdLst/>
              <a:ahLst/>
              <a:cxnLst/>
              <a:rect l="l" t="t" r="r" b="b"/>
              <a:pathLst>
                <a:path w="123473" h="92821" extrusionOk="0">
                  <a:moveTo>
                    <a:pt x="118905" y="1"/>
                  </a:moveTo>
                  <a:cubicBezTo>
                    <a:pt x="118821" y="1"/>
                    <a:pt x="118737" y="7"/>
                    <a:pt x="118652" y="20"/>
                  </a:cubicBezTo>
                  <a:lnTo>
                    <a:pt x="102340" y="2822"/>
                  </a:lnTo>
                  <a:cubicBezTo>
                    <a:pt x="100906" y="3056"/>
                    <a:pt x="100505" y="4890"/>
                    <a:pt x="101673" y="5724"/>
                  </a:cubicBezTo>
                  <a:lnTo>
                    <a:pt x="104675" y="7859"/>
                  </a:lnTo>
                  <a:lnTo>
                    <a:pt x="86228" y="33945"/>
                  </a:lnTo>
                  <a:cubicBezTo>
                    <a:pt x="85923" y="34372"/>
                    <a:pt x="85432" y="34600"/>
                    <a:pt x="84937" y="34600"/>
                  </a:cubicBezTo>
                  <a:cubicBezTo>
                    <a:pt x="84619" y="34600"/>
                    <a:pt x="84300" y="34507"/>
                    <a:pt x="84027" y="34312"/>
                  </a:cubicBezTo>
                  <a:lnTo>
                    <a:pt x="56908" y="15131"/>
                  </a:lnTo>
                  <a:cubicBezTo>
                    <a:pt x="56624" y="14938"/>
                    <a:pt x="56301" y="14844"/>
                    <a:pt x="55982" y="14844"/>
                  </a:cubicBezTo>
                  <a:cubicBezTo>
                    <a:pt x="55475" y="14844"/>
                    <a:pt x="54980" y="15081"/>
                    <a:pt x="54673" y="15531"/>
                  </a:cubicBezTo>
                  <a:lnTo>
                    <a:pt x="0" y="92820"/>
                  </a:lnTo>
                  <a:lnTo>
                    <a:pt x="19648" y="92820"/>
                  </a:lnTo>
                  <a:lnTo>
                    <a:pt x="58509" y="37881"/>
                  </a:lnTo>
                  <a:cubicBezTo>
                    <a:pt x="58816" y="37430"/>
                    <a:pt x="59311" y="37193"/>
                    <a:pt x="59810" y="37193"/>
                  </a:cubicBezTo>
                  <a:cubicBezTo>
                    <a:pt x="60124" y="37193"/>
                    <a:pt x="60440" y="37287"/>
                    <a:pt x="60710" y="37480"/>
                  </a:cubicBezTo>
                  <a:lnTo>
                    <a:pt x="87863" y="56661"/>
                  </a:lnTo>
                  <a:cubicBezTo>
                    <a:pt x="88134" y="56868"/>
                    <a:pt x="88451" y="56964"/>
                    <a:pt x="88766" y="56964"/>
                  </a:cubicBezTo>
                  <a:cubicBezTo>
                    <a:pt x="89264" y="56964"/>
                    <a:pt x="89758" y="56723"/>
                    <a:pt x="90065" y="56294"/>
                  </a:cubicBezTo>
                  <a:lnTo>
                    <a:pt x="117784" y="17099"/>
                  </a:lnTo>
                  <a:lnTo>
                    <a:pt x="120820" y="19234"/>
                  </a:lnTo>
                  <a:cubicBezTo>
                    <a:pt x="121107" y="19431"/>
                    <a:pt x="121416" y="19519"/>
                    <a:pt x="121716" y="19519"/>
                  </a:cubicBezTo>
                  <a:cubicBezTo>
                    <a:pt x="122637" y="19519"/>
                    <a:pt x="123473" y="18690"/>
                    <a:pt x="123322" y="17633"/>
                  </a:cubicBezTo>
                  <a:lnTo>
                    <a:pt x="120520" y="1321"/>
                  </a:lnTo>
                  <a:cubicBezTo>
                    <a:pt x="120369" y="539"/>
                    <a:pt x="119676" y="1"/>
                    <a:pt x="118905" y="1"/>
                  </a:cubicBezTo>
                  <a:close/>
                </a:path>
              </a:pathLst>
            </a:custGeom>
            <a:solidFill>
              <a:srgbClr val="CCCCC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8" name="Google Shape;1823;p60">
              <a:extLst>
                <a:ext uri="{FF2B5EF4-FFF2-40B4-BE49-F238E27FC236}">
                  <a16:creationId xmlns:a16="http://schemas.microsoft.com/office/drawing/2014/main" id="{7DDB298D-1C83-7637-CFFD-38770C27B3BC}"/>
                </a:ext>
              </a:extLst>
            </p:cNvPr>
            <p:cNvSpPr/>
            <p:nvPr/>
          </p:nvSpPr>
          <p:spPr>
            <a:xfrm>
              <a:off x="5949129" y="1190543"/>
              <a:ext cx="2249046" cy="1704848"/>
            </a:xfrm>
            <a:custGeom>
              <a:avLst/>
              <a:gdLst/>
              <a:ahLst/>
              <a:cxnLst/>
              <a:rect l="l" t="t" r="r" b="b"/>
              <a:pathLst>
                <a:path w="116350" h="88197" extrusionOk="0">
                  <a:moveTo>
                    <a:pt x="113748" y="267"/>
                  </a:moveTo>
                  <a:lnTo>
                    <a:pt x="116050" y="13610"/>
                  </a:lnTo>
                  <a:lnTo>
                    <a:pt x="112814" y="11308"/>
                  </a:lnTo>
                  <a:lnTo>
                    <a:pt x="112747" y="11308"/>
                  </a:lnTo>
                  <a:cubicBezTo>
                    <a:pt x="112714" y="11308"/>
                    <a:pt x="112681" y="11342"/>
                    <a:pt x="112681" y="11342"/>
                  </a:cubicBezTo>
                  <a:lnTo>
                    <a:pt x="84961" y="50536"/>
                  </a:lnTo>
                  <a:cubicBezTo>
                    <a:pt x="84653" y="50947"/>
                    <a:pt x="84192" y="51169"/>
                    <a:pt x="83728" y="51169"/>
                  </a:cubicBezTo>
                  <a:cubicBezTo>
                    <a:pt x="83439" y="51169"/>
                    <a:pt x="83149" y="51083"/>
                    <a:pt x="82893" y="50903"/>
                  </a:cubicBezTo>
                  <a:lnTo>
                    <a:pt x="55740" y="31723"/>
                  </a:lnTo>
                  <a:cubicBezTo>
                    <a:pt x="55448" y="31520"/>
                    <a:pt x="55118" y="31423"/>
                    <a:pt x="54792" y="31423"/>
                  </a:cubicBezTo>
                  <a:cubicBezTo>
                    <a:pt x="54259" y="31423"/>
                    <a:pt x="53736" y="31681"/>
                    <a:pt x="53405" y="32157"/>
                  </a:cubicBezTo>
                  <a:lnTo>
                    <a:pt x="13877" y="87997"/>
                  </a:lnTo>
                  <a:lnTo>
                    <a:pt x="300" y="87997"/>
                  </a:lnTo>
                  <a:lnTo>
                    <a:pt x="50870" y="16512"/>
                  </a:lnTo>
                  <a:cubicBezTo>
                    <a:pt x="51153" y="16108"/>
                    <a:pt x="51607" y="15888"/>
                    <a:pt x="52076" y="15888"/>
                  </a:cubicBezTo>
                  <a:cubicBezTo>
                    <a:pt x="52382" y="15888"/>
                    <a:pt x="52695" y="15981"/>
                    <a:pt x="52971" y="16179"/>
                  </a:cubicBezTo>
                  <a:lnTo>
                    <a:pt x="80091" y="35359"/>
                  </a:lnTo>
                  <a:cubicBezTo>
                    <a:pt x="80364" y="35558"/>
                    <a:pt x="80674" y="35664"/>
                    <a:pt x="80994" y="35664"/>
                  </a:cubicBezTo>
                  <a:cubicBezTo>
                    <a:pt x="81103" y="35664"/>
                    <a:pt x="81214" y="35651"/>
                    <a:pt x="81325" y="35626"/>
                  </a:cubicBezTo>
                  <a:cubicBezTo>
                    <a:pt x="81792" y="35559"/>
                    <a:pt x="82159" y="35326"/>
                    <a:pt x="82426" y="34959"/>
                  </a:cubicBezTo>
                  <a:lnTo>
                    <a:pt x="103641" y="4971"/>
                  </a:lnTo>
                  <a:cubicBezTo>
                    <a:pt x="103641" y="4937"/>
                    <a:pt x="103641" y="4937"/>
                    <a:pt x="103641" y="4904"/>
                  </a:cubicBezTo>
                  <a:cubicBezTo>
                    <a:pt x="103641" y="4870"/>
                    <a:pt x="103607" y="4837"/>
                    <a:pt x="103607" y="4837"/>
                  </a:cubicBezTo>
                  <a:lnTo>
                    <a:pt x="100372" y="2535"/>
                  </a:lnTo>
                  <a:lnTo>
                    <a:pt x="113748" y="267"/>
                  </a:lnTo>
                  <a:close/>
                  <a:moveTo>
                    <a:pt x="113881" y="0"/>
                  </a:moveTo>
                  <a:lnTo>
                    <a:pt x="100105" y="2369"/>
                  </a:lnTo>
                  <a:cubicBezTo>
                    <a:pt x="100072" y="2369"/>
                    <a:pt x="100038" y="2402"/>
                    <a:pt x="100038" y="2435"/>
                  </a:cubicBezTo>
                  <a:cubicBezTo>
                    <a:pt x="100005" y="2469"/>
                    <a:pt x="100038" y="2502"/>
                    <a:pt x="100072" y="2535"/>
                  </a:cubicBezTo>
                  <a:lnTo>
                    <a:pt x="103407" y="4904"/>
                  </a:lnTo>
                  <a:lnTo>
                    <a:pt x="82259" y="34792"/>
                  </a:lnTo>
                  <a:cubicBezTo>
                    <a:pt x="81975" y="35217"/>
                    <a:pt x="81520" y="35433"/>
                    <a:pt x="81049" y="35433"/>
                  </a:cubicBezTo>
                  <a:cubicBezTo>
                    <a:pt x="80744" y="35433"/>
                    <a:pt x="80433" y="35342"/>
                    <a:pt x="80157" y="35159"/>
                  </a:cubicBezTo>
                  <a:lnTo>
                    <a:pt x="53038" y="15978"/>
                  </a:lnTo>
                  <a:cubicBezTo>
                    <a:pt x="52737" y="15769"/>
                    <a:pt x="52396" y="15668"/>
                    <a:pt x="52059" y="15668"/>
                  </a:cubicBezTo>
                  <a:cubicBezTo>
                    <a:pt x="51537" y="15668"/>
                    <a:pt x="51028" y="15912"/>
                    <a:pt x="50703" y="16379"/>
                  </a:cubicBezTo>
                  <a:lnTo>
                    <a:pt x="33" y="88030"/>
                  </a:lnTo>
                  <a:cubicBezTo>
                    <a:pt x="0" y="88063"/>
                    <a:pt x="0" y="88097"/>
                    <a:pt x="33" y="88130"/>
                  </a:cubicBezTo>
                  <a:cubicBezTo>
                    <a:pt x="33" y="88163"/>
                    <a:pt x="67" y="88197"/>
                    <a:pt x="100" y="88197"/>
                  </a:cubicBezTo>
                  <a:lnTo>
                    <a:pt x="13943" y="88197"/>
                  </a:lnTo>
                  <a:cubicBezTo>
                    <a:pt x="13977" y="88197"/>
                    <a:pt x="14010" y="88163"/>
                    <a:pt x="14043" y="88163"/>
                  </a:cubicBezTo>
                  <a:lnTo>
                    <a:pt x="53638" y="32290"/>
                  </a:lnTo>
                  <a:cubicBezTo>
                    <a:pt x="53926" y="31879"/>
                    <a:pt x="54378" y="31658"/>
                    <a:pt x="54839" y="31658"/>
                  </a:cubicBezTo>
                  <a:cubicBezTo>
                    <a:pt x="55126" y="31658"/>
                    <a:pt x="55417" y="31744"/>
                    <a:pt x="55673" y="31923"/>
                  </a:cubicBezTo>
                  <a:lnTo>
                    <a:pt x="82826" y="51104"/>
                  </a:lnTo>
                  <a:cubicBezTo>
                    <a:pt x="83117" y="51306"/>
                    <a:pt x="83448" y="51403"/>
                    <a:pt x="83774" y="51403"/>
                  </a:cubicBezTo>
                  <a:cubicBezTo>
                    <a:pt x="84307" y="51403"/>
                    <a:pt x="84830" y="51146"/>
                    <a:pt x="85161" y="50670"/>
                  </a:cubicBezTo>
                  <a:lnTo>
                    <a:pt x="112847" y="11575"/>
                  </a:lnTo>
                  <a:lnTo>
                    <a:pt x="116183" y="13944"/>
                  </a:lnTo>
                  <a:cubicBezTo>
                    <a:pt x="116200" y="13960"/>
                    <a:pt x="116216" y="13969"/>
                    <a:pt x="116233" y="13969"/>
                  </a:cubicBezTo>
                  <a:cubicBezTo>
                    <a:pt x="116250" y="13969"/>
                    <a:pt x="116266" y="13960"/>
                    <a:pt x="116283" y="13944"/>
                  </a:cubicBezTo>
                  <a:cubicBezTo>
                    <a:pt x="116316" y="13910"/>
                    <a:pt x="116350" y="13877"/>
                    <a:pt x="116350" y="13844"/>
                  </a:cubicBezTo>
                  <a:lnTo>
                    <a:pt x="113981" y="67"/>
                  </a:lnTo>
                  <a:cubicBezTo>
                    <a:pt x="113981" y="34"/>
                    <a:pt x="113915" y="0"/>
                    <a:pt x="113881" y="0"/>
                  </a:cubicBezTo>
                  <a:close/>
                </a:path>
              </a:pathLst>
            </a:custGeom>
            <a:solidFill>
              <a:srgbClr val="CCCCC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9" name="Google Shape;1824;p60">
              <a:extLst>
                <a:ext uri="{FF2B5EF4-FFF2-40B4-BE49-F238E27FC236}">
                  <a16:creationId xmlns:a16="http://schemas.microsoft.com/office/drawing/2014/main" id="{59E56AAD-F49C-FE2A-6123-05A208E8E8E6}"/>
                </a:ext>
              </a:extLst>
            </p:cNvPr>
            <p:cNvSpPr/>
            <p:nvPr/>
          </p:nvSpPr>
          <p:spPr>
            <a:xfrm>
              <a:off x="7699093" y="2433056"/>
              <a:ext cx="33538" cy="493282"/>
            </a:xfrm>
            <a:custGeom>
              <a:avLst/>
              <a:gdLst/>
              <a:ahLst/>
              <a:cxnLst/>
              <a:rect l="l" t="t" r="r" b="b"/>
              <a:pathLst>
                <a:path w="1735" h="25519" extrusionOk="0">
                  <a:moveTo>
                    <a:pt x="0" y="1"/>
                  </a:moveTo>
                  <a:lnTo>
                    <a:pt x="0" y="25519"/>
                  </a:lnTo>
                  <a:lnTo>
                    <a:pt x="1735" y="25519"/>
                  </a:lnTo>
                  <a:lnTo>
                    <a:pt x="1735" y="1"/>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0" name="Google Shape;1825;p60">
              <a:extLst>
                <a:ext uri="{FF2B5EF4-FFF2-40B4-BE49-F238E27FC236}">
                  <a16:creationId xmlns:a16="http://schemas.microsoft.com/office/drawing/2014/main" id="{275E4211-4745-7BD3-6622-3A5C525845CF}"/>
                </a:ext>
              </a:extLst>
            </p:cNvPr>
            <p:cNvSpPr/>
            <p:nvPr/>
          </p:nvSpPr>
          <p:spPr>
            <a:xfrm>
              <a:off x="7989256" y="2164833"/>
              <a:ext cx="32900" cy="761505"/>
            </a:xfrm>
            <a:custGeom>
              <a:avLst/>
              <a:gdLst/>
              <a:ahLst/>
              <a:cxnLst/>
              <a:rect l="l" t="t" r="r" b="b"/>
              <a:pathLst>
                <a:path w="1702" h="39395" extrusionOk="0">
                  <a:moveTo>
                    <a:pt x="0" y="0"/>
                  </a:moveTo>
                  <a:lnTo>
                    <a:pt x="0" y="39395"/>
                  </a:lnTo>
                  <a:lnTo>
                    <a:pt x="1701" y="39395"/>
                  </a:lnTo>
                  <a:lnTo>
                    <a:pt x="1701"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 name="Google Shape;1826;p60">
              <a:extLst>
                <a:ext uri="{FF2B5EF4-FFF2-40B4-BE49-F238E27FC236}">
                  <a16:creationId xmlns:a16="http://schemas.microsoft.com/office/drawing/2014/main" id="{F6EC08C6-18E8-2E4F-9704-BEFAB35367D3}"/>
                </a:ext>
              </a:extLst>
            </p:cNvPr>
            <p:cNvSpPr/>
            <p:nvPr/>
          </p:nvSpPr>
          <p:spPr>
            <a:xfrm>
              <a:off x="8283922" y="2347308"/>
              <a:ext cx="33538" cy="579030"/>
            </a:xfrm>
            <a:custGeom>
              <a:avLst/>
              <a:gdLst/>
              <a:ahLst/>
              <a:cxnLst/>
              <a:rect l="l" t="t" r="r" b="b"/>
              <a:pathLst>
                <a:path w="1735" h="29955" extrusionOk="0">
                  <a:moveTo>
                    <a:pt x="0" y="0"/>
                  </a:moveTo>
                  <a:lnTo>
                    <a:pt x="0" y="29955"/>
                  </a:lnTo>
                  <a:lnTo>
                    <a:pt x="1735" y="29955"/>
                  </a:lnTo>
                  <a:lnTo>
                    <a:pt x="1735"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2" name="Google Shape;1827;p60">
              <a:extLst>
                <a:ext uri="{FF2B5EF4-FFF2-40B4-BE49-F238E27FC236}">
                  <a16:creationId xmlns:a16="http://schemas.microsoft.com/office/drawing/2014/main" id="{F0708677-D799-CFCE-716E-49715D3A7223}"/>
                </a:ext>
              </a:extLst>
            </p:cNvPr>
            <p:cNvSpPr/>
            <p:nvPr/>
          </p:nvSpPr>
          <p:spPr>
            <a:xfrm>
              <a:off x="7466959" y="2433056"/>
              <a:ext cx="232153" cy="493282"/>
            </a:xfrm>
            <a:custGeom>
              <a:avLst/>
              <a:gdLst/>
              <a:ahLst/>
              <a:cxnLst/>
              <a:rect l="l" t="t" r="r" b="b"/>
              <a:pathLst>
                <a:path w="12010" h="25519" extrusionOk="0">
                  <a:moveTo>
                    <a:pt x="1" y="1"/>
                  </a:moveTo>
                  <a:lnTo>
                    <a:pt x="1" y="25519"/>
                  </a:lnTo>
                  <a:lnTo>
                    <a:pt x="12009" y="25519"/>
                  </a:lnTo>
                  <a:lnTo>
                    <a:pt x="12009"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 name="Google Shape;1828;p60">
              <a:extLst>
                <a:ext uri="{FF2B5EF4-FFF2-40B4-BE49-F238E27FC236}">
                  <a16:creationId xmlns:a16="http://schemas.microsoft.com/office/drawing/2014/main" id="{F7DBC54B-9C8A-55AD-1793-D589ABB34746}"/>
                </a:ext>
              </a:extLst>
            </p:cNvPr>
            <p:cNvSpPr/>
            <p:nvPr/>
          </p:nvSpPr>
          <p:spPr>
            <a:xfrm>
              <a:off x="7756484" y="2164833"/>
              <a:ext cx="232791" cy="761505"/>
            </a:xfrm>
            <a:custGeom>
              <a:avLst/>
              <a:gdLst/>
              <a:ahLst/>
              <a:cxnLst/>
              <a:rect l="l" t="t" r="r" b="b"/>
              <a:pathLst>
                <a:path w="12043" h="39395" extrusionOk="0">
                  <a:moveTo>
                    <a:pt x="0" y="0"/>
                  </a:moveTo>
                  <a:lnTo>
                    <a:pt x="0" y="39395"/>
                  </a:lnTo>
                  <a:lnTo>
                    <a:pt x="12042" y="39395"/>
                  </a:lnTo>
                  <a:lnTo>
                    <a:pt x="12042"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 name="Google Shape;1829;p60">
              <a:extLst>
                <a:ext uri="{FF2B5EF4-FFF2-40B4-BE49-F238E27FC236}">
                  <a16:creationId xmlns:a16="http://schemas.microsoft.com/office/drawing/2014/main" id="{CD077A82-7CAA-5B34-AB2C-4DC882BDCB08}"/>
                </a:ext>
              </a:extLst>
            </p:cNvPr>
            <p:cNvSpPr/>
            <p:nvPr/>
          </p:nvSpPr>
          <p:spPr>
            <a:xfrm>
              <a:off x="8051788" y="2347308"/>
              <a:ext cx="232791" cy="579030"/>
            </a:xfrm>
            <a:custGeom>
              <a:avLst/>
              <a:gdLst/>
              <a:ahLst/>
              <a:cxnLst/>
              <a:rect l="l" t="t" r="r" b="b"/>
              <a:pathLst>
                <a:path w="12043" h="29955" extrusionOk="0">
                  <a:moveTo>
                    <a:pt x="1" y="0"/>
                  </a:moveTo>
                  <a:lnTo>
                    <a:pt x="1" y="29955"/>
                  </a:lnTo>
                  <a:lnTo>
                    <a:pt x="12043" y="29955"/>
                  </a:lnTo>
                  <a:lnTo>
                    <a:pt x="12043"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 name="Google Shape;1830;p60">
              <a:extLst>
                <a:ext uri="{FF2B5EF4-FFF2-40B4-BE49-F238E27FC236}">
                  <a16:creationId xmlns:a16="http://schemas.microsoft.com/office/drawing/2014/main" id="{A2A7A61E-D006-204B-17D7-C11C52E49725}"/>
                </a:ext>
              </a:extLst>
            </p:cNvPr>
            <p:cNvSpPr/>
            <p:nvPr/>
          </p:nvSpPr>
          <p:spPr>
            <a:xfrm>
              <a:off x="6864076" y="2727085"/>
              <a:ext cx="72893" cy="158641"/>
            </a:xfrm>
            <a:custGeom>
              <a:avLst/>
              <a:gdLst/>
              <a:ahLst/>
              <a:cxnLst/>
              <a:rect l="l" t="t" r="r" b="b"/>
              <a:pathLst>
                <a:path w="3771" h="8207" extrusionOk="0">
                  <a:moveTo>
                    <a:pt x="568" y="1"/>
                  </a:moveTo>
                  <a:lnTo>
                    <a:pt x="1" y="7606"/>
                  </a:lnTo>
                  <a:lnTo>
                    <a:pt x="3237" y="8206"/>
                  </a:lnTo>
                  <a:lnTo>
                    <a:pt x="3770" y="601"/>
                  </a:lnTo>
                  <a:lnTo>
                    <a:pt x="568" y="1"/>
                  </a:lnTo>
                  <a:close/>
                </a:path>
              </a:pathLst>
            </a:custGeom>
            <a:solidFill>
              <a:srgbClr val="7F3E3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 name="Google Shape;1831;p60">
              <a:extLst>
                <a:ext uri="{FF2B5EF4-FFF2-40B4-BE49-F238E27FC236}">
                  <a16:creationId xmlns:a16="http://schemas.microsoft.com/office/drawing/2014/main" id="{B420E506-77B9-0DF9-1C1E-1ED566B38554}"/>
                </a:ext>
              </a:extLst>
            </p:cNvPr>
            <p:cNvSpPr/>
            <p:nvPr/>
          </p:nvSpPr>
          <p:spPr>
            <a:xfrm>
              <a:off x="7266430" y="2737407"/>
              <a:ext cx="79330" cy="147024"/>
            </a:xfrm>
            <a:custGeom>
              <a:avLst/>
              <a:gdLst/>
              <a:ahLst/>
              <a:cxnLst/>
              <a:rect l="l" t="t" r="r" b="b"/>
              <a:pathLst>
                <a:path w="4104" h="7606" extrusionOk="0">
                  <a:moveTo>
                    <a:pt x="1" y="0"/>
                  </a:moveTo>
                  <a:lnTo>
                    <a:pt x="835" y="7606"/>
                  </a:lnTo>
                  <a:lnTo>
                    <a:pt x="4104" y="7606"/>
                  </a:lnTo>
                  <a:lnTo>
                    <a:pt x="3303" y="0"/>
                  </a:lnTo>
                  <a:close/>
                </a:path>
              </a:pathLst>
            </a:custGeom>
            <a:solidFill>
              <a:srgbClr val="7F3E3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 name="Google Shape;1832;p60">
              <a:extLst>
                <a:ext uri="{FF2B5EF4-FFF2-40B4-BE49-F238E27FC236}">
                  <a16:creationId xmlns:a16="http://schemas.microsoft.com/office/drawing/2014/main" id="{B08AC2F5-1F6A-8557-BEBE-BEDCF2180BDC}"/>
                </a:ext>
              </a:extLst>
            </p:cNvPr>
            <p:cNvSpPr/>
            <p:nvPr/>
          </p:nvSpPr>
          <p:spPr>
            <a:xfrm>
              <a:off x="7154876" y="2876680"/>
              <a:ext cx="218622" cy="72236"/>
            </a:xfrm>
            <a:custGeom>
              <a:avLst/>
              <a:gdLst/>
              <a:ahLst/>
              <a:cxnLst/>
              <a:rect l="l" t="t" r="r" b="b"/>
              <a:pathLst>
                <a:path w="11310" h="3737" extrusionOk="0">
                  <a:moveTo>
                    <a:pt x="6339" y="0"/>
                  </a:moveTo>
                  <a:cubicBezTo>
                    <a:pt x="6139" y="0"/>
                    <a:pt x="5939" y="67"/>
                    <a:pt x="5805" y="234"/>
                  </a:cubicBezTo>
                  <a:cubicBezTo>
                    <a:pt x="5005" y="934"/>
                    <a:pt x="3103" y="1702"/>
                    <a:pt x="568" y="2269"/>
                  </a:cubicBezTo>
                  <a:cubicBezTo>
                    <a:pt x="1" y="2369"/>
                    <a:pt x="168" y="3736"/>
                    <a:pt x="1569" y="3736"/>
                  </a:cubicBezTo>
                  <a:cubicBezTo>
                    <a:pt x="2936" y="3736"/>
                    <a:pt x="5939" y="3636"/>
                    <a:pt x="6939" y="3636"/>
                  </a:cubicBezTo>
                  <a:cubicBezTo>
                    <a:pt x="8540" y="3636"/>
                    <a:pt x="9508" y="3703"/>
                    <a:pt x="10775" y="3736"/>
                  </a:cubicBezTo>
                  <a:cubicBezTo>
                    <a:pt x="11076" y="3736"/>
                    <a:pt x="11309" y="3470"/>
                    <a:pt x="11242" y="3169"/>
                  </a:cubicBezTo>
                  <a:lnTo>
                    <a:pt x="10609" y="234"/>
                  </a:lnTo>
                  <a:cubicBezTo>
                    <a:pt x="10575" y="100"/>
                    <a:pt x="10475" y="0"/>
                    <a:pt x="10342"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 name="Google Shape;1833;p60">
              <a:extLst>
                <a:ext uri="{FF2B5EF4-FFF2-40B4-BE49-F238E27FC236}">
                  <a16:creationId xmlns:a16="http://schemas.microsoft.com/office/drawing/2014/main" id="{80362147-F0A9-FDAC-A6C9-9FFB5F55733C}"/>
                </a:ext>
              </a:extLst>
            </p:cNvPr>
            <p:cNvSpPr/>
            <p:nvPr/>
          </p:nvSpPr>
          <p:spPr>
            <a:xfrm>
              <a:off x="6717709" y="2860307"/>
              <a:ext cx="223764" cy="84317"/>
            </a:xfrm>
            <a:custGeom>
              <a:avLst/>
              <a:gdLst/>
              <a:ahLst/>
              <a:cxnLst/>
              <a:rect l="l" t="t" r="r" b="b"/>
              <a:pathLst>
                <a:path w="11576" h="4362" extrusionOk="0">
                  <a:moveTo>
                    <a:pt x="7435" y="1"/>
                  </a:moveTo>
                  <a:cubicBezTo>
                    <a:pt x="7227" y="1"/>
                    <a:pt x="7014" y="39"/>
                    <a:pt x="6839" y="114"/>
                  </a:cubicBezTo>
                  <a:cubicBezTo>
                    <a:pt x="5359" y="722"/>
                    <a:pt x="4445" y="813"/>
                    <a:pt x="3365" y="813"/>
                  </a:cubicBezTo>
                  <a:cubicBezTo>
                    <a:pt x="2907" y="813"/>
                    <a:pt x="2418" y="796"/>
                    <a:pt x="1843" y="796"/>
                  </a:cubicBezTo>
                  <a:cubicBezTo>
                    <a:pt x="1544" y="796"/>
                    <a:pt x="1222" y="801"/>
                    <a:pt x="868" y="814"/>
                  </a:cubicBezTo>
                  <a:cubicBezTo>
                    <a:pt x="301" y="847"/>
                    <a:pt x="1" y="2282"/>
                    <a:pt x="1335" y="2515"/>
                  </a:cubicBezTo>
                  <a:cubicBezTo>
                    <a:pt x="3537" y="2916"/>
                    <a:pt x="4437" y="3149"/>
                    <a:pt x="6305" y="3449"/>
                  </a:cubicBezTo>
                  <a:cubicBezTo>
                    <a:pt x="7906" y="3716"/>
                    <a:pt x="9741" y="4116"/>
                    <a:pt x="11009" y="4350"/>
                  </a:cubicBezTo>
                  <a:cubicBezTo>
                    <a:pt x="11044" y="4358"/>
                    <a:pt x="11078" y="4361"/>
                    <a:pt x="11112" y="4361"/>
                  </a:cubicBezTo>
                  <a:cubicBezTo>
                    <a:pt x="11367" y="4361"/>
                    <a:pt x="11576" y="4148"/>
                    <a:pt x="11576" y="3883"/>
                  </a:cubicBezTo>
                  <a:lnTo>
                    <a:pt x="11409" y="881"/>
                  </a:lnTo>
                  <a:cubicBezTo>
                    <a:pt x="11409" y="747"/>
                    <a:pt x="11309" y="647"/>
                    <a:pt x="11175" y="614"/>
                  </a:cubicBezTo>
                  <a:lnTo>
                    <a:pt x="7640" y="13"/>
                  </a:lnTo>
                  <a:cubicBezTo>
                    <a:pt x="7573" y="5"/>
                    <a:pt x="7504" y="1"/>
                    <a:pt x="7435"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9" name="Google Shape;1834;p60">
              <a:extLst>
                <a:ext uri="{FF2B5EF4-FFF2-40B4-BE49-F238E27FC236}">
                  <a16:creationId xmlns:a16="http://schemas.microsoft.com/office/drawing/2014/main" id="{8A863AAE-A108-8109-2422-6CF44467C4ED}"/>
                </a:ext>
              </a:extLst>
            </p:cNvPr>
            <p:cNvSpPr/>
            <p:nvPr/>
          </p:nvSpPr>
          <p:spPr>
            <a:xfrm>
              <a:off x="6665479" y="913273"/>
              <a:ext cx="417199" cy="294686"/>
            </a:xfrm>
            <a:custGeom>
              <a:avLst/>
              <a:gdLst/>
              <a:ahLst/>
              <a:cxnLst/>
              <a:rect l="l" t="t" r="r" b="b"/>
              <a:pathLst>
                <a:path w="21583" h="15245" extrusionOk="0">
                  <a:moveTo>
                    <a:pt x="16880" y="1"/>
                  </a:moveTo>
                  <a:lnTo>
                    <a:pt x="16646" y="668"/>
                  </a:lnTo>
                  <a:lnTo>
                    <a:pt x="16346" y="1335"/>
                  </a:lnTo>
                  <a:cubicBezTo>
                    <a:pt x="16179" y="1802"/>
                    <a:pt x="15979" y="2236"/>
                    <a:pt x="15745" y="2703"/>
                  </a:cubicBezTo>
                  <a:cubicBezTo>
                    <a:pt x="15312" y="3570"/>
                    <a:pt x="14878" y="4471"/>
                    <a:pt x="14411" y="5305"/>
                  </a:cubicBezTo>
                  <a:cubicBezTo>
                    <a:pt x="13944" y="6138"/>
                    <a:pt x="13410" y="6939"/>
                    <a:pt x="12843" y="7706"/>
                  </a:cubicBezTo>
                  <a:cubicBezTo>
                    <a:pt x="12310" y="8407"/>
                    <a:pt x="11709" y="9074"/>
                    <a:pt x="11042" y="9674"/>
                  </a:cubicBezTo>
                  <a:cubicBezTo>
                    <a:pt x="10742" y="9908"/>
                    <a:pt x="10442" y="10175"/>
                    <a:pt x="10075" y="10375"/>
                  </a:cubicBezTo>
                  <a:cubicBezTo>
                    <a:pt x="9941" y="10475"/>
                    <a:pt x="9741" y="10575"/>
                    <a:pt x="9608" y="10642"/>
                  </a:cubicBezTo>
                  <a:cubicBezTo>
                    <a:pt x="9474" y="10708"/>
                    <a:pt x="9374" y="10775"/>
                    <a:pt x="9241" y="10808"/>
                  </a:cubicBezTo>
                  <a:cubicBezTo>
                    <a:pt x="8807" y="10942"/>
                    <a:pt x="8407" y="11042"/>
                    <a:pt x="7973" y="11075"/>
                  </a:cubicBezTo>
                  <a:cubicBezTo>
                    <a:pt x="7506" y="11142"/>
                    <a:pt x="7039" y="11209"/>
                    <a:pt x="6539" y="11275"/>
                  </a:cubicBezTo>
                  <a:cubicBezTo>
                    <a:pt x="4537" y="11442"/>
                    <a:pt x="2436" y="11509"/>
                    <a:pt x="334" y="11576"/>
                  </a:cubicBezTo>
                  <a:lnTo>
                    <a:pt x="1" y="14011"/>
                  </a:lnTo>
                  <a:cubicBezTo>
                    <a:pt x="2136" y="14645"/>
                    <a:pt x="4337" y="15011"/>
                    <a:pt x="6539" y="15212"/>
                  </a:cubicBezTo>
                  <a:cubicBezTo>
                    <a:pt x="7106" y="15245"/>
                    <a:pt x="7706" y="15245"/>
                    <a:pt x="8307" y="15245"/>
                  </a:cubicBezTo>
                  <a:cubicBezTo>
                    <a:pt x="8941" y="15245"/>
                    <a:pt x="9574" y="15212"/>
                    <a:pt x="10208" y="15112"/>
                  </a:cubicBezTo>
                  <a:cubicBezTo>
                    <a:pt x="10575" y="15011"/>
                    <a:pt x="10975" y="14911"/>
                    <a:pt x="11342" y="14778"/>
                  </a:cubicBezTo>
                  <a:cubicBezTo>
                    <a:pt x="11509" y="14711"/>
                    <a:pt x="11676" y="14645"/>
                    <a:pt x="11809" y="14578"/>
                  </a:cubicBezTo>
                  <a:cubicBezTo>
                    <a:pt x="11976" y="14511"/>
                    <a:pt x="12143" y="14444"/>
                    <a:pt x="12276" y="14344"/>
                  </a:cubicBezTo>
                  <a:cubicBezTo>
                    <a:pt x="12877" y="14044"/>
                    <a:pt x="13444" y="13677"/>
                    <a:pt x="13944" y="13310"/>
                  </a:cubicBezTo>
                  <a:cubicBezTo>
                    <a:pt x="15846" y="11776"/>
                    <a:pt x="17413" y="9941"/>
                    <a:pt x="18648" y="7840"/>
                  </a:cubicBezTo>
                  <a:cubicBezTo>
                    <a:pt x="19248" y="6872"/>
                    <a:pt x="19782" y="5838"/>
                    <a:pt x="20282" y="4804"/>
                  </a:cubicBezTo>
                  <a:cubicBezTo>
                    <a:pt x="20516" y="4304"/>
                    <a:pt x="20749" y="3770"/>
                    <a:pt x="20949" y="3270"/>
                  </a:cubicBezTo>
                  <a:cubicBezTo>
                    <a:pt x="21083" y="3003"/>
                    <a:pt x="21183" y="2703"/>
                    <a:pt x="21283" y="2469"/>
                  </a:cubicBezTo>
                  <a:cubicBezTo>
                    <a:pt x="21383" y="2202"/>
                    <a:pt x="21483" y="1969"/>
                    <a:pt x="21583" y="1635"/>
                  </a:cubicBezTo>
                  <a:lnTo>
                    <a:pt x="16880" y="1"/>
                  </a:lnTo>
                  <a:close/>
                </a:path>
              </a:pathLst>
            </a:custGeom>
            <a:solidFill>
              <a:srgbClr val="7F3E3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0" name="Google Shape;1835;p60">
              <a:extLst>
                <a:ext uri="{FF2B5EF4-FFF2-40B4-BE49-F238E27FC236}">
                  <a16:creationId xmlns:a16="http://schemas.microsoft.com/office/drawing/2014/main" id="{439F7064-C863-7209-2239-4FCD18E7282F}"/>
                </a:ext>
              </a:extLst>
            </p:cNvPr>
            <p:cNvSpPr/>
            <p:nvPr/>
          </p:nvSpPr>
          <p:spPr>
            <a:xfrm>
              <a:off x="6893090" y="870013"/>
              <a:ext cx="274718" cy="250266"/>
            </a:xfrm>
            <a:custGeom>
              <a:avLst/>
              <a:gdLst/>
              <a:ahLst/>
              <a:cxnLst/>
              <a:rect l="l" t="t" r="r" b="b"/>
              <a:pathLst>
                <a:path w="14212" h="12947" extrusionOk="0">
                  <a:moveTo>
                    <a:pt x="8063" y="1"/>
                  </a:moveTo>
                  <a:cubicBezTo>
                    <a:pt x="6129" y="1"/>
                    <a:pt x="4344" y="1057"/>
                    <a:pt x="3470" y="2772"/>
                  </a:cubicBezTo>
                  <a:cubicBezTo>
                    <a:pt x="2069" y="5374"/>
                    <a:pt x="1" y="9844"/>
                    <a:pt x="1" y="9844"/>
                  </a:cubicBezTo>
                  <a:lnTo>
                    <a:pt x="7640" y="12946"/>
                  </a:lnTo>
                  <a:cubicBezTo>
                    <a:pt x="7640" y="12946"/>
                    <a:pt x="14211" y="4"/>
                    <a:pt x="8240" y="4"/>
                  </a:cubicBezTo>
                  <a:cubicBezTo>
                    <a:pt x="8181" y="2"/>
                    <a:pt x="8122" y="1"/>
                    <a:pt x="8063" y="1"/>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1" name="Google Shape;1836;p60">
              <a:extLst>
                <a:ext uri="{FF2B5EF4-FFF2-40B4-BE49-F238E27FC236}">
                  <a16:creationId xmlns:a16="http://schemas.microsoft.com/office/drawing/2014/main" id="{71330CA5-D5C0-3E69-A944-43BA508EC77F}"/>
                </a:ext>
              </a:extLst>
            </p:cNvPr>
            <p:cNvSpPr/>
            <p:nvPr/>
          </p:nvSpPr>
          <p:spPr>
            <a:xfrm>
              <a:off x="6619068" y="1114460"/>
              <a:ext cx="89633" cy="75368"/>
            </a:xfrm>
            <a:custGeom>
              <a:avLst/>
              <a:gdLst/>
              <a:ahLst/>
              <a:cxnLst/>
              <a:rect l="l" t="t" r="r" b="b"/>
              <a:pathLst>
                <a:path w="4637" h="3899" extrusionOk="0">
                  <a:moveTo>
                    <a:pt x="2002" y="0"/>
                  </a:moveTo>
                  <a:lnTo>
                    <a:pt x="0" y="3770"/>
                  </a:lnTo>
                  <a:cubicBezTo>
                    <a:pt x="486" y="3855"/>
                    <a:pt x="985" y="3898"/>
                    <a:pt x="1487" y="3898"/>
                  </a:cubicBezTo>
                  <a:cubicBezTo>
                    <a:pt x="2158" y="3898"/>
                    <a:pt x="2836" y="3822"/>
                    <a:pt x="3503" y="3669"/>
                  </a:cubicBezTo>
                  <a:lnTo>
                    <a:pt x="4637" y="1501"/>
                  </a:lnTo>
                  <a:lnTo>
                    <a:pt x="2002" y="0"/>
                  </a:lnTo>
                  <a:close/>
                </a:path>
              </a:pathLst>
            </a:custGeom>
            <a:solidFill>
              <a:srgbClr val="7F3E3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 name="Google Shape;1837;p60">
              <a:extLst>
                <a:ext uri="{FF2B5EF4-FFF2-40B4-BE49-F238E27FC236}">
                  <a16:creationId xmlns:a16="http://schemas.microsoft.com/office/drawing/2014/main" id="{7690119A-D2DE-D6A3-A518-BB17376C5DE0}"/>
                </a:ext>
              </a:extLst>
            </p:cNvPr>
            <p:cNvSpPr/>
            <p:nvPr/>
          </p:nvSpPr>
          <p:spPr>
            <a:xfrm>
              <a:off x="6581026" y="1114460"/>
              <a:ext cx="76102" cy="72874"/>
            </a:xfrm>
            <a:custGeom>
              <a:avLst/>
              <a:gdLst/>
              <a:ahLst/>
              <a:cxnLst/>
              <a:rect l="l" t="t" r="r" b="b"/>
              <a:pathLst>
                <a:path w="3937" h="3770" extrusionOk="0">
                  <a:moveTo>
                    <a:pt x="1468" y="0"/>
                  </a:moveTo>
                  <a:lnTo>
                    <a:pt x="0" y="3303"/>
                  </a:lnTo>
                  <a:lnTo>
                    <a:pt x="1935" y="3770"/>
                  </a:lnTo>
                  <a:lnTo>
                    <a:pt x="3936" y="0"/>
                  </a:lnTo>
                  <a:close/>
                </a:path>
              </a:pathLst>
            </a:custGeom>
            <a:solidFill>
              <a:srgbClr val="7F3E3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 name="Google Shape;1838;p60">
              <a:extLst>
                <a:ext uri="{FF2B5EF4-FFF2-40B4-BE49-F238E27FC236}">
                  <a16:creationId xmlns:a16="http://schemas.microsoft.com/office/drawing/2014/main" id="{62569186-8ECF-E5CB-7EEA-15816EA050E8}"/>
                </a:ext>
              </a:extLst>
            </p:cNvPr>
            <p:cNvSpPr/>
            <p:nvPr/>
          </p:nvSpPr>
          <p:spPr>
            <a:xfrm>
              <a:off x="6869237" y="2727085"/>
              <a:ext cx="67732" cy="87720"/>
            </a:xfrm>
            <a:custGeom>
              <a:avLst/>
              <a:gdLst/>
              <a:ahLst/>
              <a:cxnLst/>
              <a:rect l="l" t="t" r="r" b="b"/>
              <a:pathLst>
                <a:path w="3504" h="4538" extrusionOk="0">
                  <a:moveTo>
                    <a:pt x="301" y="1"/>
                  </a:moveTo>
                  <a:lnTo>
                    <a:pt x="1" y="3903"/>
                  </a:lnTo>
                  <a:lnTo>
                    <a:pt x="3236" y="4537"/>
                  </a:lnTo>
                  <a:lnTo>
                    <a:pt x="3503" y="601"/>
                  </a:lnTo>
                  <a:lnTo>
                    <a:pt x="301" y="1"/>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 name="Google Shape;1839;p60">
              <a:extLst>
                <a:ext uri="{FF2B5EF4-FFF2-40B4-BE49-F238E27FC236}">
                  <a16:creationId xmlns:a16="http://schemas.microsoft.com/office/drawing/2014/main" id="{219F3D5B-6235-78E9-38AD-D231A84DA513}"/>
                </a:ext>
              </a:extLst>
            </p:cNvPr>
            <p:cNvSpPr/>
            <p:nvPr/>
          </p:nvSpPr>
          <p:spPr>
            <a:xfrm>
              <a:off x="7266430" y="2737407"/>
              <a:ext cx="71598" cy="76102"/>
            </a:xfrm>
            <a:custGeom>
              <a:avLst/>
              <a:gdLst/>
              <a:ahLst/>
              <a:cxnLst/>
              <a:rect l="l" t="t" r="r" b="b"/>
              <a:pathLst>
                <a:path w="3704" h="3937" extrusionOk="0">
                  <a:moveTo>
                    <a:pt x="1" y="0"/>
                  </a:moveTo>
                  <a:lnTo>
                    <a:pt x="434" y="3936"/>
                  </a:lnTo>
                  <a:lnTo>
                    <a:pt x="3703" y="3936"/>
                  </a:lnTo>
                  <a:lnTo>
                    <a:pt x="3303" y="0"/>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5" name="Google Shape;1840;p60">
              <a:extLst>
                <a:ext uri="{FF2B5EF4-FFF2-40B4-BE49-F238E27FC236}">
                  <a16:creationId xmlns:a16="http://schemas.microsoft.com/office/drawing/2014/main" id="{BCA6F224-4BEF-D553-B512-855F4D23BCE5}"/>
                </a:ext>
              </a:extLst>
            </p:cNvPr>
            <p:cNvSpPr/>
            <p:nvPr/>
          </p:nvSpPr>
          <p:spPr>
            <a:xfrm>
              <a:off x="6924694" y="866205"/>
              <a:ext cx="442986" cy="580345"/>
            </a:xfrm>
            <a:custGeom>
              <a:avLst/>
              <a:gdLst/>
              <a:ahLst/>
              <a:cxnLst/>
              <a:rect l="l" t="t" r="r" b="b"/>
              <a:pathLst>
                <a:path w="22917" h="30023" extrusionOk="0">
                  <a:moveTo>
                    <a:pt x="9641" y="1"/>
                  </a:moveTo>
                  <a:cubicBezTo>
                    <a:pt x="9307" y="1"/>
                    <a:pt x="9007" y="34"/>
                    <a:pt x="8707" y="34"/>
                  </a:cubicBezTo>
                  <a:cubicBezTo>
                    <a:pt x="7339" y="101"/>
                    <a:pt x="5938" y="267"/>
                    <a:pt x="4537" y="534"/>
                  </a:cubicBezTo>
                  <a:cubicBezTo>
                    <a:pt x="4537" y="534"/>
                    <a:pt x="0" y="10141"/>
                    <a:pt x="2369" y="28788"/>
                  </a:cubicBezTo>
                  <a:cubicBezTo>
                    <a:pt x="7673" y="29188"/>
                    <a:pt x="17346" y="29855"/>
                    <a:pt x="19881" y="30022"/>
                  </a:cubicBezTo>
                  <a:cubicBezTo>
                    <a:pt x="20048" y="28688"/>
                    <a:pt x="19948" y="24752"/>
                    <a:pt x="20215" y="19581"/>
                  </a:cubicBezTo>
                  <a:cubicBezTo>
                    <a:pt x="20315" y="17380"/>
                    <a:pt x="20515" y="14978"/>
                    <a:pt x="20815" y="12443"/>
                  </a:cubicBezTo>
                  <a:cubicBezTo>
                    <a:pt x="21249" y="8774"/>
                    <a:pt x="21949" y="5171"/>
                    <a:pt x="22917" y="1635"/>
                  </a:cubicBezTo>
                  <a:cubicBezTo>
                    <a:pt x="22917" y="1635"/>
                    <a:pt x="20849" y="1068"/>
                    <a:pt x="18480" y="701"/>
                  </a:cubicBezTo>
                  <a:cubicBezTo>
                    <a:pt x="18013" y="634"/>
                    <a:pt x="17546" y="568"/>
                    <a:pt x="17079" y="501"/>
                  </a:cubicBezTo>
                  <a:cubicBezTo>
                    <a:pt x="14611" y="201"/>
                    <a:pt x="12109" y="1"/>
                    <a:pt x="9641" y="1"/>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6" name="Google Shape;1841;p60">
              <a:extLst>
                <a:ext uri="{FF2B5EF4-FFF2-40B4-BE49-F238E27FC236}">
                  <a16:creationId xmlns:a16="http://schemas.microsoft.com/office/drawing/2014/main" id="{9F9E5136-400E-E9EA-69C3-B04168316EE4}"/>
                </a:ext>
              </a:extLst>
            </p:cNvPr>
            <p:cNvSpPr/>
            <p:nvPr/>
          </p:nvSpPr>
          <p:spPr>
            <a:xfrm>
              <a:off x="7101371" y="712744"/>
              <a:ext cx="154118" cy="200336"/>
            </a:xfrm>
            <a:custGeom>
              <a:avLst/>
              <a:gdLst/>
              <a:ahLst/>
              <a:cxnLst/>
              <a:rect l="l" t="t" r="r" b="b"/>
              <a:pathLst>
                <a:path w="7973" h="10364" extrusionOk="0">
                  <a:moveTo>
                    <a:pt x="7806" y="1"/>
                  </a:moveTo>
                  <a:lnTo>
                    <a:pt x="2969" y="3603"/>
                  </a:lnTo>
                  <a:cubicBezTo>
                    <a:pt x="3303" y="5471"/>
                    <a:pt x="3236" y="7473"/>
                    <a:pt x="534" y="7906"/>
                  </a:cubicBezTo>
                  <a:cubicBezTo>
                    <a:pt x="0" y="8673"/>
                    <a:pt x="0" y="10141"/>
                    <a:pt x="2068" y="10308"/>
                  </a:cubicBezTo>
                  <a:cubicBezTo>
                    <a:pt x="2368" y="10345"/>
                    <a:pt x="2668" y="10364"/>
                    <a:pt x="2967" y="10364"/>
                  </a:cubicBezTo>
                  <a:cubicBezTo>
                    <a:pt x="4801" y="10364"/>
                    <a:pt x="6596" y="9673"/>
                    <a:pt x="7973" y="8440"/>
                  </a:cubicBezTo>
                  <a:cubicBezTo>
                    <a:pt x="6405" y="6705"/>
                    <a:pt x="7172" y="2369"/>
                    <a:pt x="7806" y="1"/>
                  </a:cubicBezTo>
                  <a:close/>
                </a:path>
              </a:pathLst>
            </a:custGeom>
            <a:solidFill>
              <a:srgbClr val="7F3E3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 name="Google Shape;1842;p60">
              <a:extLst>
                <a:ext uri="{FF2B5EF4-FFF2-40B4-BE49-F238E27FC236}">
                  <a16:creationId xmlns:a16="http://schemas.microsoft.com/office/drawing/2014/main" id="{CBAD974E-7656-AE0D-6FA5-6AA39A2377BF}"/>
                </a:ext>
              </a:extLst>
            </p:cNvPr>
            <p:cNvSpPr/>
            <p:nvPr/>
          </p:nvSpPr>
          <p:spPr>
            <a:xfrm>
              <a:off x="7112331" y="912636"/>
              <a:ext cx="61276" cy="44768"/>
            </a:xfrm>
            <a:custGeom>
              <a:avLst/>
              <a:gdLst/>
              <a:ahLst/>
              <a:cxnLst/>
              <a:rect l="l" t="t" r="r" b="b"/>
              <a:pathLst>
                <a:path w="3170" h="2316" extrusionOk="0">
                  <a:moveTo>
                    <a:pt x="1902" y="0"/>
                  </a:moveTo>
                  <a:cubicBezTo>
                    <a:pt x="1902" y="0"/>
                    <a:pt x="234" y="434"/>
                    <a:pt x="0" y="768"/>
                  </a:cubicBezTo>
                  <a:cubicBezTo>
                    <a:pt x="34" y="1135"/>
                    <a:pt x="134" y="1468"/>
                    <a:pt x="267" y="1835"/>
                  </a:cubicBezTo>
                  <a:cubicBezTo>
                    <a:pt x="334" y="2069"/>
                    <a:pt x="534" y="2202"/>
                    <a:pt x="768" y="2202"/>
                  </a:cubicBezTo>
                  <a:cubicBezTo>
                    <a:pt x="1135" y="2202"/>
                    <a:pt x="1468" y="2235"/>
                    <a:pt x="1802" y="2302"/>
                  </a:cubicBezTo>
                  <a:cubicBezTo>
                    <a:pt x="1837" y="2311"/>
                    <a:pt x="1876" y="2315"/>
                    <a:pt x="1915" y="2315"/>
                  </a:cubicBezTo>
                  <a:cubicBezTo>
                    <a:pt x="2022" y="2315"/>
                    <a:pt x="2138" y="2284"/>
                    <a:pt x="2235" y="2235"/>
                  </a:cubicBezTo>
                  <a:cubicBezTo>
                    <a:pt x="2636" y="1968"/>
                    <a:pt x="3169" y="1568"/>
                    <a:pt x="3036" y="1101"/>
                  </a:cubicBezTo>
                  <a:cubicBezTo>
                    <a:pt x="2869" y="534"/>
                    <a:pt x="1902" y="0"/>
                    <a:pt x="1902" y="0"/>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 name="Google Shape;1843;p60">
              <a:extLst>
                <a:ext uri="{FF2B5EF4-FFF2-40B4-BE49-F238E27FC236}">
                  <a16:creationId xmlns:a16="http://schemas.microsoft.com/office/drawing/2014/main" id="{BB597698-0386-2323-BCF8-E5E19206786B}"/>
                </a:ext>
              </a:extLst>
            </p:cNvPr>
            <p:cNvSpPr/>
            <p:nvPr/>
          </p:nvSpPr>
          <p:spPr>
            <a:xfrm>
              <a:off x="7078793" y="948106"/>
              <a:ext cx="67732" cy="344325"/>
            </a:xfrm>
            <a:custGeom>
              <a:avLst/>
              <a:gdLst/>
              <a:ahLst/>
              <a:cxnLst/>
              <a:rect l="l" t="t" r="r" b="b"/>
              <a:pathLst>
                <a:path w="3504" h="17813" extrusionOk="0">
                  <a:moveTo>
                    <a:pt x="2603" y="0"/>
                  </a:moveTo>
                  <a:cubicBezTo>
                    <a:pt x="1936" y="1468"/>
                    <a:pt x="401" y="10874"/>
                    <a:pt x="201" y="12275"/>
                  </a:cubicBezTo>
                  <a:cubicBezTo>
                    <a:pt x="1" y="13710"/>
                    <a:pt x="668" y="16011"/>
                    <a:pt x="1569" y="17813"/>
                  </a:cubicBezTo>
                  <a:cubicBezTo>
                    <a:pt x="2603" y="16378"/>
                    <a:pt x="3203" y="14677"/>
                    <a:pt x="3270" y="12909"/>
                  </a:cubicBezTo>
                  <a:cubicBezTo>
                    <a:pt x="3403" y="10975"/>
                    <a:pt x="3503" y="234"/>
                    <a:pt x="3503" y="234"/>
                  </a:cubicBezTo>
                  <a:lnTo>
                    <a:pt x="2603" y="0"/>
                  </a:ln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 name="Google Shape;1844;p60">
              <a:extLst>
                <a:ext uri="{FF2B5EF4-FFF2-40B4-BE49-F238E27FC236}">
                  <a16:creationId xmlns:a16="http://schemas.microsoft.com/office/drawing/2014/main" id="{C04735DB-F3E4-7B6D-4280-E195BE50D603}"/>
                </a:ext>
              </a:extLst>
            </p:cNvPr>
            <p:cNvSpPr/>
            <p:nvPr/>
          </p:nvSpPr>
          <p:spPr>
            <a:xfrm>
              <a:off x="7148439" y="870477"/>
              <a:ext cx="139930" cy="78286"/>
            </a:xfrm>
            <a:custGeom>
              <a:avLst/>
              <a:gdLst/>
              <a:ahLst/>
              <a:cxnLst/>
              <a:rect l="l" t="t" r="r" b="b"/>
              <a:pathLst>
                <a:path w="7239" h="4050" extrusionOk="0">
                  <a:moveTo>
                    <a:pt x="5457" y="1"/>
                  </a:moveTo>
                  <a:cubicBezTo>
                    <a:pt x="5404" y="1"/>
                    <a:pt x="5363" y="14"/>
                    <a:pt x="5338" y="46"/>
                  </a:cubicBezTo>
                  <a:cubicBezTo>
                    <a:pt x="5104" y="380"/>
                    <a:pt x="3136" y="1548"/>
                    <a:pt x="0" y="2181"/>
                  </a:cubicBezTo>
                  <a:cubicBezTo>
                    <a:pt x="634" y="2715"/>
                    <a:pt x="1135" y="3349"/>
                    <a:pt x="1535" y="4049"/>
                  </a:cubicBezTo>
                  <a:cubicBezTo>
                    <a:pt x="2569" y="3983"/>
                    <a:pt x="7239" y="1948"/>
                    <a:pt x="6572" y="347"/>
                  </a:cubicBezTo>
                  <a:cubicBezTo>
                    <a:pt x="6114" y="239"/>
                    <a:pt x="5678" y="1"/>
                    <a:pt x="5457" y="1"/>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 name="Google Shape;1845;p60">
              <a:extLst>
                <a:ext uri="{FF2B5EF4-FFF2-40B4-BE49-F238E27FC236}">
                  <a16:creationId xmlns:a16="http://schemas.microsoft.com/office/drawing/2014/main" id="{0DDCEE93-5710-5CF8-E901-F2B5331FCEF4}"/>
                </a:ext>
              </a:extLst>
            </p:cNvPr>
            <p:cNvSpPr/>
            <p:nvPr/>
          </p:nvSpPr>
          <p:spPr>
            <a:xfrm>
              <a:off x="7073632" y="861662"/>
              <a:ext cx="74826" cy="82578"/>
            </a:xfrm>
            <a:custGeom>
              <a:avLst/>
              <a:gdLst/>
              <a:ahLst/>
              <a:cxnLst/>
              <a:rect l="l" t="t" r="r" b="b"/>
              <a:pathLst>
                <a:path w="3871" h="4272" extrusionOk="0">
                  <a:moveTo>
                    <a:pt x="2083" y="1"/>
                  </a:moveTo>
                  <a:cubicBezTo>
                    <a:pt x="1854" y="1"/>
                    <a:pt x="1421" y="177"/>
                    <a:pt x="968" y="202"/>
                  </a:cubicBezTo>
                  <a:cubicBezTo>
                    <a:pt x="1" y="1637"/>
                    <a:pt x="601" y="3805"/>
                    <a:pt x="1669" y="4272"/>
                  </a:cubicBezTo>
                  <a:cubicBezTo>
                    <a:pt x="2102" y="3271"/>
                    <a:pt x="3870" y="2637"/>
                    <a:pt x="3870" y="2637"/>
                  </a:cubicBezTo>
                  <a:cubicBezTo>
                    <a:pt x="1969" y="1436"/>
                    <a:pt x="2403" y="436"/>
                    <a:pt x="2236" y="69"/>
                  </a:cubicBezTo>
                  <a:cubicBezTo>
                    <a:pt x="2211" y="19"/>
                    <a:pt x="2158" y="1"/>
                    <a:pt x="2083" y="1"/>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1" name="Google Shape;1846;p60">
              <a:extLst>
                <a:ext uri="{FF2B5EF4-FFF2-40B4-BE49-F238E27FC236}">
                  <a16:creationId xmlns:a16="http://schemas.microsoft.com/office/drawing/2014/main" id="{0FCAEC3C-D9A1-43D9-6FB5-C02F67A60426}"/>
                </a:ext>
              </a:extLst>
            </p:cNvPr>
            <p:cNvSpPr/>
            <p:nvPr/>
          </p:nvSpPr>
          <p:spPr>
            <a:xfrm>
              <a:off x="7158761" y="741121"/>
              <a:ext cx="56753" cy="67075"/>
            </a:xfrm>
            <a:custGeom>
              <a:avLst/>
              <a:gdLst/>
              <a:ahLst/>
              <a:cxnLst/>
              <a:rect l="l" t="t" r="r" b="b"/>
              <a:pathLst>
                <a:path w="2936" h="3470" extrusionOk="0">
                  <a:moveTo>
                    <a:pt x="2869" y="0"/>
                  </a:moveTo>
                  <a:lnTo>
                    <a:pt x="0" y="2102"/>
                  </a:lnTo>
                  <a:cubicBezTo>
                    <a:pt x="100" y="2569"/>
                    <a:pt x="134" y="3002"/>
                    <a:pt x="134" y="3469"/>
                  </a:cubicBezTo>
                  <a:cubicBezTo>
                    <a:pt x="1168" y="3369"/>
                    <a:pt x="2635" y="2369"/>
                    <a:pt x="2835" y="1301"/>
                  </a:cubicBezTo>
                  <a:cubicBezTo>
                    <a:pt x="2936" y="868"/>
                    <a:pt x="2936" y="434"/>
                    <a:pt x="2869"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 name="Google Shape;1847;p60">
              <a:extLst>
                <a:ext uri="{FF2B5EF4-FFF2-40B4-BE49-F238E27FC236}">
                  <a16:creationId xmlns:a16="http://schemas.microsoft.com/office/drawing/2014/main" id="{C49BFFA6-ABCE-2B24-7665-79FDDAF00D3E}"/>
                </a:ext>
              </a:extLst>
            </p:cNvPr>
            <p:cNvSpPr/>
            <p:nvPr/>
          </p:nvSpPr>
          <p:spPr>
            <a:xfrm>
              <a:off x="7085462" y="563980"/>
              <a:ext cx="93654" cy="96534"/>
            </a:xfrm>
            <a:custGeom>
              <a:avLst/>
              <a:gdLst/>
              <a:ahLst/>
              <a:cxnLst/>
              <a:rect l="l" t="t" r="r" b="b"/>
              <a:pathLst>
                <a:path w="4845" h="4994" extrusionOk="0">
                  <a:moveTo>
                    <a:pt x="2291" y="1"/>
                  </a:moveTo>
                  <a:cubicBezTo>
                    <a:pt x="2104" y="1"/>
                    <a:pt x="1903" y="40"/>
                    <a:pt x="1691" y="125"/>
                  </a:cubicBezTo>
                  <a:cubicBezTo>
                    <a:pt x="481" y="570"/>
                    <a:pt x="1" y="4993"/>
                    <a:pt x="2189" y="4993"/>
                  </a:cubicBezTo>
                  <a:cubicBezTo>
                    <a:pt x="2295" y="4993"/>
                    <a:pt x="2407" y="4983"/>
                    <a:pt x="2525" y="4961"/>
                  </a:cubicBezTo>
                  <a:cubicBezTo>
                    <a:pt x="4844" y="4534"/>
                    <a:pt x="4315" y="1"/>
                    <a:pt x="2291"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3" name="Google Shape;1848;p60">
              <a:extLst>
                <a:ext uri="{FF2B5EF4-FFF2-40B4-BE49-F238E27FC236}">
                  <a16:creationId xmlns:a16="http://schemas.microsoft.com/office/drawing/2014/main" id="{01E11B13-FCF5-CA00-6F29-962D346F3C88}"/>
                </a:ext>
              </a:extLst>
            </p:cNvPr>
            <p:cNvSpPr/>
            <p:nvPr/>
          </p:nvSpPr>
          <p:spPr>
            <a:xfrm>
              <a:off x="7084901" y="546139"/>
              <a:ext cx="212417" cy="244119"/>
            </a:xfrm>
            <a:custGeom>
              <a:avLst/>
              <a:gdLst/>
              <a:ahLst/>
              <a:cxnLst/>
              <a:rect l="l" t="t" r="r" b="b"/>
              <a:pathLst>
                <a:path w="10989" h="12629" extrusionOk="0">
                  <a:moveTo>
                    <a:pt x="5831" y="1"/>
                  </a:moveTo>
                  <a:cubicBezTo>
                    <a:pt x="5620" y="1"/>
                    <a:pt x="5406" y="16"/>
                    <a:pt x="5189" y="47"/>
                  </a:cubicBezTo>
                  <a:cubicBezTo>
                    <a:pt x="1786" y="480"/>
                    <a:pt x="118" y="5017"/>
                    <a:pt x="52" y="8019"/>
                  </a:cubicBezTo>
                  <a:cubicBezTo>
                    <a:pt x="1" y="10579"/>
                    <a:pt x="2052" y="12629"/>
                    <a:pt x="4381" y="12629"/>
                  </a:cubicBezTo>
                  <a:cubicBezTo>
                    <a:pt x="5086" y="12629"/>
                    <a:pt x="5817" y="12441"/>
                    <a:pt x="6523" y="12022"/>
                  </a:cubicBezTo>
                  <a:cubicBezTo>
                    <a:pt x="8524" y="10821"/>
                    <a:pt x="8958" y="8953"/>
                    <a:pt x="9992" y="5884"/>
                  </a:cubicBezTo>
                  <a:cubicBezTo>
                    <a:pt x="10989" y="2957"/>
                    <a:pt x="8787" y="1"/>
                    <a:pt x="5831" y="1"/>
                  </a:cubicBezTo>
                  <a:close/>
                </a:path>
              </a:pathLst>
            </a:custGeom>
            <a:solidFill>
              <a:srgbClr val="7F3E3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4" name="Google Shape;1849;p60">
              <a:extLst>
                <a:ext uri="{FF2B5EF4-FFF2-40B4-BE49-F238E27FC236}">
                  <a16:creationId xmlns:a16="http://schemas.microsoft.com/office/drawing/2014/main" id="{0B781C19-8FF1-AAA9-9BF7-65F834803C5B}"/>
                </a:ext>
              </a:extLst>
            </p:cNvPr>
            <p:cNvSpPr/>
            <p:nvPr/>
          </p:nvSpPr>
          <p:spPr>
            <a:xfrm>
              <a:off x="7061396" y="458806"/>
              <a:ext cx="298552" cy="295092"/>
            </a:xfrm>
            <a:custGeom>
              <a:avLst/>
              <a:gdLst/>
              <a:ahLst/>
              <a:cxnLst/>
              <a:rect l="l" t="t" r="r" b="b"/>
              <a:pathLst>
                <a:path w="15445" h="15266" extrusionOk="0">
                  <a:moveTo>
                    <a:pt x="7895" y="1"/>
                  </a:moveTo>
                  <a:cubicBezTo>
                    <a:pt x="6095" y="1"/>
                    <a:pt x="5204" y="1477"/>
                    <a:pt x="5537" y="2597"/>
                  </a:cubicBezTo>
                  <a:cubicBezTo>
                    <a:pt x="5051" y="2251"/>
                    <a:pt x="4260" y="2063"/>
                    <a:pt x="3451" y="2063"/>
                  </a:cubicBezTo>
                  <a:cubicBezTo>
                    <a:pt x="1764" y="2063"/>
                    <a:pt x="1" y="2882"/>
                    <a:pt x="767" y="4798"/>
                  </a:cubicBezTo>
                  <a:cubicBezTo>
                    <a:pt x="1902" y="7634"/>
                    <a:pt x="8239" y="7267"/>
                    <a:pt x="10274" y="7500"/>
                  </a:cubicBezTo>
                  <a:cubicBezTo>
                    <a:pt x="7683" y="8596"/>
                    <a:pt x="8731" y="12504"/>
                    <a:pt x="10024" y="12504"/>
                  </a:cubicBezTo>
                  <a:cubicBezTo>
                    <a:pt x="10030" y="12504"/>
                    <a:pt x="10035" y="12504"/>
                    <a:pt x="10041" y="12504"/>
                  </a:cubicBezTo>
                  <a:lnTo>
                    <a:pt x="10041" y="12504"/>
                  </a:lnTo>
                  <a:cubicBezTo>
                    <a:pt x="10041" y="12504"/>
                    <a:pt x="9374" y="12604"/>
                    <a:pt x="9273" y="13938"/>
                  </a:cubicBezTo>
                  <a:cubicBezTo>
                    <a:pt x="9195" y="14699"/>
                    <a:pt x="9813" y="15265"/>
                    <a:pt x="10359" y="15265"/>
                  </a:cubicBezTo>
                  <a:cubicBezTo>
                    <a:pt x="10747" y="15265"/>
                    <a:pt x="11100" y="14979"/>
                    <a:pt x="11141" y="14272"/>
                  </a:cubicBezTo>
                  <a:cubicBezTo>
                    <a:pt x="11399" y="14332"/>
                    <a:pt x="11640" y="14360"/>
                    <a:pt x="11864" y="14360"/>
                  </a:cubicBezTo>
                  <a:cubicBezTo>
                    <a:pt x="13992" y="14360"/>
                    <a:pt x="14615" y="11840"/>
                    <a:pt x="13710" y="10602"/>
                  </a:cubicBezTo>
                  <a:cubicBezTo>
                    <a:pt x="15445" y="10135"/>
                    <a:pt x="15144" y="6666"/>
                    <a:pt x="13577" y="6266"/>
                  </a:cubicBezTo>
                  <a:cubicBezTo>
                    <a:pt x="13910" y="5499"/>
                    <a:pt x="13943" y="2930"/>
                    <a:pt x="10474" y="829"/>
                  </a:cubicBezTo>
                  <a:cubicBezTo>
                    <a:pt x="9482" y="237"/>
                    <a:pt x="8616" y="1"/>
                    <a:pt x="7895"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5" name="Google Shape;1850;p60">
              <a:extLst>
                <a:ext uri="{FF2B5EF4-FFF2-40B4-BE49-F238E27FC236}">
                  <a16:creationId xmlns:a16="http://schemas.microsoft.com/office/drawing/2014/main" id="{70F68B68-BDC1-7F9B-1997-A4D0EC83B792}"/>
                </a:ext>
              </a:extLst>
            </p:cNvPr>
            <p:cNvSpPr/>
            <p:nvPr/>
          </p:nvSpPr>
          <p:spPr>
            <a:xfrm>
              <a:off x="7142640" y="704529"/>
              <a:ext cx="43222" cy="12816"/>
            </a:xfrm>
            <a:custGeom>
              <a:avLst/>
              <a:gdLst/>
              <a:ahLst/>
              <a:cxnLst/>
              <a:rect l="l" t="t" r="r" b="b"/>
              <a:pathLst>
                <a:path w="2236" h="663" extrusionOk="0">
                  <a:moveTo>
                    <a:pt x="2152" y="0"/>
                  </a:moveTo>
                  <a:cubicBezTo>
                    <a:pt x="2135" y="0"/>
                    <a:pt x="2118" y="9"/>
                    <a:pt x="2102" y="25"/>
                  </a:cubicBezTo>
                  <a:cubicBezTo>
                    <a:pt x="1695" y="336"/>
                    <a:pt x="1187" y="510"/>
                    <a:pt x="685" y="510"/>
                  </a:cubicBezTo>
                  <a:cubicBezTo>
                    <a:pt x="487" y="510"/>
                    <a:pt x="290" y="482"/>
                    <a:pt x="100" y="426"/>
                  </a:cubicBezTo>
                  <a:cubicBezTo>
                    <a:pt x="34" y="426"/>
                    <a:pt x="0" y="459"/>
                    <a:pt x="0" y="492"/>
                  </a:cubicBezTo>
                  <a:cubicBezTo>
                    <a:pt x="0" y="526"/>
                    <a:pt x="34" y="559"/>
                    <a:pt x="67" y="559"/>
                  </a:cubicBezTo>
                  <a:cubicBezTo>
                    <a:pt x="286" y="629"/>
                    <a:pt x="512" y="663"/>
                    <a:pt x="736" y="663"/>
                  </a:cubicBezTo>
                  <a:cubicBezTo>
                    <a:pt x="1262" y="663"/>
                    <a:pt x="1781" y="476"/>
                    <a:pt x="2202" y="125"/>
                  </a:cubicBezTo>
                  <a:cubicBezTo>
                    <a:pt x="2235" y="92"/>
                    <a:pt x="2235" y="59"/>
                    <a:pt x="2202" y="25"/>
                  </a:cubicBezTo>
                  <a:cubicBezTo>
                    <a:pt x="2185" y="9"/>
                    <a:pt x="2168" y="0"/>
                    <a:pt x="2152"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6" name="Google Shape;1851;p60">
              <a:extLst>
                <a:ext uri="{FF2B5EF4-FFF2-40B4-BE49-F238E27FC236}">
                  <a16:creationId xmlns:a16="http://schemas.microsoft.com/office/drawing/2014/main" id="{4A168254-F5C4-0F68-0457-6C7FC7D7AC77}"/>
                </a:ext>
              </a:extLst>
            </p:cNvPr>
            <p:cNvSpPr/>
            <p:nvPr/>
          </p:nvSpPr>
          <p:spPr>
            <a:xfrm>
              <a:off x="7222589" y="676094"/>
              <a:ext cx="82558" cy="63151"/>
            </a:xfrm>
            <a:custGeom>
              <a:avLst/>
              <a:gdLst/>
              <a:ahLst/>
              <a:cxnLst/>
              <a:rect l="l" t="t" r="r" b="b"/>
              <a:pathLst>
                <a:path w="4271" h="3267" extrusionOk="0">
                  <a:moveTo>
                    <a:pt x="2679" y="0"/>
                  </a:moveTo>
                  <a:cubicBezTo>
                    <a:pt x="1868" y="0"/>
                    <a:pt x="999" y="709"/>
                    <a:pt x="568" y="1330"/>
                  </a:cubicBezTo>
                  <a:cubicBezTo>
                    <a:pt x="0" y="2163"/>
                    <a:pt x="201" y="3198"/>
                    <a:pt x="1301" y="3264"/>
                  </a:cubicBezTo>
                  <a:cubicBezTo>
                    <a:pt x="1342" y="3266"/>
                    <a:pt x="1382" y="3267"/>
                    <a:pt x="1422" y="3267"/>
                  </a:cubicBezTo>
                  <a:cubicBezTo>
                    <a:pt x="2182" y="3267"/>
                    <a:pt x="2933" y="2969"/>
                    <a:pt x="3503" y="2430"/>
                  </a:cubicBezTo>
                  <a:cubicBezTo>
                    <a:pt x="4270" y="1797"/>
                    <a:pt x="4137" y="562"/>
                    <a:pt x="3236" y="129"/>
                  </a:cubicBezTo>
                  <a:cubicBezTo>
                    <a:pt x="3058" y="40"/>
                    <a:pt x="2870" y="0"/>
                    <a:pt x="2679" y="0"/>
                  </a:cubicBezTo>
                  <a:close/>
                </a:path>
              </a:pathLst>
            </a:custGeom>
            <a:solidFill>
              <a:srgbClr val="7F3E3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7" name="Google Shape;1852;p60">
              <a:extLst>
                <a:ext uri="{FF2B5EF4-FFF2-40B4-BE49-F238E27FC236}">
                  <a16:creationId xmlns:a16="http://schemas.microsoft.com/office/drawing/2014/main" id="{9648604E-4F54-294D-4EFE-8A9E26CFE88C}"/>
                </a:ext>
              </a:extLst>
            </p:cNvPr>
            <p:cNvSpPr/>
            <p:nvPr/>
          </p:nvSpPr>
          <p:spPr>
            <a:xfrm>
              <a:off x="6824758" y="1422658"/>
              <a:ext cx="368836" cy="1380529"/>
            </a:xfrm>
            <a:custGeom>
              <a:avLst/>
              <a:gdLst/>
              <a:ahLst/>
              <a:cxnLst/>
              <a:rect l="l" t="t" r="r" b="b"/>
              <a:pathLst>
                <a:path w="19081" h="71419" extrusionOk="0">
                  <a:moveTo>
                    <a:pt x="7606" y="1"/>
                  </a:moveTo>
                  <a:cubicBezTo>
                    <a:pt x="7606" y="1"/>
                    <a:pt x="1368" y="27154"/>
                    <a:pt x="701" y="37094"/>
                  </a:cubicBezTo>
                  <a:cubicBezTo>
                    <a:pt x="0" y="47502"/>
                    <a:pt x="1234" y="70118"/>
                    <a:pt x="1234" y="70118"/>
                  </a:cubicBezTo>
                  <a:lnTo>
                    <a:pt x="6638" y="71419"/>
                  </a:lnTo>
                  <a:cubicBezTo>
                    <a:pt x="6638" y="71419"/>
                    <a:pt x="8573" y="50304"/>
                    <a:pt x="10207" y="38695"/>
                  </a:cubicBezTo>
                  <a:cubicBezTo>
                    <a:pt x="10641" y="35593"/>
                    <a:pt x="11342" y="31290"/>
                    <a:pt x="12342" y="26653"/>
                  </a:cubicBezTo>
                  <a:cubicBezTo>
                    <a:pt x="13643" y="20849"/>
                    <a:pt x="15278" y="14578"/>
                    <a:pt x="16612" y="9641"/>
                  </a:cubicBezTo>
                  <a:cubicBezTo>
                    <a:pt x="18013" y="4471"/>
                    <a:pt x="19080" y="801"/>
                    <a:pt x="19080" y="801"/>
                  </a:cubicBezTo>
                  <a:lnTo>
                    <a:pt x="7606"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8" name="Google Shape;1853;p60">
              <a:extLst>
                <a:ext uri="{FF2B5EF4-FFF2-40B4-BE49-F238E27FC236}">
                  <a16:creationId xmlns:a16="http://schemas.microsoft.com/office/drawing/2014/main" id="{2BB47942-1763-2560-B163-5110633BCFD7}"/>
                </a:ext>
              </a:extLst>
            </p:cNvPr>
            <p:cNvSpPr/>
            <p:nvPr/>
          </p:nvSpPr>
          <p:spPr>
            <a:xfrm>
              <a:off x="7052369" y="1559359"/>
              <a:ext cx="92861" cy="378520"/>
            </a:xfrm>
            <a:custGeom>
              <a:avLst/>
              <a:gdLst/>
              <a:ahLst/>
              <a:cxnLst/>
              <a:rect l="l" t="t" r="r" b="b"/>
              <a:pathLst>
                <a:path w="4804" h="19582" extrusionOk="0">
                  <a:moveTo>
                    <a:pt x="3603" y="1"/>
                  </a:moveTo>
                  <a:cubicBezTo>
                    <a:pt x="767" y="3403"/>
                    <a:pt x="0" y="13911"/>
                    <a:pt x="567" y="19581"/>
                  </a:cubicBezTo>
                  <a:cubicBezTo>
                    <a:pt x="1835" y="13777"/>
                    <a:pt x="3469" y="7506"/>
                    <a:pt x="4804" y="2569"/>
                  </a:cubicBezTo>
                  <a:lnTo>
                    <a:pt x="3603" y="1"/>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9" name="Google Shape;1854;p60">
              <a:extLst>
                <a:ext uri="{FF2B5EF4-FFF2-40B4-BE49-F238E27FC236}">
                  <a16:creationId xmlns:a16="http://schemas.microsoft.com/office/drawing/2014/main" id="{00F1D19B-04A5-F55D-1285-DAA77B32BB89}"/>
                </a:ext>
              </a:extLst>
            </p:cNvPr>
            <p:cNvSpPr/>
            <p:nvPr/>
          </p:nvSpPr>
          <p:spPr>
            <a:xfrm>
              <a:off x="7091048" y="1431047"/>
              <a:ext cx="270833" cy="1367636"/>
            </a:xfrm>
            <a:custGeom>
              <a:avLst/>
              <a:gdLst/>
              <a:ahLst/>
              <a:cxnLst/>
              <a:rect l="l" t="t" r="r" b="b"/>
              <a:pathLst>
                <a:path w="14011" h="70752" extrusionOk="0">
                  <a:moveTo>
                    <a:pt x="1" y="1"/>
                  </a:moveTo>
                  <a:cubicBezTo>
                    <a:pt x="1" y="1"/>
                    <a:pt x="1268" y="28087"/>
                    <a:pt x="2636" y="37594"/>
                  </a:cubicBezTo>
                  <a:cubicBezTo>
                    <a:pt x="4137" y="48002"/>
                    <a:pt x="8006" y="70751"/>
                    <a:pt x="8006" y="70751"/>
                  </a:cubicBezTo>
                  <a:lnTo>
                    <a:pt x="14011" y="70751"/>
                  </a:lnTo>
                  <a:cubicBezTo>
                    <a:pt x="14011" y="70751"/>
                    <a:pt x="12343" y="49102"/>
                    <a:pt x="11209" y="38928"/>
                  </a:cubicBezTo>
                  <a:cubicBezTo>
                    <a:pt x="9908" y="27320"/>
                    <a:pt x="11309" y="801"/>
                    <a:pt x="11309" y="801"/>
                  </a:cubicBezTo>
                  <a:lnTo>
                    <a:pt x="1"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0" name="Google Shape;1855;p60">
              <a:extLst>
                <a:ext uri="{FF2B5EF4-FFF2-40B4-BE49-F238E27FC236}">
                  <a16:creationId xmlns:a16="http://schemas.microsoft.com/office/drawing/2014/main" id="{13EB9ABF-391C-2652-AF6C-6D1D36478780}"/>
                </a:ext>
              </a:extLst>
            </p:cNvPr>
            <p:cNvSpPr/>
            <p:nvPr/>
          </p:nvSpPr>
          <p:spPr>
            <a:xfrm>
              <a:off x="7223884" y="2757394"/>
              <a:ext cx="150890" cy="43860"/>
            </a:xfrm>
            <a:custGeom>
              <a:avLst/>
              <a:gdLst/>
              <a:ahLst/>
              <a:cxnLst/>
              <a:rect l="l" t="t" r="r" b="b"/>
              <a:pathLst>
                <a:path w="7806" h="2269" extrusionOk="0">
                  <a:moveTo>
                    <a:pt x="0" y="0"/>
                  </a:moveTo>
                  <a:lnTo>
                    <a:pt x="400" y="2269"/>
                  </a:lnTo>
                  <a:lnTo>
                    <a:pt x="7472" y="2269"/>
                  </a:lnTo>
                  <a:lnTo>
                    <a:pt x="7806" y="134"/>
                  </a:lnTo>
                  <a:lnTo>
                    <a:pt x="0" y="0"/>
                  </a:ln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1" name="Google Shape;1856;p60">
              <a:extLst>
                <a:ext uri="{FF2B5EF4-FFF2-40B4-BE49-F238E27FC236}">
                  <a16:creationId xmlns:a16="http://schemas.microsoft.com/office/drawing/2014/main" id="{9AE7F6AA-7009-1706-07D0-BA67EDB8B322}"/>
                </a:ext>
              </a:extLst>
            </p:cNvPr>
            <p:cNvSpPr/>
            <p:nvPr/>
          </p:nvSpPr>
          <p:spPr>
            <a:xfrm>
              <a:off x="6838289" y="2740635"/>
              <a:ext cx="136064" cy="67075"/>
            </a:xfrm>
            <a:custGeom>
              <a:avLst/>
              <a:gdLst/>
              <a:ahLst/>
              <a:cxnLst/>
              <a:rect l="l" t="t" r="r" b="b"/>
              <a:pathLst>
                <a:path w="7039" h="3470" extrusionOk="0">
                  <a:moveTo>
                    <a:pt x="1" y="0"/>
                  </a:moveTo>
                  <a:lnTo>
                    <a:pt x="167" y="2302"/>
                  </a:lnTo>
                  <a:lnTo>
                    <a:pt x="6338" y="3469"/>
                  </a:lnTo>
                  <a:lnTo>
                    <a:pt x="7039" y="1334"/>
                  </a:lnTo>
                  <a:lnTo>
                    <a:pt x="1" y="0"/>
                  </a:ln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2" name="Google Shape;1857;p60">
              <a:extLst>
                <a:ext uri="{FF2B5EF4-FFF2-40B4-BE49-F238E27FC236}">
                  <a16:creationId xmlns:a16="http://schemas.microsoft.com/office/drawing/2014/main" id="{332A6F83-2255-7AB0-41CA-C040E7D5F342}"/>
                </a:ext>
              </a:extLst>
            </p:cNvPr>
            <p:cNvSpPr/>
            <p:nvPr/>
          </p:nvSpPr>
          <p:spPr>
            <a:xfrm>
              <a:off x="7172930" y="644316"/>
              <a:ext cx="14208" cy="18228"/>
            </a:xfrm>
            <a:custGeom>
              <a:avLst/>
              <a:gdLst/>
              <a:ahLst/>
              <a:cxnLst/>
              <a:rect l="l" t="t" r="r" b="b"/>
              <a:pathLst>
                <a:path w="735" h="943" extrusionOk="0">
                  <a:moveTo>
                    <a:pt x="458" y="1"/>
                  </a:moveTo>
                  <a:cubicBezTo>
                    <a:pt x="301" y="1"/>
                    <a:pt x="129" y="158"/>
                    <a:pt x="68" y="372"/>
                  </a:cubicBezTo>
                  <a:cubicBezTo>
                    <a:pt x="1" y="639"/>
                    <a:pt x="101" y="905"/>
                    <a:pt x="268" y="939"/>
                  </a:cubicBezTo>
                  <a:cubicBezTo>
                    <a:pt x="279" y="942"/>
                    <a:pt x="291" y="943"/>
                    <a:pt x="303" y="943"/>
                  </a:cubicBezTo>
                  <a:cubicBezTo>
                    <a:pt x="434" y="943"/>
                    <a:pt x="607" y="783"/>
                    <a:pt x="668" y="538"/>
                  </a:cubicBezTo>
                  <a:cubicBezTo>
                    <a:pt x="735" y="305"/>
                    <a:pt x="635" y="38"/>
                    <a:pt x="501" y="5"/>
                  </a:cubicBezTo>
                  <a:cubicBezTo>
                    <a:pt x="487" y="2"/>
                    <a:pt x="472" y="1"/>
                    <a:pt x="458"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3" name="Google Shape;1858;p60">
              <a:extLst>
                <a:ext uri="{FF2B5EF4-FFF2-40B4-BE49-F238E27FC236}">
                  <a16:creationId xmlns:a16="http://schemas.microsoft.com/office/drawing/2014/main" id="{AE415479-4220-AF4B-1B1F-3ED3218B83EF}"/>
                </a:ext>
              </a:extLst>
            </p:cNvPr>
            <p:cNvSpPr/>
            <p:nvPr/>
          </p:nvSpPr>
          <p:spPr>
            <a:xfrm>
              <a:off x="7117492" y="629490"/>
              <a:ext cx="13550" cy="18228"/>
            </a:xfrm>
            <a:custGeom>
              <a:avLst/>
              <a:gdLst/>
              <a:ahLst/>
              <a:cxnLst/>
              <a:rect l="l" t="t" r="r" b="b"/>
              <a:pathLst>
                <a:path w="701" h="943" extrusionOk="0">
                  <a:moveTo>
                    <a:pt x="424" y="0"/>
                  </a:moveTo>
                  <a:cubicBezTo>
                    <a:pt x="268" y="0"/>
                    <a:pt x="97" y="161"/>
                    <a:pt x="67" y="405"/>
                  </a:cubicBezTo>
                  <a:cubicBezTo>
                    <a:pt x="0" y="638"/>
                    <a:pt x="67" y="905"/>
                    <a:pt x="234" y="939"/>
                  </a:cubicBezTo>
                  <a:cubicBezTo>
                    <a:pt x="248" y="941"/>
                    <a:pt x="262" y="943"/>
                    <a:pt x="277" y="943"/>
                  </a:cubicBezTo>
                  <a:cubicBezTo>
                    <a:pt x="428" y="943"/>
                    <a:pt x="573" y="785"/>
                    <a:pt x="634" y="572"/>
                  </a:cubicBezTo>
                  <a:cubicBezTo>
                    <a:pt x="701" y="305"/>
                    <a:pt x="634" y="38"/>
                    <a:pt x="467" y="5"/>
                  </a:cubicBezTo>
                  <a:cubicBezTo>
                    <a:pt x="453" y="2"/>
                    <a:pt x="439" y="0"/>
                    <a:pt x="424"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4" name="Google Shape;1859;p60">
              <a:extLst>
                <a:ext uri="{FF2B5EF4-FFF2-40B4-BE49-F238E27FC236}">
                  <a16:creationId xmlns:a16="http://schemas.microsoft.com/office/drawing/2014/main" id="{23EC024F-F0A8-4270-E7AE-335FAD16B375}"/>
                </a:ext>
              </a:extLst>
            </p:cNvPr>
            <p:cNvSpPr/>
            <p:nvPr/>
          </p:nvSpPr>
          <p:spPr>
            <a:xfrm>
              <a:off x="7107808" y="645050"/>
              <a:ext cx="34852" cy="45194"/>
            </a:xfrm>
            <a:custGeom>
              <a:avLst/>
              <a:gdLst/>
              <a:ahLst/>
              <a:cxnLst/>
              <a:rect l="l" t="t" r="r" b="b"/>
              <a:pathLst>
                <a:path w="1803" h="2338" extrusionOk="0">
                  <a:moveTo>
                    <a:pt x="1802" y="0"/>
                  </a:moveTo>
                  <a:cubicBezTo>
                    <a:pt x="1268" y="701"/>
                    <a:pt x="668" y="1301"/>
                    <a:pt x="1" y="1868"/>
                  </a:cubicBezTo>
                  <a:cubicBezTo>
                    <a:pt x="268" y="2295"/>
                    <a:pt x="876" y="2338"/>
                    <a:pt x="1109" y="2338"/>
                  </a:cubicBezTo>
                  <a:cubicBezTo>
                    <a:pt x="1167" y="2338"/>
                    <a:pt x="1202" y="2335"/>
                    <a:pt x="1202" y="2335"/>
                  </a:cubicBezTo>
                  <a:lnTo>
                    <a:pt x="1802" y="0"/>
                  </a:lnTo>
                  <a:close/>
                </a:path>
              </a:pathLst>
            </a:custGeom>
            <a:solidFill>
              <a:srgbClr val="630F0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5" name="Google Shape;1860;p60">
              <a:extLst>
                <a:ext uri="{FF2B5EF4-FFF2-40B4-BE49-F238E27FC236}">
                  <a16:creationId xmlns:a16="http://schemas.microsoft.com/office/drawing/2014/main" id="{8C056889-D21F-A978-9E56-2F197FB0F37E}"/>
                </a:ext>
              </a:extLst>
            </p:cNvPr>
            <p:cNvSpPr/>
            <p:nvPr/>
          </p:nvSpPr>
          <p:spPr>
            <a:xfrm>
              <a:off x="7180875" y="616616"/>
              <a:ext cx="26250" cy="21998"/>
            </a:xfrm>
            <a:custGeom>
              <a:avLst/>
              <a:gdLst/>
              <a:ahLst/>
              <a:cxnLst/>
              <a:rect l="l" t="t" r="r" b="b"/>
              <a:pathLst>
                <a:path w="1358" h="1138" extrusionOk="0">
                  <a:moveTo>
                    <a:pt x="227" y="1"/>
                  </a:moveTo>
                  <a:cubicBezTo>
                    <a:pt x="51" y="1"/>
                    <a:pt x="1" y="272"/>
                    <a:pt x="190" y="304"/>
                  </a:cubicBezTo>
                  <a:cubicBezTo>
                    <a:pt x="557" y="404"/>
                    <a:pt x="891" y="671"/>
                    <a:pt x="1024" y="1071"/>
                  </a:cubicBezTo>
                  <a:cubicBezTo>
                    <a:pt x="1058" y="1104"/>
                    <a:pt x="1091" y="1138"/>
                    <a:pt x="1158" y="1138"/>
                  </a:cubicBezTo>
                  <a:lnTo>
                    <a:pt x="1224" y="1138"/>
                  </a:lnTo>
                  <a:cubicBezTo>
                    <a:pt x="1291" y="1104"/>
                    <a:pt x="1358" y="1004"/>
                    <a:pt x="1325" y="937"/>
                  </a:cubicBezTo>
                  <a:cubicBezTo>
                    <a:pt x="1124" y="470"/>
                    <a:pt x="724" y="103"/>
                    <a:pt x="257" y="3"/>
                  </a:cubicBezTo>
                  <a:cubicBezTo>
                    <a:pt x="247" y="2"/>
                    <a:pt x="236" y="1"/>
                    <a:pt x="227"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6" name="Google Shape;1861;p60">
              <a:extLst>
                <a:ext uri="{FF2B5EF4-FFF2-40B4-BE49-F238E27FC236}">
                  <a16:creationId xmlns:a16="http://schemas.microsoft.com/office/drawing/2014/main" id="{53B02AEE-1573-5512-0BB9-538E25DA55EA}"/>
                </a:ext>
              </a:extLst>
            </p:cNvPr>
            <p:cNvSpPr/>
            <p:nvPr/>
          </p:nvSpPr>
          <p:spPr>
            <a:xfrm>
              <a:off x="7103304" y="595972"/>
              <a:ext cx="29034" cy="16199"/>
            </a:xfrm>
            <a:custGeom>
              <a:avLst/>
              <a:gdLst/>
              <a:ahLst/>
              <a:cxnLst/>
              <a:rect l="l" t="t" r="r" b="b"/>
              <a:pathLst>
                <a:path w="1502" h="838" extrusionOk="0">
                  <a:moveTo>
                    <a:pt x="1273" y="1"/>
                  </a:moveTo>
                  <a:cubicBezTo>
                    <a:pt x="809" y="1"/>
                    <a:pt x="380" y="227"/>
                    <a:pt x="67" y="571"/>
                  </a:cubicBezTo>
                  <a:cubicBezTo>
                    <a:pt x="0" y="638"/>
                    <a:pt x="0" y="738"/>
                    <a:pt x="67" y="805"/>
                  </a:cubicBezTo>
                  <a:cubicBezTo>
                    <a:pt x="100" y="805"/>
                    <a:pt x="134" y="838"/>
                    <a:pt x="167" y="838"/>
                  </a:cubicBezTo>
                  <a:cubicBezTo>
                    <a:pt x="201" y="838"/>
                    <a:pt x="267" y="838"/>
                    <a:pt x="301" y="771"/>
                  </a:cubicBezTo>
                  <a:cubicBezTo>
                    <a:pt x="545" y="496"/>
                    <a:pt x="873" y="333"/>
                    <a:pt x="1234" y="333"/>
                  </a:cubicBezTo>
                  <a:cubicBezTo>
                    <a:pt x="1267" y="333"/>
                    <a:pt x="1301" y="335"/>
                    <a:pt x="1335" y="338"/>
                  </a:cubicBezTo>
                  <a:cubicBezTo>
                    <a:pt x="1401" y="338"/>
                    <a:pt x="1501" y="271"/>
                    <a:pt x="1501" y="204"/>
                  </a:cubicBezTo>
                  <a:cubicBezTo>
                    <a:pt x="1501" y="104"/>
                    <a:pt x="1468" y="37"/>
                    <a:pt x="1368" y="4"/>
                  </a:cubicBezTo>
                  <a:cubicBezTo>
                    <a:pt x="1336" y="2"/>
                    <a:pt x="1305" y="1"/>
                    <a:pt x="1273"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7" name="Google Shape;1862;p60">
              <a:extLst>
                <a:ext uri="{FF2B5EF4-FFF2-40B4-BE49-F238E27FC236}">
                  <a16:creationId xmlns:a16="http://schemas.microsoft.com/office/drawing/2014/main" id="{BF31942E-20D5-40DB-106A-7EADF305513D}"/>
                </a:ext>
              </a:extLst>
            </p:cNvPr>
            <p:cNvSpPr/>
            <p:nvPr/>
          </p:nvSpPr>
          <p:spPr>
            <a:xfrm>
              <a:off x="7240643" y="2872060"/>
              <a:ext cx="33557" cy="16237"/>
            </a:xfrm>
            <a:custGeom>
              <a:avLst/>
              <a:gdLst/>
              <a:ahLst/>
              <a:cxnLst/>
              <a:rect l="l" t="t" r="r" b="b"/>
              <a:pathLst>
                <a:path w="1736" h="840" extrusionOk="0">
                  <a:moveTo>
                    <a:pt x="334" y="139"/>
                  </a:moveTo>
                  <a:cubicBezTo>
                    <a:pt x="734" y="206"/>
                    <a:pt x="1101" y="373"/>
                    <a:pt x="1435" y="606"/>
                  </a:cubicBezTo>
                  <a:cubicBezTo>
                    <a:pt x="1282" y="662"/>
                    <a:pt x="1117" y="689"/>
                    <a:pt x="950" y="689"/>
                  </a:cubicBezTo>
                  <a:cubicBezTo>
                    <a:pt x="718" y="689"/>
                    <a:pt x="481" y="637"/>
                    <a:pt x="267" y="540"/>
                  </a:cubicBezTo>
                  <a:cubicBezTo>
                    <a:pt x="201" y="473"/>
                    <a:pt x="167" y="373"/>
                    <a:pt x="167" y="273"/>
                  </a:cubicBezTo>
                  <a:cubicBezTo>
                    <a:pt x="167" y="206"/>
                    <a:pt x="201" y="173"/>
                    <a:pt x="234" y="173"/>
                  </a:cubicBezTo>
                  <a:cubicBezTo>
                    <a:pt x="267" y="139"/>
                    <a:pt x="301" y="139"/>
                    <a:pt x="334" y="139"/>
                  </a:cubicBezTo>
                  <a:close/>
                  <a:moveTo>
                    <a:pt x="348" y="0"/>
                  </a:moveTo>
                  <a:cubicBezTo>
                    <a:pt x="278" y="0"/>
                    <a:pt x="217" y="12"/>
                    <a:pt x="167" y="39"/>
                  </a:cubicBezTo>
                  <a:cubicBezTo>
                    <a:pt x="67" y="73"/>
                    <a:pt x="34" y="139"/>
                    <a:pt x="34" y="239"/>
                  </a:cubicBezTo>
                  <a:cubicBezTo>
                    <a:pt x="0" y="406"/>
                    <a:pt x="67" y="540"/>
                    <a:pt x="201" y="673"/>
                  </a:cubicBezTo>
                  <a:cubicBezTo>
                    <a:pt x="367" y="773"/>
                    <a:pt x="601" y="840"/>
                    <a:pt x="834" y="840"/>
                  </a:cubicBezTo>
                  <a:cubicBezTo>
                    <a:pt x="1101" y="806"/>
                    <a:pt x="1401" y="773"/>
                    <a:pt x="1668" y="706"/>
                  </a:cubicBezTo>
                  <a:cubicBezTo>
                    <a:pt x="1702" y="706"/>
                    <a:pt x="1735" y="673"/>
                    <a:pt x="1735" y="640"/>
                  </a:cubicBezTo>
                  <a:cubicBezTo>
                    <a:pt x="1735" y="606"/>
                    <a:pt x="1735" y="573"/>
                    <a:pt x="1702" y="573"/>
                  </a:cubicBezTo>
                  <a:cubicBezTo>
                    <a:pt x="1586" y="486"/>
                    <a:pt x="797" y="0"/>
                    <a:pt x="348" y="0"/>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8" name="Google Shape;1863;p60">
              <a:extLst>
                <a:ext uri="{FF2B5EF4-FFF2-40B4-BE49-F238E27FC236}">
                  <a16:creationId xmlns:a16="http://schemas.microsoft.com/office/drawing/2014/main" id="{48F6CE3B-1E8F-F4D8-049E-5A027C7129DF}"/>
                </a:ext>
              </a:extLst>
            </p:cNvPr>
            <p:cNvSpPr/>
            <p:nvPr/>
          </p:nvSpPr>
          <p:spPr>
            <a:xfrm>
              <a:off x="7252899" y="2857330"/>
              <a:ext cx="21302" cy="28396"/>
            </a:xfrm>
            <a:custGeom>
              <a:avLst/>
              <a:gdLst/>
              <a:ahLst/>
              <a:cxnLst/>
              <a:rect l="l" t="t" r="r" b="b"/>
              <a:pathLst>
                <a:path w="1102" h="1469" extrusionOk="0">
                  <a:moveTo>
                    <a:pt x="367" y="134"/>
                  </a:moveTo>
                  <a:cubicBezTo>
                    <a:pt x="434" y="134"/>
                    <a:pt x="501" y="167"/>
                    <a:pt x="534" y="201"/>
                  </a:cubicBezTo>
                  <a:cubicBezTo>
                    <a:pt x="767" y="501"/>
                    <a:pt x="901" y="868"/>
                    <a:pt x="934" y="1235"/>
                  </a:cubicBezTo>
                  <a:cubicBezTo>
                    <a:pt x="601" y="968"/>
                    <a:pt x="167" y="434"/>
                    <a:pt x="200" y="234"/>
                  </a:cubicBezTo>
                  <a:cubicBezTo>
                    <a:pt x="200" y="201"/>
                    <a:pt x="234" y="134"/>
                    <a:pt x="334" y="134"/>
                  </a:cubicBezTo>
                  <a:close/>
                  <a:moveTo>
                    <a:pt x="300" y="1"/>
                  </a:moveTo>
                  <a:cubicBezTo>
                    <a:pt x="167" y="1"/>
                    <a:pt x="67" y="101"/>
                    <a:pt x="67" y="234"/>
                  </a:cubicBezTo>
                  <a:cubicBezTo>
                    <a:pt x="0" y="568"/>
                    <a:pt x="634" y="1302"/>
                    <a:pt x="968" y="1468"/>
                  </a:cubicBezTo>
                  <a:lnTo>
                    <a:pt x="1068" y="1468"/>
                  </a:lnTo>
                  <a:cubicBezTo>
                    <a:pt x="1068" y="1468"/>
                    <a:pt x="1101" y="1435"/>
                    <a:pt x="1101" y="1402"/>
                  </a:cubicBezTo>
                  <a:cubicBezTo>
                    <a:pt x="1101" y="1368"/>
                    <a:pt x="1001" y="434"/>
                    <a:pt x="634" y="101"/>
                  </a:cubicBezTo>
                  <a:cubicBezTo>
                    <a:pt x="534" y="34"/>
                    <a:pt x="434" y="1"/>
                    <a:pt x="300" y="1"/>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9" name="Google Shape;1864;p60">
              <a:extLst>
                <a:ext uri="{FF2B5EF4-FFF2-40B4-BE49-F238E27FC236}">
                  <a16:creationId xmlns:a16="http://schemas.microsoft.com/office/drawing/2014/main" id="{E1501178-91D7-F247-ACF5-1B0A57C0E364}"/>
                </a:ext>
              </a:extLst>
            </p:cNvPr>
            <p:cNvSpPr/>
            <p:nvPr/>
          </p:nvSpPr>
          <p:spPr>
            <a:xfrm>
              <a:off x="6820873" y="2848690"/>
              <a:ext cx="38718" cy="19620"/>
            </a:xfrm>
            <a:custGeom>
              <a:avLst/>
              <a:gdLst/>
              <a:ahLst/>
              <a:cxnLst/>
              <a:rect l="l" t="t" r="r" b="b"/>
              <a:pathLst>
                <a:path w="2003" h="1015" extrusionOk="0">
                  <a:moveTo>
                    <a:pt x="334" y="173"/>
                  </a:moveTo>
                  <a:cubicBezTo>
                    <a:pt x="633" y="173"/>
                    <a:pt x="1239" y="539"/>
                    <a:pt x="1702" y="848"/>
                  </a:cubicBezTo>
                  <a:cubicBezTo>
                    <a:pt x="968" y="848"/>
                    <a:pt x="435" y="715"/>
                    <a:pt x="268" y="514"/>
                  </a:cubicBezTo>
                  <a:cubicBezTo>
                    <a:pt x="201" y="414"/>
                    <a:pt x="201" y="348"/>
                    <a:pt x="234" y="248"/>
                  </a:cubicBezTo>
                  <a:cubicBezTo>
                    <a:pt x="234" y="214"/>
                    <a:pt x="234" y="181"/>
                    <a:pt x="268" y="181"/>
                  </a:cubicBezTo>
                  <a:cubicBezTo>
                    <a:pt x="288" y="176"/>
                    <a:pt x="310" y="173"/>
                    <a:pt x="334" y="173"/>
                  </a:cubicBezTo>
                  <a:close/>
                  <a:moveTo>
                    <a:pt x="331" y="0"/>
                  </a:moveTo>
                  <a:cubicBezTo>
                    <a:pt x="295" y="0"/>
                    <a:pt x="263" y="5"/>
                    <a:pt x="234" y="14"/>
                  </a:cubicBezTo>
                  <a:cubicBezTo>
                    <a:pt x="134" y="47"/>
                    <a:pt x="68" y="114"/>
                    <a:pt x="68" y="181"/>
                  </a:cubicBezTo>
                  <a:cubicBezTo>
                    <a:pt x="1" y="348"/>
                    <a:pt x="34" y="481"/>
                    <a:pt x="134" y="614"/>
                  </a:cubicBezTo>
                  <a:cubicBezTo>
                    <a:pt x="435" y="981"/>
                    <a:pt x="1402" y="1015"/>
                    <a:pt x="1936" y="1015"/>
                  </a:cubicBezTo>
                  <a:cubicBezTo>
                    <a:pt x="1969" y="1015"/>
                    <a:pt x="2002" y="981"/>
                    <a:pt x="2002" y="948"/>
                  </a:cubicBezTo>
                  <a:cubicBezTo>
                    <a:pt x="2002" y="915"/>
                    <a:pt x="2002" y="881"/>
                    <a:pt x="1969" y="848"/>
                  </a:cubicBezTo>
                  <a:cubicBezTo>
                    <a:pt x="1845" y="755"/>
                    <a:pt x="800" y="0"/>
                    <a:pt x="331" y="0"/>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0" name="Google Shape;1865;p60">
              <a:extLst>
                <a:ext uri="{FF2B5EF4-FFF2-40B4-BE49-F238E27FC236}">
                  <a16:creationId xmlns:a16="http://schemas.microsoft.com/office/drawing/2014/main" id="{617D2EAD-5064-F963-AFE8-F0F629255598}"/>
                </a:ext>
              </a:extLst>
            </p:cNvPr>
            <p:cNvSpPr/>
            <p:nvPr/>
          </p:nvSpPr>
          <p:spPr>
            <a:xfrm>
              <a:off x="6837651" y="2837227"/>
              <a:ext cx="23235" cy="31083"/>
            </a:xfrm>
            <a:custGeom>
              <a:avLst/>
              <a:gdLst/>
              <a:ahLst/>
              <a:cxnLst/>
              <a:rect l="l" t="t" r="r" b="b"/>
              <a:pathLst>
                <a:path w="1202" h="1608" extrusionOk="0">
                  <a:moveTo>
                    <a:pt x="434" y="140"/>
                  </a:moveTo>
                  <a:cubicBezTo>
                    <a:pt x="534" y="140"/>
                    <a:pt x="634" y="207"/>
                    <a:pt x="701" y="307"/>
                  </a:cubicBezTo>
                  <a:cubicBezTo>
                    <a:pt x="901" y="607"/>
                    <a:pt x="1001" y="974"/>
                    <a:pt x="968" y="1374"/>
                  </a:cubicBezTo>
                  <a:cubicBezTo>
                    <a:pt x="601" y="1074"/>
                    <a:pt x="200" y="407"/>
                    <a:pt x="267" y="207"/>
                  </a:cubicBezTo>
                  <a:cubicBezTo>
                    <a:pt x="267" y="207"/>
                    <a:pt x="267" y="140"/>
                    <a:pt x="334" y="140"/>
                  </a:cubicBezTo>
                  <a:close/>
                  <a:moveTo>
                    <a:pt x="359" y="0"/>
                  </a:moveTo>
                  <a:cubicBezTo>
                    <a:pt x="208" y="0"/>
                    <a:pt x="129" y="87"/>
                    <a:pt x="100" y="173"/>
                  </a:cubicBezTo>
                  <a:cubicBezTo>
                    <a:pt x="0" y="507"/>
                    <a:pt x="634" y="1341"/>
                    <a:pt x="1001" y="1608"/>
                  </a:cubicBezTo>
                  <a:lnTo>
                    <a:pt x="1101" y="1608"/>
                  </a:lnTo>
                  <a:cubicBezTo>
                    <a:pt x="1101" y="1574"/>
                    <a:pt x="1134" y="1574"/>
                    <a:pt x="1134" y="1541"/>
                  </a:cubicBezTo>
                  <a:cubicBezTo>
                    <a:pt x="1134" y="1508"/>
                    <a:pt x="1201" y="607"/>
                    <a:pt x="834" y="207"/>
                  </a:cubicBezTo>
                  <a:cubicBezTo>
                    <a:pt x="734" y="73"/>
                    <a:pt x="601" y="7"/>
                    <a:pt x="434" y="7"/>
                  </a:cubicBezTo>
                  <a:cubicBezTo>
                    <a:pt x="407" y="2"/>
                    <a:pt x="382" y="0"/>
                    <a:pt x="359" y="0"/>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1" name="Google Shape;1866;p60">
              <a:extLst>
                <a:ext uri="{FF2B5EF4-FFF2-40B4-BE49-F238E27FC236}">
                  <a16:creationId xmlns:a16="http://schemas.microsoft.com/office/drawing/2014/main" id="{1FFD8A54-0A1C-956C-EF7D-144563E6EEE6}"/>
                </a:ext>
              </a:extLst>
            </p:cNvPr>
            <p:cNvSpPr/>
            <p:nvPr/>
          </p:nvSpPr>
          <p:spPr>
            <a:xfrm>
              <a:off x="6632599" y="1162804"/>
              <a:ext cx="639011" cy="670848"/>
            </a:xfrm>
            <a:custGeom>
              <a:avLst/>
              <a:gdLst/>
              <a:ahLst/>
              <a:cxnLst/>
              <a:rect l="l" t="t" r="r" b="b"/>
              <a:pathLst>
                <a:path w="33058" h="34705" extrusionOk="0">
                  <a:moveTo>
                    <a:pt x="21816" y="1"/>
                  </a:moveTo>
                  <a:lnTo>
                    <a:pt x="1" y="30523"/>
                  </a:lnTo>
                  <a:lnTo>
                    <a:pt x="1335" y="31457"/>
                  </a:lnTo>
                  <a:cubicBezTo>
                    <a:pt x="4563" y="33652"/>
                    <a:pt x="8231" y="34704"/>
                    <a:pt x="11860" y="34704"/>
                  </a:cubicBezTo>
                  <a:cubicBezTo>
                    <a:pt x="17717" y="34704"/>
                    <a:pt x="23474" y="31962"/>
                    <a:pt x="27120" y="26854"/>
                  </a:cubicBezTo>
                  <a:cubicBezTo>
                    <a:pt x="33058" y="18548"/>
                    <a:pt x="31290" y="7073"/>
                    <a:pt x="23151" y="935"/>
                  </a:cubicBezTo>
                  <a:lnTo>
                    <a:pt x="21816" y="1"/>
                  </a:lnTo>
                  <a:close/>
                </a:path>
              </a:pathLst>
            </a:custGeom>
            <a:solidFill>
              <a:srgbClr val="407B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2" name="Google Shape;1867;p60">
              <a:extLst>
                <a:ext uri="{FF2B5EF4-FFF2-40B4-BE49-F238E27FC236}">
                  <a16:creationId xmlns:a16="http://schemas.microsoft.com/office/drawing/2014/main" id="{0BBAA0D9-C1AF-DC61-7FCB-E0D862CE1478}"/>
                </a:ext>
              </a:extLst>
            </p:cNvPr>
            <p:cNvSpPr/>
            <p:nvPr/>
          </p:nvSpPr>
          <p:spPr>
            <a:xfrm>
              <a:off x="6632599" y="1162804"/>
              <a:ext cx="639011" cy="670848"/>
            </a:xfrm>
            <a:custGeom>
              <a:avLst/>
              <a:gdLst/>
              <a:ahLst/>
              <a:cxnLst/>
              <a:rect l="l" t="t" r="r" b="b"/>
              <a:pathLst>
                <a:path w="33058" h="34705" extrusionOk="0">
                  <a:moveTo>
                    <a:pt x="21816" y="1"/>
                  </a:moveTo>
                  <a:lnTo>
                    <a:pt x="1" y="30523"/>
                  </a:lnTo>
                  <a:lnTo>
                    <a:pt x="1335" y="31457"/>
                  </a:lnTo>
                  <a:cubicBezTo>
                    <a:pt x="4563" y="33652"/>
                    <a:pt x="8231" y="34704"/>
                    <a:pt x="11860" y="34704"/>
                  </a:cubicBezTo>
                  <a:cubicBezTo>
                    <a:pt x="17717" y="34704"/>
                    <a:pt x="23474" y="31962"/>
                    <a:pt x="27120" y="26854"/>
                  </a:cubicBezTo>
                  <a:cubicBezTo>
                    <a:pt x="33058" y="18548"/>
                    <a:pt x="31290" y="7073"/>
                    <a:pt x="23151" y="935"/>
                  </a:cubicBezTo>
                  <a:lnTo>
                    <a:pt x="21816" y="1"/>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3" name="Google Shape;1868;p60">
              <a:extLst>
                <a:ext uri="{FF2B5EF4-FFF2-40B4-BE49-F238E27FC236}">
                  <a16:creationId xmlns:a16="http://schemas.microsoft.com/office/drawing/2014/main" id="{199CA0D0-9E8B-7231-5456-FC00237021EA}"/>
                </a:ext>
              </a:extLst>
            </p:cNvPr>
            <p:cNvSpPr/>
            <p:nvPr/>
          </p:nvSpPr>
          <p:spPr>
            <a:xfrm>
              <a:off x="6448191" y="1094821"/>
              <a:ext cx="791177" cy="725378"/>
            </a:xfrm>
            <a:custGeom>
              <a:avLst/>
              <a:gdLst/>
              <a:ahLst/>
              <a:cxnLst/>
              <a:rect l="l" t="t" r="r" b="b"/>
              <a:pathLst>
                <a:path w="40930" h="37526" extrusionOk="0">
                  <a:moveTo>
                    <a:pt x="20446" y="0"/>
                  </a:moveTo>
                  <a:cubicBezTo>
                    <a:pt x="19204" y="0"/>
                    <a:pt x="17943" y="125"/>
                    <a:pt x="16679" y="382"/>
                  </a:cubicBezTo>
                  <a:cubicBezTo>
                    <a:pt x="6539" y="2484"/>
                    <a:pt x="1" y="12391"/>
                    <a:pt x="2102" y="22565"/>
                  </a:cubicBezTo>
                  <a:cubicBezTo>
                    <a:pt x="3911" y="31437"/>
                    <a:pt x="11746" y="37525"/>
                    <a:pt x="20469" y="37525"/>
                  </a:cubicBezTo>
                  <a:cubicBezTo>
                    <a:pt x="21717" y="37525"/>
                    <a:pt x="22982" y="37401"/>
                    <a:pt x="24251" y="37142"/>
                  </a:cubicBezTo>
                  <a:cubicBezTo>
                    <a:pt x="34392" y="35041"/>
                    <a:pt x="40930" y="25133"/>
                    <a:pt x="38828" y="14993"/>
                  </a:cubicBezTo>
                  <a:cubicBezTo>
                    <a:pt x="36989" y="6117"/>
                    <a:pt x="29169" y="0"/>
                    <a:pt x="20446" y="0"/>
                  </a:cubicBez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4" name="Google Shape;1869;p60">
              <a:extLst>
                <a:ext uri="{FF2B5EF4-FFF2-40B4-BE49-F238E27FC236}">
                  <a16:creationId xmlns:a16="http://schemas.microsoft.com/office/drawing/2014/main" id="{07C2F382-7086-4ECB-FF03-3182B0757DBD}"/>
                </a:ext>
              </a:extLst>
            </p:cNvPr>
            <p:cNvSpPr/>
            <p:nvPr/>
          </p:nvSpPr>
          <p:spPr>
            <a:xfrm>
              <a:off x="6686124" y="1289841"/>
              <a:ext cx="308236" cy="343687"/>
            </a:xfrm>
            <a:custGeom>
              <a:avLst/>
              <a:gdLst/>
              <a:ahLst/>
              <a:cxnLst/>
              <a:rect l="l" t="t" r="r" b="b"/>
              <a:pathLst>
                <a:path w="15946" h="17780" extrusionOk="0">
                  <a:moveTo>
                    <a:pt x="10387" y="3002"/>
                  </a:moveTo>
                  <a:cubicBezTo>
                    <a:pt x="10625" y="3002"/>
                    <a:pt x="10858" y="3036"/>
                    <a:pt x="11075" y="3103"/>
                  </a:cubicBezTo>
                  <a:lnTo>
                    <a:pt x="8640" y="6505"/>
                  </a:lnTo>
                  <a:cubicBezTo>
                    <a:pt x="8373" y="6071"/>
                    <a:pt x="8240" y="5604"/>
                    <a:pt x="8206" y="5104"/>
                  </a:cubicBezTo>
                  <a:cubicBezTo>
                    <a:pt x="8206" y="4670"/>
                    <a:pt x="8340" y="4237"/>
                    <a:pt x="8606" y="3903"/>
                  </a:cubicBezTo>
                  <a:cubicBezTo>
                    <a:pt x="8873" y="3536"/>
                    <a:pt x="9240" y="3236"/>
                    <a:pt x="9674" y="3103"/>
                  </a:cubicBezTo>
                  <a:cubicBezTo>
                    <a:pt x="9907" y="3036"/>
                    <a:pt x="10149" y="3002"/>
                    <a:pt x="10387" y="3002"/>
                  </a:cubicBezTo>
                  <a:close/>
                  <a:moveTo>
                    <a:pt x="7773" y="10741"/>
                  </a:moveTo>
                  <a:cubicBezTo>
                    <a:pt x="8173" y="11208"/>
                    <a:pt x="8440" y="11775"/>
                    <a:pt x="8506" y="12409"/>
                  </a:cubicBezTo>
                  <a:cubicBezTo>
                    <a:pt x="8540" y="12910"/>
                    <a:pt x="8406" y="13410"/>
                    <a:pt x="8106" y="13810"/>
                  </a:cubicBezTo>
                  <a:cubicBezTo>
                    <a:pt x="7773" y="14277"/>
                    <a:pt x="7272" y="14611"/>
                    <a:pt x="6705" y="14744"/>
                  </a:cubicBezTo>
                  <a:cubicBezTo>
                    <a:pt x="6497" y="14805"/>
                    <a:pt x="6289" y="14835"/>
                    <a:pt x="6083" y="14835"/>
                  </a:cubicBezTo>
                  <a:cubicBezTo>
                    <a:pt x="5727" y="14835"/>
                    <a:pt x="5375" y="14746"/>
                    <a:pt x="5037" y="14577"/>
                  </a:cubicBezTo>
                  <a:lnTo>
                    <a:pt x="7773" y="10741"/>
                  </a:lnTo>
                  <a:close/>
                  <a:moveTo>
                    <a:pt x="13343" y="0"/>
                  </a:moveTo>
                  <a:lnTo>
                    <a:pt x="12609" y="968"/>
                  </a:lnTo>
                  <a:cubicBezTo>
                    <a:pt x="11811" y="469"/>
                    <a:pt x="10882" y="212"/>
                    <a:pt x="9949" y="212"/>
                  </a:cubicBezTo>
                  <a:cubicBezTo>
                    <a:pt x="9634" y="212"/>
                    <a:pt x="9318" y="242"/>
                    <a:pt x="9007" y="301"/>
                  </a:cubicBezTo>
                  <a:cubicBezTo>
                    <a:pt x="7806" y="567"/>
                    <a:pt x="6738" y="1268"/>
                    <a:pt x="6071" y="2302"/>
                  </a:cubicBezTo>
                  <a:cubicBezTo>
                    <a:pt x="5337" y="3236"/>
                    <a:pt x="4971" y="4437"/>
                    <a:pt x="5037" y="5638"/>
                  </a:cubicBezTo>
                  <a:cubicBezTo>
                    <a:pt x="5104" y="6805"/>
                    <a:pt x="5638" y="8039"/>
                    <a:pt x="6672" y="9307"/>
                  </a:cubicBezTo>
                  <a:lnTo>
                    <a:pt x="3703" y="13443"/>
                  </a:lnTo>
                  <a:cubicBezTo>
                    <a:pt x="3469" y="12976"/>
                    <a:pt x="3336" y="12443"/>
                    <a:pt x="3336" y="11942"/>
                  </a:cubicBezTo>
                  <a:cubicBezTo>
                    <a:pt x="3336" y="11308"/>
                    <a:pt x="3469" y="10708"/>
                    <a:pt x="3736" y="10141"/>
                  </a:cubicBezTo>
                  <a:lnTo>
                    <a:pt x="968" y="8606"/>
                  </a:lnTo>
                  <a:cubicBezTo>
                    <a:pt x="267" y="9807"/>
                    <a:pt x="0" y="11175"/>
                    <a:pt x="167" y="12576"/>
                  </a:cubicBezTo>
                  <a:cubicBezTo>
                    <a:pt x="401" y="13810"/>
                    <a:pt x="1068" y="14978"/>
                    <a:pt x="2035" y="15812"/>
                  </a:cubicBezTo>
                  <a:lnTo>
                    <a:pt x="1368" y="16746"/>
                  </a:lnTo>
                  <a:lnTo>
                    <a:pt x="2769" y="17780"/>
                  </a:lnTo>
                  <a:lnTo>
                    <a:pt x="3503" y="16779"/>
                  </a:lnTo>
                  <a:cubicBezTo>
                    <a:pt x="4384" y="17279"/>
                    <a:pt x="5366" y="17541"/>
                    <a:pt x="6354" y="17541"/>
                  </a:cubicBezTo>
                  <a:cubicBezTo>
                    <a:pt x="6750" y="17541"/>
                    <a:pt x="7147" y="17499"/>
                    <a:pt x="7539" y="17413"/>
                  </a:cubicBezTo>
                  <a:cubicBezTo>
                    <a:pt x="8873" y="17113"/>
                    <a:pt x="10007" y="16312"/>
                    <a:pt x="10775" y="15178"/>
                  </a:cubicBezTo>
                  <a:cubicBezTo>
                    <a:pt x="11475" y="14277"/>
                    <a:pt x="11842" y="13143"/>
                    <a:pt x="11775" y="11976"/>
                  </a:cubicBezTo>
                  <a:cubicBezTo>
                    <a:pt x="11709" y="10875"/>
                    <a:pt x="11008" y="9574"/>
                    <a:pt x="9741" y="8006"/>
                  </a:cubicBezTo>
                  <a:lnTo>
                    <a:pt x="12509" y="4170"/>
                  </a:lnTo>
                  <a:cubicBezTo>
                    <a:pt x="12943" y="4904"/>
                    <a:pt x="12943" y="5838"/>
                    <a:pt x="12543" y="6605"/>
                  </a:cubicBezTo>
                  <a:lnTo>
                    <a:pt x="15278" y="8039"/>
                  </a:lnTo>
                  <a:cubicBezTo>
                    <a:pt x="15778" y="7072"/>
                    <a:pt x="15945" y="5938"/>
                    <a:pt x="15778" y="4837"/>
                  </a:cubicBezTo>
                  <a:cubicBezTo>
                    <a:pt x="15511" y="3736"/>
                    <a:pt x="14911" y="2736"/>
                    <a:pt x="14044" y="2002"/>
                  </a:cubicBezTo>
                  <a:lnTo>
                    <a:pt x="14744" y="1001"/>
                  </a:lnTo>
                  <a:lnTo>
                    <a:pt x="13343"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5" name="Google Shape;1870;p60">
              <a:extLst>
                <a:ext uri="{FF2B5EF4-FFF2-40B4-BE49-F238E27FC236}">
                  <a16:creationId xmlns:a16="http://schemas.microsoft.com/office/drawing/2014/main" id="{FD56BB1A-FF50-515B-B0DD-C533534BA41D}"/>
                </a:ext>
              </a:extLst>
            </p:cNvPr>
            <p:cNvSpPr/>
            <p:nvPr/>
          </p:nvSpPr>
          <p:spPr>
            <a:xfrm>
              <a:off x="6517179" y="1162669"/>
              <a:ext cx="620319" cy="361896"/>
            </a:xfrm>
            <a:custGeom>
              <a:avLst/>
              <a:gdLst/>
              <a:ahLst/>
              <a:cxnLst/>
              <a:rect l="l" t="t" r="r" b="b"/>
              <a:pathLst>
                <a:path w="32091" h="18722" extrusionOk="0">
                  <a:moveTo>
                    <a:pt x="16890" y="1"/>
                  </a:moveTo>
                  <a:cubicBezTo>
                    <a:pt x="16062" y="1"/>
                    <a:pt x="15223" y="68"/>
                    <a:pt x="14378" y="208"/>
                  </a:cubicBezTo>
                  <a:cubicBezTo>
                    <a:pt x="5671" y="1642"/>
                    <a:pt x="1" y="10115"/>
                    <a:pt x="2002" y="18721"/>
                  </a:cubicBezTo>
                  <a:lnTo>
                    <a:pt x="2002" y="18721"/>
                  </a:lnTo>
                  <a:cubicBezTo>
                    <a:pt x="1168" y="10682"/>
                    <a:pt x="6706" y="3377"/>
                    <a:pt x="14678" y="2076"/>
                  </a:cubicBezTo>
                  <a:cubicBezTo>
                    <a:pt x="15530" y="1933"/>
                    <a:pt x="16378" y="1864"/>
                    <a:pt x="17215" y="1864"/>
                  </a:cubicBezTo>
                  <a:cubicBezTo>
                    <a:pt x="24210" y="1864"/>
                    <a:pt x="30452" y="6687"/>
                    <a:pt x="32090" y="13718"/>
                  </a:cubicBezTo>
                  <a:cubicBezTo>
                    <a:pt x="31247" y="5799"/>
                    <a:pt x="24562" y="1"/>
                    <a:pt x="16890" y="1"/>
                  </a:cubicBez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6" name="Google Shape;1871;p60">
              <a:extLst>
                <a:ext uri="{FF2B5EF4-FFF2-40B4-BE49-F238E27FC236}">
                  <a16:creationId xmlns:a16="http://schemas.microsoft.com/office/drawing/2014/main" id="{005A72D3-C479-9997-058D-FACD69C3714D}"/>
                </a:ext>
              </a:extLst>
            </p:cNvPr>
            <p:cNvSpPr/>
            <p:nvPr/>
          </p:nvSpPr>
          <p:spPr>
            <a:xfrm>
              <a:off x="7268363" y="932623"/>
              <a:ext cx="241818" cy="480389"/>
            </a:xfrm>
            <a:custGeom>
              <a:avLst/>
              <a:gdLst/>
              <a:ahLst/>
              <a:cxnLst/>
              <a:rect l="l" t="t" r="r" b="b"/>
              <a:pathLst>
                <a:path w="12510" h="24852" extrusionOk="0">
                  <a:moveTo>
                    <a:pt x="5538" y="0"/>
                  </a:moveTo>
                  <a:lnTo>
                    <a:pt x="1602" y="3036"/>
                  </a:lnTo>
                  <a:lnTo>
                    <a:pt x="2536" y="4370"/>
                  </a:lnTo>
                  <a:cubicBezTo>
                    <a:pt x="2870" y="4837"/>
                    <a:pt x="3170" y="5304"/>
                    <a:pt x="3470" y="5805"/>
                  </a:cubicBezTo>
                  <a:cubicBezTo>
                    <a:pt x="4104" y="6739"/>
                    <a:pt x="4704" y="7706"/>
                    <a:pt x="5271" y="8673"/>
                  </a:cubicBezTo>
                  <a:cubicBezTo>
                    <a:pt x="5838" y="9607"/>
                    <a:pt x="6372" y="10608"/>
                    <a:pt x="6872" y="11575"/>
                  </a:cubicBezTo>
                  <a:lnTo>
                    <a:pt x="7239" y="12309"/>
                  </a:lnTo>
                  <a:lnTo>
                    <a:pt x="7573" y="13043"/>
                  </a:lnTo>
                  <a:cubicBezTo>
                    <a:pt x="7673" y="13310"/>
                    <a:pt x="7773" y="13543"/>
                    <a:pt x="7873" y="13810"/>
                  </a:cubicBezTo>
                  <a:lnTo>
                    <a:pt x="8007" y="14177"/>
                  </a:lnTo>
                  <a:lnTo>
                    <a:pt x="8030" y="14223"/>
                  </a:lnTo>
                  <a:lnTo>
                    <a:pt x="8030" y="14223"/>
                  </a:lnTo>
                  <a:cubicBezTo>
                    <a:pt x="8008" y="14340"/>
                    <a:pt x="7957" y="14442"/>
                    <a:pt x="7906" y="14544"/>
                  </a:cubicBezTo>
                  <a:cubicBezTo>
                    <a:pt x="7706" y="14944"/>
                    <a:pt x="7473" y="15345"/>
                    <a:pt x="7206" y="15712"/>
                  </a:cubicBezTo>
                  <a:cubicBezTo>
                    <a:pt x="6539" y="16546"/>
                    <a:pt x="5838" y="17380"/>
                    <a:pt x="5071" y="18147"/>
                  </a:cubicBezTo>
                  <a:cubicBezTo>
                    <a:pt x="3470" y="19715"/>
                    <a:pt x="1735" y="21282"/>
                    <a:pt x="1" y="22783"/>
                  </a:cubicBezTo>
                  <a:lnTo>
                    <a:pt x="1335" y="24852"/>
                  </a:lnTo>
                  <a:cubicBezTo>
                    <a:pt x="3503" y="23717"/>
                    <a:pt x="5571" y="22416"/>
                    <a:pt x="7506" y="20915"/>
                  </a:cubicBezTo>
                  <a:cubicBezTo>
                    <a:pt x="8540" y="20148"/>
                    <a:pt x="9508" y="19281"/>
                    <a:pt x="10375" y="18347"/>
                  </a:cubicBezTo>
                  <a:cubicBezTo>
                    <a:pt x="10875" y="17813"/>
                    <a:pt x="11309" y="17246"/>
                    <a:pt x="11676" y="16612"/>
                  </a:cubicBezTo>
                  <a:cubicBezTo>
                    <a:pt x="11909" y="16245"/>
                    <a:pt x="12109" y="15845"/>
                    <a:pt x="12243" y="15411"/>
                  </a:cubicBezTo>
                  <a:cubicBezTo>
                    <a:pt x="12443" y="14844"/>
                    <a:pt x="12510" y="14277"/>
                    <a:pt x="12476" y="13677"/>
                  </a:cubicBezTo>
                  <a:cubicBezTo>
                    <a:pt x="12476" y="13510"/>
                    <a:pt x="12443" y="13343"/>
                    <a:pt x="12410" y="13143"/>
                  </a:cubicBezTo>
                  <a:lnTo>
                    <a:pt x="12343" y="12910"/>
                  </a:lnTo>
                  <a:lnTo>
                    <a:pt x="12310" y="12776"/>
                  </a:lnTo>
                  <a:lnTo>
                    <a:pt x="12176" y="12309"/>
                  </a:lnTo>
                  <a:cubicBezTo>
                    <a:pt x="12076" y="12009"/>
                    <a:pt x="11976" y="11709"/>
                    <a:pt x="11876" y="11409"/>
                  </a:cubicBezTo>
                  <a:lnTo>
                    <a:pt x="11542" y="10508"/>
                  </a:lnTo>
                  <a:lnTo>
                    <a:pt x="11175" y="9607"/>
                  </a:lnTo>
                  <a:cubicBezTo>
                    <a:pt x="10708" y="8440"/>
                    <a:pt x="10141" y="7339"/>
                    <a:pt x="9574" y="6238"/>
                  </a:cubicBezTo>
                  <a:cubicBezTo>
                    <a:pt x="8974" y="5137"/>
                    <a:pt x="8340" y="4070"/>
                    <a:pt x="7706" y="3069"/>
                  </a:cubicBezTo>
                  <a:cubicBezTo>
                    <a:pt x="7373" y="2536"/>
                    <a:pt x="7006" y="2035"/>
                    <a:pt x="6672" y="1535"/>
                  </a:cubicBezTo>
                  <a:cubicBezTo>
                    <a:pt x="6305" y="1001"/>
                    <a:pt x="5972" y="534"/>
                    <a:pt x="5538" y="0"/>
                  </a:cubicBezTo>
                  <a:close/>
                </a:path>
              </a:pathLst>
            </a:custGeom>
            <a:solidFill>
              <a:srgbClr val="7F3E3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7" name="Google Shape;1872;p60">
              <a:extLst>
                <a:ext uri="{FF2B5EF4-FFF2-40B4-BE49-F238E27FC236}">
                  <a16:creationId xmlns:a16="http://schemas.microsoft.com/office/drawing/2014/main" id="{0E62D50B-AF2F-852E-D8D9-CBCF03880F87}"/>
                </a:ext>
              </a:extLst>
            </p:cNvPr>
            <p:cNvSpPr/>
            <p:nvPr/>
          </p:nvSpPr>
          <p:spPr>
            <a:xfrm>
              <a:off x="7250521" y="895393"/>
              <a:ext cx="228713" cy="260994"/>
            </a:xfrm>
            <a:custGeom>
              <a:avLst/>
              <a:gdLst/>
              <a:ahLst/>
              <a:cxnLst/>
              <a:rect l="l" t="t" r="r" b="b"/>
              <a:pathLst>
                <a:path w="11832" h="13502" extrusionOk="0">
                  <a:moveTo>
                    <a:pt x="4827" y="0"/>
                  </a:moveTo>
                  <a:cubicBezTo>
                    <a:pt x="1800" y="0"/>
                    <a:pt x="0" y="2423"/>
                    <a:pt x="1624" y="5996"/>
                  </a:cubicBezTo>
                  <a:cubicBezTo>
                    <a:pt x="3326" y="9665"/>
                    <a:pt x="5394" y="13501"/>
                    <a:pt x="5394" y="13501"/>
                  </a:cubicBezTo>
                  <a:lnTo>
                    <a:pt x="11832" y="8264"/>
                  </a:lnTo>
                  <a:cubicBezTo>
                    <a:pt x="11832" y="8264"/>
                    <a:pt x="9130" y="759"/>
                    <a:pt x="6061" y="125"/>
                  </a:cubicBezTo>
                  <a:cubicBezTo>
                    <a:pt x="5632" y="41"/>
                    <a:pt x="5219" y="0"/>
                    <a:pt x="4827" y="0"/>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8" name="Google Shape;1873;p60">
              <a:extLst>
                <a:ext uri="{FF2B5EF4-FFF2-40B4-BE49-F238E27FC236}">
                  <a16:creationId xmlns:a16="http://schemas.microsoft.com/office/drawing/2014/main" id="{77F1903A-7382-FA0E-75FA-50A1CCE73D29}"/>
                </a:ext>
              </a:extLst>
            </p:cNvPr>
            <p:cNvSpPr/>
            <p:nvPr/>
          </p:nvSpPr>
          <p:spPr>
            <a:xfrm>
              <a:off x="7218723" y="1367219"/>
              <a:ext cx="94794" cy="76740"/>
            </a:xfrm>
            <a:custGeom>
              <a:avLst/>
              <a:gdLst/>
              <a:ahLst/>
              <a:cxnLst/>
              <a:rect l="l" t="t" r="r" b="b"/>
              <a:pathLst>
                <a:path w="4904" h="3970" extrusionOk="0">
                  <a:moveTo>
                    <a:pt x="3303" y="0"/>
                  </a:moveTo>
                  <a:lnTo>
                    <a:pt x="0" y="367"/>
                  </a:lnTo>
                  <a:lnTo>
                    <a:pt x="2135" y="3970"/>
                  </a:lnTo>
                  <a:cubicBezTo>
                    <a:pt x="2135" y="3970"/>
                    <a:pt x="4904" y="3036"/>
                    <a:pt x="4570" y="1535"/>
                  </a:cubicBezTo>
                  <a:lnTo>
                    <a:pt x="3303" y="0"/>
                  </a:lnTo>
                  <a:close/>
                </a:path>
              </a:pathLst>
            </a:custGeom>
            <a:solidFill>
              <a:srgbClr val="7F3E3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9" name="Google Shape;1874;p60">
              <a:extLst>
                <a:ext uri="{FF2B5EF4-FFF2-40B4-BE49-F238E27FC236}">
                  <a16:creationId xmlns:a16="http://schemas.microsoft.com/office/drawing/2014/main" id="{CD69A4F0-E8EA-1168-8805-CD4F5BA64705}"/>
                </a:ext>
              </a:extLst>
            </p:cNvPr>
            <p:cNvSpPr/>
            <p:nvPr/>
          </p:nvSpPr>
          <p:spPr>
            <a:xfrm>
              <a:off x="7180682" y="1374313"/>
              <a:ext cx="79968" cy="92861"/>
            </a:xfrm>
            <a:custGeom>
              <a:avLst/>
              <a:gdLst/>
              <a:ahLst/>
              <a:cxnLst/>
              <a:rect l="l" t="t" r="r" b="b"/>
              <a:pathLst>
                <a:path w="4137" h="4804" extrusionOk="0">
                  <a:moveTo>
                    <a:pt x="1968" y="0"/>
                  </a:moveTo>
                  <a:lnTo>
                    <a:pt x="0" y="1901"/>
                  </a:lnTo>
                  <a:lnTo>
                    <a:pt x="1902" y="4804"/>
                  </a:lnTo>
                  <a:lnTo>
                    <a:pt x="4137" y="3603"/>
                  </a:lnTo>
                  <a:lnTo>
                    <a:pt x="1968" y="0"/>
                  </a:lnTo>
                  <a:close/>
                </a:path>
              </a:pathLst>
            </a:custGeom>
            <a:solidFill>
              <a:srgbClr val="7F3E3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pic>
        <p:nvPicPr>
          <p:cNvPr id="390" name="Picture 389">
            <a:extLst>
              <a:ext uri="{FF2B5EF4-FFF2-40B4-BE49-F238E27FC236}">
                <a16:creationId xmlns:a16="http://schemas.microsoft.com/office/drawing/2014/main" id="{657557D6-477A-FEBD-D3C2-CB5C720B2888}"/>
              </a:ext>
            </a:extLst>
          </p:cNvPr>
          <p:cNvPicPr>
            <a:picLocks noChangeAspect="1"/>
          </p:cNvPicPr>
          <p:nvPr/>
        </p:nvPicPr>
        <p:blipFill>
          <a:blip r:embed="rId2"/>
          <a:stretch>
            <a:fillRect/>
          </a:stretch>
        </p:blipFill>
        <p:spPr>
          <a:xfrm>
            <a:off x="465999" y="197346"/>
            <a:ext cx="1328285" cy="1359613"/>
          </a:xfrm>
          <a:prstGeom prst="rect">
            <a:avLst/>
          </a:prstGeom>
        </p:spPr>
      </p:pic>
      <p:sp>
        <p:nvSpPr>
          <p:cNvPr id="392" name="TextBox 391">
            <a:extLst>
              <a:ext uri="{FF2B5EF4-FFF2-40B4-BE49-F238E27FC236}">
                <a16:creationId xmlns:a16="http://schemas.microsoft.com/office/drawing/2014/main" id="{AB11B982-712B-3976-84DD-E8F7FDFC7C7C}"/>
              </a:ext>
            </a:extLst>
          </p:cNvPr>
          <p:cNvSpPr txBox="1"/>
          <p:nvPr/>
        </p:nvSpPr>
        <p:spPr>
          <a:xfrm>
            <a:off x="3048897" y="197346"/>
            <a:ext cx="6094206" cy="1631216"/>
          </a:xfrm>
          <a:prstGeom prst="rect">
            <a:avLst/>
          </a:prstGeom>
          <a:noFill/>
        </p:spPr>
        <p:txBody>
          <a:bodyPr wrap="square">
            <a:spAutoFit/>
          </a:bodyPr>
          <a:lstStyle/>
          <a:p>
            <a:pPr algn="ctr"/>
            <a:r>
              <a:rPr lang="en-US" sz="1200" b="1" dirty="0">
                <a:latin typeface="Times New Roman" panose="02020603050405020304" pitchFamily="18" charset="0"/>
                <a:cs typeface="Times New Roman" panose="02020603050405020304" pitchFamily="18" charset="0"/>
              </a:rPr>
              <a:t>Progressive Education Society’s</a:t>
            </a:r>
            <a:br>
              <a:rPr lang="en-US" sz="1200" b="1"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Modern College of Arts, Science and Commerce, (Autonomous)</a:t>
            </a:r>
            <a:br>
              <a:rPr lang="en-US" sz="1200" b="1"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Shivajinagar, Pune – 411005.</a:t>
            </a:r>
            <a:br>
              <a:rPr lang="en-US" sz="1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OJT Project Presentation</a:t>
            </a:r>
            <a:endParaRPr lang="en-IN" sz="1200" dirty="0"/>
          </a:p>
        </p:txBody>
      </p:sp>
      <p:sp>
        <p:nvSpPr>
          <p:cNvPr id="394" name="TextBox 393">
            <a:extLst>
              <a:ext uri="{FF2B5EF4-FFF2-40B4-BE49-F238E27FC236}">
                <a16:creationId xmlns:a16="http://schemas.microsoft.com/office/drawing/2014/main" id="{481B4238-2F46-F2EE-F6BF-855DDFE362A0}"/>
              </a:ext>
            </a:extLst>
          </p:cNvPr>
          <p:cNvSpPr txBox="1"/>
          <p:nvPr/>
        </p:nvSpPr>
        <p:spPr>
          <a:xfrm>
            <a:off x="1934135" y="2306545"/>
            <a:ext cx="8323729" cy="1876347"/>
          </a:xfrm>
          <a:prstGeom prst="rect">
            <a:avLst/>
          </a:prstGeom>
          <a:noFill/>
        </p:spPr>
        <p:txBody>
          <a:bodyPr wrap="square">
            <a:spAutoFit/>
          </a:bodyPr>
          <a:lstStyle/>
          <a:p>
            <a:pPr algn="ctr">
              <a:lnSpc>
                <a:spcPct val="110000"/>
              </a:lnSpc>
            </a:pPr>
            <a:r>
              <a:rPr lang="en-US" sz="3600" b="1" dirty="0">
                <a:solidFill>
                  <a:srgbClr val="002060"/>
                </a:solidFill>
                <a:latin typeface="Times New Roman" panose="02020603050405020304" pitchFamily="18" charset="0"/>
                <a:cs typeface="Times New Roman" panose="02020603050405020304" pitchFamily="18" charset="0"/>
              </a:rPr>
              <a:t>“Multivariate Experiments Driven Product Strategy Optimization for Banking Products”</a:t>
            </a:r>
          </a:p>
        </p:txBody>
      </p:sp>
      <p:sp>
        <p:nvSpPr>
          <p:cNvPr id="397" name="TextBox 396">
            <a:extLst>
              <a:ext uri="{FF2B5EF4-FFF2-40B4-BE49-F238E27FC236}">
                <a16:creationId xmlns:a16="http://schemas.microsoft.com/office/drawing/2014/main" id="{98227A76-0FF9-AD3A-AA2F-43AE1D0EA761}"/>
              </a:ext>
            </a:extLst>
          </p:cNvPr>
          <p:cNvSpPr txBox="1"/>
          <p:nvPr/>
        </p:nvSpPr>
        <p:spPr>
          <a:xfrm>
            <a:off x="840596" y="5054308"/>
            <a:ext cx="4416601" cy="1323439"/>
          </a:xfrm>
          <a:prstGeom prst="rect">
            <a:avLst/>
          </a:prstGeom>
          <a:noFill/>
        </p:spPr>
        <p:txBody>
          <a:bodyPr wrap="square">
            <a:spAutoFit/>
          </a:bodyPr>
          <a:lstStyle/>
          <a:p>
            <a:pPr algn="ctr"/>
            <a:r>
              <a:rPr lang="en-US" sz="2000" b="1" i="1" dirty="0">
                <a:solidFill>
                  <a:schemeClr val="tx2">
                    <a:lumMod val="50000"/>
                  </a:schemeClr>
                </a:solidFill>
                <a:latin typeface="Times New Roman" panose="02020603050405020304" pitchFamily="18" charset="0"/>
                <a:cs typeface="Times New Roman" panose="02020603050405020304" pitchFamily="18" charset="0"/>
              </a:rPr>
              <a:t>Presented by</a:t>
            </a:r>
          </a:p>
          <a:p>
            <a:pPr algn="ctr"/>
            <a:r>
              <a:rPr lang="en-US" sz="2000" b="1" dirty="0">
                <a:solidFill>
                  <a:schemeClr val="tx2">
                    <a:lumMod val="50000"/>
                  </a:schemeClr>
                </a:solidFill>
                <a:latin typeface="Times New Roman" panose="02020603050405020304" pitchFamily="18" charset="0"/>
                <a:cs typeface="Times New Roman" panose="02020603050405020304" pitchFamily="18" charset="0"/>
              </a:rPr>
              <a:t>Kiran Vishnu Sanap</a:t>
            </a:r>
          </a:p>
          <a:p>
            <a:pPr algn="ctr"/>
            <a:r>
              <a:rPr lang="en-US" sz="2000" b="1" dirty="0">
                <a:solidFill>
                  <a:schemeClr val="tx2">
                    <a:lumMod val="50000"/>
                  </a:schemeClr>
                </a:solidFill>
                <a:latin typeface="Times New Roman" panose="02020603050405020304" pitchFamily="18" charset="0"/>
                <a:cs typeface="Times New Roman" panose="02020603050405020304" pitchFamily="18" charset="0"/>
              </a:rPr>
              <a:t>Class: M.Sc. I (Statistics)</a:t>
            </a:r>
          </a:p>
          <a:p>
            <a:pPr algn="ctr"/>
            <a:r>
              <a:rPr lang="en-US" sz="2000" b="1" dirty="0">
                <a:solidFill>
                  <a:schemeClr val="tx2">
                    <a:lumMod val="50000"/>
                  </a:schemeClr>
                </a:solidFill>
                <a:latin typeface="Times New Roman" panose="02020603050405020304" pitchFamily="18" charset="0"/>
                <a:cs typeface="Times New Roman" panose="02020603050405020304" pitchFamily="18" charset="0"/>
              </a:rPr>
              <a:t>Roll No: 2433303</a:t>
            </a:r>
            <a:endParaRPr lang="en-IN" sz="2000" dirty="0">
              <a:solidFill>
                <a:schemeClr val="tx2">
                  <a:lumMod val="50000"/>
                </a:schemeClr>
              </a:solidFill>
            </a:endParaRPr>
          </a:p>
        </p:txBody>
      </p:sp>
    </p:spTree>
    <p:extLst>
      <p:ext uri="{BB962C8B-B14F-4D97-AF65-F5344CB8AC3E}">
        <p14:creationId xmlns:p14="http://schemas.microsoft.com/office/powerpoint/2010/main" val="3614036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1000"/>
                                        <p:tgtEl>
                                          <p:spTgt spid="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B1A9B-8E47-D9AC-53D6-8A0E65385BC1}"/>
              </a:ext>
            </a:extLst>
          </p:cNvPr>
          <p:cNvSpPr>
            <a:spLocks noGrp="1"/>
          </p:cNvSpPr>
          <p:nvPr>
            <p:ph type="title"/>
          </p:nvPr>
        </p:nvSpPr>
        <p:spPr>
          <a:xfrm>
            <a:off x="6636775" y="275302"/>
            <a:ext cx="5555225" cy="2674375"/>
          </a:xfrm>
        </p:spPr>
        <p:txBody>
          <a:bodyPr>
            <a:noAutofit/>
          </a:bodyPr>
          <a:lstStyle/>
          <a:p>
            <a:pPr algn="ctr"/>
            <a:r>
              <a:rPr lang="en-US" sz="2800" b="1" dirty="0">
                <a:effectLst/>
                <a:latin typeface="Times New Roman" panose="02020603050405020304" pitchFamily="18" charset="0"/>
                <a:ea typeface="Calibri" panose="020F0502020204030204" pitchFamily="34" charset="0"/>
              </a:rPr>
              <a:t>India’s banking sector stands as a pillar of the nation’s economic progress, playing a vital role in mobilizing capital, expanding credit access, and driving financial inclusion.</a:t>
            </a:r>
            <a:endParaRPr lang="en-IN" sz="6000" b="1" dirty="0"/>
          </a:p>
        </p:txBody>
      </p:sp>
    </p:spTree>
    <p:extLst>
      <p:ext uri="{BB962C8B-B14F-4D97-AF65-F5344CB8AC3E}">
        <p14:creationId xmlns:p14="http://schemas.microsoft.com/office/powerpoint/2010/main" val="3506773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9" name="Google Shape;2633;p49">
            <a:extLst>
              <a:ext uri="{FF2B5EF4-FFF2-40B4-BE49-F238E27FC236}">
                <a16:creationId xmlns:a16="http://schemas.microsoft.com/office/drawing/2014/main" id="{1F34FA2F-C372-1635-4463-B986F331B795}"/>
              </a:ext>
            </a:extLst>
          </p:cNvPr>
          <p:cNvGrpSpPr/>
          <p:nvPr/>
        </p:nvGrpSpPr>
        <p:grpSpPr>
          <a:xfrm>
            <a:off x="3857059" y="1456742"/>
            <a:ext cx="278351" cy="268457"/>
            <a:chOff x="5266925" y="-1481425"/>
            <a:chExt cx="204025" cy="199700"/>
          </a:xfrm>
        </p:grpSpPr>
        <p:sp>
          <p:nvSpPr>
            <p:cNvPr id="230" name="Google Shape;2634;p49">
              <a:extLst>
                <a:ext uri="{FF2B5EF4-FFF2-40B4-BE49-F238E27FC236}">
                  <a16:creationId xmlns:a16="http://schemas.microsoft.com/office/drawing/2014/main" id="{1E7582F0-9EAD-AB33-F3DB-BEFE0B025287}"/>
                </a:ext>
              </a:extLst>
            </p:cNvPr>
            <p:cNvSpPr/>
            <p:nvPr/>
          </p:nvSpPr>
          <p:spPr>
            <a:xfrm>
              <a:off x="5418600" y="-1375775"/>
              <a:ext cx="19400" cy="12625"/>
            </a:xfrm>
            <a:custGeom>
              <a:avLst/>
              <a:gdLst/>
              <a:ahLst/>
              <a:cxnLst/>
              <a:rect l="l" t="t" r="r" b="b"/>
              <a:pathLst>
                <a:path w="776" h="505" extrusionOk="0">
                  <a:moveTo>
                    <a:pt x="117" y="1"/>
                  </a:moveTo>
                  <a:lnTo>
                    <a:pt x="78" y="20"/>
                  </a:lnTo>
                  <a:lnTo>
                    <a:pt x="39" y="40"/>
                  </a:lnTo>
                  <a:lnTo>
                    <a:pt x="20" y="78"/>
                  </a:lnTo>
                  <a:lnTo>
                    <a:pt x="0" y="117"/>
                  </a:lnTo>
                  <a:lnTo>
                    <a:pt x="20" y="195"/>
                  </a:lnTo>
                  <a:lnTo>
                    <a:pt x="39" y="272"/>
                  </a:lnTo>
                  <a:lnTo>
                    <a:pt x="78" y="350"/>
                  </a:lnTo>
                  <a:lnTo>
                    <a:pt x="117" y="408"/>
                  </a:lnTo>
                  <a:lnTo>
                    <a:pt x="175" y="447"/>
                  </a:lnTo>
                  <a:lnTo>
                    <a:pt x="233" y="485"/>
                  </a:lnTo>
                  <a:lnTo>
                    <a:pt x="311" y="505"/>
                  </a:lnTo>
                  <a:lnTo>
                    <a:pt x="466" y="505"/>
                  </a:lnTo>
                  <a:lnTo>
                    <a:pt x="543" y="485"/>
                  </a:lnTo>
                  <a:lnTo>
                    <a:pt x="601" y="447"/>
                  </a:lnTo>
                  <a:lnTo>
                    <a:pt x="660" y="408"/>
                  </a:lnTo>
                  <a:lnTo>
                    <a:pt x="718" y="350"/>
                  </a:lnTo>
                  <a:lnTo>
                    <a:pt x="756" y="272"/>
                  </a:lnTo>
                  <a:lnTo>
                    <a:pt x="776" y="195"/>
                  </a:lnTo>
                  <a:lnTo>
                    <a:pt x="776" y="117"/>
                  </a:lnTo>
                  <a:lnTo>
                    <a:pt x="776" y="78"/>
                  </a:lnTo>
                  <a:lnTo>
                    <a:pt x="756" y="40"/>
                  </a:lnTo>
                  <a:lnTo>
                    <a:pt x="718" y="20"/>
                  </a:lnTo>
                  <a:lnTo>
                    <a:pt x="660" y="1"/>
                  </a:lnTo>
                  <a:lnTo>
                    <a:pt x="621" y="20"/>
                  </a:lnTo>
                  <a:lnTo>
                    <a:pt x="582" y="40"/>
                  </a:lnTo>
                  <a:lnTo>
                    <a:pt x="563" y="78"/>
                  </a:lnTo>
                  <a:lnTo>
                    <a:pt x="543" y="117"/>
                  </a:lnTo>
                  <a:lnTo>
                    <a:pt x="524" y="175"/>
                  </a:lnTo>
                  <a:lnTo>
                    <a:pt x="504" y="233"/>
                  </a:lnTo>
                  <a:lnTo>
                    <a:pt x="446" y="272"/>
                  </a:lnTo>
                  <a:lnTo>
                    <a:pt x="330" y="272"/>
                  </a:lnTo>
                  <a:lnTo>
                    <a:pt x="291" y="233"/>
                  </a:lnTo>
                  <a:lnTo>
                    <a:pt x="252" y="175"/>
                  </a:lnTo>
                  <a:lnTo>
                    <a:pt x="252" y="117"/>
                  </a:lnTo>
                  <a:lnTo>
                    <a:pt x="233" y="78"/>
                  </a:lnTo>
                  <a:lnTo>
                    <a:pt x="214" y="40"/>
                  </a:lnTo>
                  <a:lnTo>
                    <a:pt x="175" y="20"/>
                  </a:lnTo>
                  <a:lnTo>
                    <a:pt x="1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200"/>
            </a:p>
          </p:txBody>
        </p:sp>
        <p:sp>
          <p:nvSpPr>
            <p:cNvPr id="231" name="Google Shape;2635;p49">
              <a:extLst>
                <a:ext uri="{FF2B5EF4-FFF2-40B4-BE49-F238E27FC236}">
                  <a16:creationId xmlns:a16="http://schemas.microsoft.com/office/drawing/2014/main" id="{8AA06356-78A4-2911-1978-BEA27901F8E7}"/>
                </a:ext>
              </a:extLst>
            </p:cNvPr>
            <p:cNvSpPr/>
            <p:nvPr/>
          </p:nvSpPr>
          <p:spPr>
            <a:xfrm>
              <a:off x="5266925" y="-1481425"/>
              <a:ext cx="204025" cy="199700"/>
            </a:xfrm>
            <a:custGeom>
              <a:avLst/>
              <a:gdLst/>
              <a:ahLst/>
              <a:cxnLst/>
              <a:rect l="l" t="t" r="r" b="b"/>
              <a:pathLst>
                <a:path w="8161" h="7988" extrusionOk="0">
                  <a:moveTo>
                    <a:pt x="6668" y="2172"/>
                  </a:moveTo>
                  <a:lnTo>
                    <a:pt x="6707" y="2250"/>
                  </a:lnTo>
                  <a:lnTo>
                    <a:pt x="6727" y="2366"/>
                  </a:lnTo>
                  <a:lnTo>
                    <a:pt x="6727" y="2579"/>
                  </a:lnTo>
                  <a:lnTo>
                    <a:pt x="6707" y="2851"/>
                  </a:lnTo>
                  <a:lnTo>
                    <a:pt x="6668" y="3122"/>
                  </a:lnTo>
                  <a:lnTo>
                    <a:pt x="6591" y="3355"/>
                  </a:lnTo>
                  <a:lnTo>
                    <a:pt x="6513" y="3529"/>
                  </a:lnTo>
                  <a:lnTo>
                    <a:pt x="6475" y="3607"/>
                  </a:lnTo>
                  <a:lnTo>
                    <a:pt x="6416" y="3645"/>
                  </a:lnTo>
                  <a:lnTo>
                    <a:pt x="6358" y="3665"/>
                  </a:lnTo>
                  <a:lnTo>
                    <a:pt x="6281" y="3684"/>
                  </a:lnTo>
                  <a:lnTo>
                    <a:pt x="6009" y="3684"/>
                  </a:lnTo>
                  <a:lnTo>
                    <a:pt x="5912" y="3645"/>
                  </a:lnTo>
                  <a:lnTo>
                    <a:pt x="5815" y="3607"/>
                  </a:lnTo>
                  <a:lnTo>
                    <a:pt x="5719" y="3548"/>
                  </a:lnTo>
                  <a:lnTo>
                    <a:pt x="5622" y="3471"/>
                  </a:lnTo>
                  <a:lnTo>
                    <a:pt x="5563" y="3393"/>
                  </a:lnTo>
                  <a:lnTo>
                    <a:pt x="5505" y="3296"/>
                  </a:lnTo>
                  <a:lnTo>
                    <a:pt x="5467" y="3180"/>
                  </a:lnTo>
                  <a:lnTo>
                    <a:pt x="5447" y="3064"/>
                  </a:lnTo>
                  <a:lnTo>
                    <a:pt x="5447" y="2928"/>
                  </a:lnTo>
                  <a:lnTo>
                    <a:pt x="5447" y="2792"/>
                  </a:lnTo>
                  <a:lnTo>
                    <a:pt x="5486" y="2637"/>
                  </a:lnTo>
                  <a:lnTo>
                    <a:pt x="5505" y="2579"/>
                  </a:lnTo>
                  <a:lnTo>
                    <a:pt x="5563" y="2521"/>
                  </a:lnTo>
                  <a:lnTo>
                    <a:pt x="5951" y="2366"/>
                  </a:lnTo>
                  <a:lnTo>
                    <a:pt x="6261" y="2250"/>
                  </a:lnTo>
                  <a:lnTo>
                    <a:pt x="6494" y="2191"/>
                  </a:lnTo>
                  <a:lnTo>
                    <a:pt x="6630" y="2172"/>
                  </a:lnTo>
                  <a:close/>
                  <a:moveTo>
                    <a:pt x="465" y="4014"/>
                  </a:moveTo>
                  <a:lnTo>
                    <a:pt x="504" y="4033"/>
                  </a:lnTo>
                  <a:lnTo>
                    <a:pt x="543" y="4072"/>
                  </a:lnTo>
                  <a:lnTo>
                    <a:pt x="601" y="4111"/>
                  </a:lnTo>
                  <a:lnTo>
                    <a:pt x="620" y="4188"/>
                  </a:lnTo>
                  <a:lnTo>
                    <a:pt x="640" y="4227"/>
                  </a:lnTo>
                  <a:lnTo>
                    <a:pt x="659" y="4304"/>
                  </a:lnTo>
                  <a:lnTo>
                    <a:pt x="659" y="4304"/>
                  </a:lnTo>
                  <a:lnTo>
                    <a:pt x="446" y="4246"/>
                  </a:lnTo>
                  <a:lnTo>
                    <a:pt x="368" y="4207"/>
                  </a:lnTo>
                  <a:lnTo>
                    <a:pt x="330" y="4169"/>
                  </a:lnTo>
                  <a:lnTo>
                    <a:pt x="330" y="4111"/>
                  </a:lnTo>
                  <a:lnTo>
                    <a:pt x="368" y="4072"/>
                  </a:lnTo>
                  <a:lnTo>
                    <a:pt x="407" y="4033"/>
                  </a:lnTo>
                  <a:lnTo>
                    <a:pt x="446" y="4014"/>
                  </a:lnTo>
                  <a:close/>
                  <a:moveTo>
                    <a:pt x="3683" y="1"/>
                  </a:moveTo>
                  <a:lnTo>
                    <a:pt x="3509" y="20"/>
                  </a:lnTo>
                  <a:lnTo>
                    <a:pt x="3354" y="40"/>
                  </a:lnTo>
                  <a:lnTo>
                    <a:pt x="3199" y="78"/>
                  </a:lnTo>
                  <a:lnTo>
                    <a:pt x="3063" y="117"/>
                  </a:lnTo>
                  <a:lnTo>
                    <a:pt x="2908" y="195"/>
                  </a:lnTo>
                  <a:lnTo>
                    <a:pt x="2772" y="272"/>
                  </a:lnTo>
                  <a:lnTo>
                    <a:pt x="2656" y="369"/>
                  </a:lnTo>
                  <a:lnTo>
                    <a:pt x="2520" y="486"/>
                  </a:lnTo>
                  <a:lnTo>
                    <a:pt x="2423" y="602"/>
                  </a:lnTo>
                  <a:lnTo>
                    <a:pt x="2326" y="718"/>
                  </a:lnTo>
                  <a:lnTo>
                    <a:pt x="2249" y="854"/>
                  </a:lnTo>
                  <a:lnTo>
                    <a:pt x="2171" y="1009"/>
                  </a:lnTo>
                  <a:lnTo>
                    <a:pt x="2132" y="1145"/>
                  </a:lnTo>
                  <a:lnTo>
                    <a:pt x="2094" y="1300"/>
                  </a:lnTo>
                  <a:lnTo>
                    <a:pt x="2055" y="1455"/>
                  </a:lnTo>
                  <a:lnTo>
                    <a:pt x="2055" y="1629"/>
                  </a:lnTo>
                  <a:lnTo>
                    <a:pt x="2055" y="1784"/>
                  </a:lnTo>
                  <a:lnTo>
                    <a:pt x="2094" y="1939"/>
                  </a:lnTo>
                  <a:lnTo>
                    <a:pt x="2132" y="2095"/>
                  </a:lnTo>
                  <a:lnTo>
                    <a:pt x="2171" y="2250"/>
                  </a:lnTo>
                  <a:lnTo>
                    <a:pt x="2249" y="2385"/>
                  </a:lnTo>
                  <a:lnTo>
                    <a:pt x="2326" y="2521"/>
                  </a:lnTo>
                  <a:lnTo>
                    <a:pt x="2423" y="2657"/>
                  </a:lnTo>
                  <a:lnTo>
                    <a:pt x="2520" y="2773"/>
                  </a:lnTo>
                  <a:lnTo>
                    <a:pt x="2675" y="2889"/>
                  </a:lnTo>
                  <a:lnTo>
                    <a:pt x="2811" y="3006"/>
                  </a:lnTo>
                  <a:lnTo>
                    <a:pt x="2598" y="3064"/>
                  </a:lnTo>
                  <a:lnTo>
                    <a:pt x="2559" y="3083"/>
                  </a:lnTo>
                  <a:lnTo>
                    <a:pt x="2520" y="3122"/>
                  </a:lnTo>
                  <a:lnTo>
                    <a:pt x="2520" y="3161"/>
                  </a:lnTo>
                  <a:lnTo>
                    <a:pt x="2520" y="3219"/>
                  </a:lnTo>
                  <a:lnTo>
                    <a:pt x="2539" y="3258"/>
                  </a:lnTo>
                  <a:lnTo>
                    <a:pt x="2578" y="3277"/>
                  </a:lnTo>
                  <a:lnTo>
                    <a:pt x="2617" y="3296"/>
                  </a:lnTo>
                  <a:lnTo>
                    <a:pt x="2675" y="3296"/>
                  </a:lnTo>
                  <a:lnTo>
                    <a:pt x="2908" y="3219"/>
                  </a:lnTo>
                  <a:lnTo>
                    <a:pt x="3160" y="3161"/>
                  </a:lnTo>
                  <a:lnTo>
                    <a:pt x="3412" y="3141"/>
                  </a:lnTo>
                  <a:lnTo>
                    <a:pt x="3683" y="3122"/>
                  </a:lnTo>
                  <a:lnTo>
                    <a:pt x="3935" y="3141"/>
                  </a:lnTo>
                  <a:lnTo>
                    <a:pt x="4187" y="3161"/>
                  </a:lnTo>
                  <a:lnTo>
                    <a:pt x="4439" y="3219"/>
                  </a:lnTo>
                  <a:lnTo>
                    <a:pt x="4672" y="3296"/>
                  </a:lnTo>
                  <a:lnTo>
                    <a:pt x="4711" y="3296"/>
                  </a:lnTo>
                  <a:lnTo>
                    <a:pt x="4788" y="3277"/>
                  </a:lnTo>
                  <a:lnTo>
                    <a:pt x="4807" y="3238"/>
                  </a:lnTo>
                  <a:lnTo>
                    <a:pt x="4827" y="3219"/>
                  </a:lnTo>
                  <a:lnTo>
                    <a:pt x="4827" y="3161"/>
                  </a:lnTo>
                  <a:lnTo>
                    <a:pt x="4827" y="3122"/>
                  </a:lnTo>
                  <a:lnTo>
                    <a:pt x="4788" y="3083"/>
                  </a:lnTo>
                  <a:lnTo>
                    <a:pt x="4749" y="3064"/>
                  </a:lnTo>
                  <a:lnTo>
                    <a:pt x="4536" y="3006"/>
                  </a:lnTo>
                  <a:lnTo>
                    <a:pt x="4691" y="2889"/>
                  </a:lnTo>
                  <a:lnTo>
                    <a:pt x="4827" y="2773"/>
                  </a:lnTo>
                  <a:lnTo>
                    <a:pt x="4924" y="2637"/>
                  </a:lnTo>
                  <a:lnTo>
                    <a:pt x="5021" y="2521"/>
                  </a:lnTo>
                  <a:lnTo>
                    <a:pt x="5118" y="2540"/>
                  </a:lnTo>
                  <a:lnTo>
                    <a:pt x="5253" y="2560"/>
                  </a:lnTo>
                  <a:lnTo>
                    <a:pt x="5253" y="2579"/>
                  </a:lnTo>
                  <a:lnTo>
                    <a:pt x="5215" y="2773"/>
                  </a:lnTo>
                  <a:lnTo>
                    <a:pt x="5215" y="2967"/>
                  </a:lnTo>
                  <a:lnTo>
                    <a:pt x="5215" y="3141"/>
                  </a:lnTo>
                  <a:lnTo>
                    <a:pt x="5253" y="3296"/>
                  </a:lnTo>
                  <a:lnTo>
                    <a:pt x="5311" y="3432"/>
                  </a:lnTo>
                  <a:lnTo>
                    <a:pt x="5389" y="3548"/>
                  </a:lnTo>
                  <a:lnTo>
                    <a:pt x="5467" y="3665"/>
                  </a:lnTo>
                  <a:lnTo>
                    <a:pt x="5583" y="3742"/>
                  </a:lnTo>
                  <a:lnTo>
                    <a:pt x="5719" y="3820"/>
                  </a:lnTo>
                  <a:lnTo>
                    <a:pt x="5854" y="3878"/>
                  </a:lnTo>
                  <a:lnTo>
                    <a:pt x="6009" y="3917"/>
                  </a:lnTo>
                  <a:lnTo>
                    <a:pt x="6164" y="3936"/>
                  </a:lnTo>
                  <a:lnTo>
                    <a:pt x="6261" y="3917"/>
                  </a:lnTo>
                  <a:lnTo>
                    <a:pt x="6358" y="3917"/>
                  </a:lnTo>
                  <a:lnTo>
                    <a:pt x="6455" y="3878"/>
                  </a:lnTo>
                  <a:lnTo>
                    <a:pt x="6533" y="3839"/>
                  </a:lnTo>
                  <a:lnTo>
                    <a:pt x="6610" y="3781"/>
                  </a:lnTo>
                  <a:lnTo>
                    <a:pt x="6688" y="3703"/>
                  </a:lnTo>
                  <a:lnTo>
                    <a:pt x="6765" y="3587"/>
                  </a:lnTo>
                  <a:lnTo>
                    <a:pt x="6823" y="3451"/>
                  </a:lnTo>
                  <a:lnTo>
                    <a:pt x="6920" y="3568"/>
                  </a:lnTo>
                  <a:lnTo>
                    <a:pt x="6998" y="3703"/>
                  </a:lnTo>
                  <a:lnTo>
                    <a:pt x="7075" y="3839"/>
                  </a:lnTo>
                  <a:lnTo>
                    <a:pt x="7134" y="3975"/>
                  </a:lnTo>
                  <a:lnTo>
                    <a:pt x="7192" y="4130"/>
                  </a:lnTo>
                  <a:lnTo>
                    <a:pt x="7231" y="4207"/>
                  </a:lnTo>
                  <a:lnTo>
                    <a:pt x="7289" y="4285"/>
                  </a:lnTo>
                  <a:lnTo>
                    <a:pt x="7347" y="4343"/>
                  </a:lnTo>
                  <a:lnTo>
                    <a:pt x="7444" y="4363"/>
                  </a:lnTo>
                  <a:lnTo>
                    <a:pt x="7773" y="4479"/>
                  </a:lnTo>
                  <a:lnTo>
                    <a:pt x="7831" y="4518"/>
                  </a:lnTo>
                  <a:lnTo>
                    <a:pt x="7870" y="4556"/>
                  </a:lnTo>
                  <a:lnTo>
                    <a:pt x="7909" y="4615"/>
                  </a:lnTo>
                  <a:lnTo>
                    <a:pt x="7909" y="4673"/>
                  </a:lnTo>
                  <a:lnTo>
                    <a:pt x="7909" y="5235"/>
                  </a:lnTo>
                  <a:lnTo>
                    <a:pt x="7909" y="5293"/>
                  </a:lnTo>
                  <a:lnTo>
                    <a:pt x="7870" y="5351"/>
                  </a:lnTo>
                  <a:lnTo>
                    <a:pt x="7831" y="5409"/>
                  </a:lnTo>
                  <a:lnTo>
                    <a:pt x="7773" y="5429"/>
                  </a:lnTo>
                  <a:lnTo>
                    <a:pt x="7231" y="5603"/>
                  </a:lnTo>
                  <a:lnTo>
                    <a:pt x="7172" y="5642"/>
                  </a:lnTo>
                  <a:lnTo>
                    <a:pt x="7114" y="5661"/>
                  </a:lnTo>
                  <a:lnTo>
                    <a:pt x="7075" y="5719"/>
                  </a:lnTo>
                  <a:lnTo>
                    <a:pt x="7037" y="5778"/>
                  </a:lnTo>
                  <a:lnTo>
                    <a:pt x="6940" y="5913"/>
                  </a:lnTo>
                  <a:lnTo>
                    <a:pt x="6843" y="6030"/>
                  </a:lnTo>
                  <a:lnTo>
                    <a:pt x="6746" y="6165"/>
                  </a:lnTo>
                  <a:lnTo>
                    <a:pt x="6630" y="6282"/>
                  </a:lnTo>
                  <a:lnTo>
                    <a:pt x="6494" y="6379"/>
                  </a:lnTo>
                  <a:lnTo>
                    <a:pt x="6358" y="6495"/>
                  </a:lnTo>
                  <a:lnTo>
                    <a:pt x="6048" y="6669"/>
                  </a:lnTo>
                  <a:lnTo>
                    <a:pt x="5971" y="6727"/>
                  </a:lnTo>
                  <a:lnTo>
                    <a:pt x="5951" y="6805"/>
                  </a:lnTo>
                  <a:lnTo>
                    <a:pt x="5777" y="7716"/>
                  </a:lnTo>
                  <a:lnTo>
                    <a:pt x="5757" y="7755"/>
                  </a:lnTo>
                  <a:lnTo>
                    <a:pt x="5118" y="7755"/>
                  </a:lnTo>
                  <a:lnTo>
                    <a:pt x="5098" y="7716"/>
                  </a:lnTo>
                  <a:lnTo>
                    <a:pt x="5001" y="7212"/>
                  </a:lnTo>
                  <a:lnTo>
                    <a:pt x="4982" y="7135"/>
                  </a:lnTo>
                  <a:lnTo>
                    <a:pt x="4943" y="7096"/>
                  </a:lnTo>
                  <a:lnTo>
                    <a:pt x="4866" y="7057"/>
                  </a:lnTo>
                  <a:lnTo>
                    <a:pt x="4788" y="7057"/>
                  </a:lnTo>
                  <a:lnTo>
                    <a:pt x="4439" y="7096"/>
                  </a:lnTo>
                  <a:lnTo>
                    <a:pt x="4051" y="7115"/>
                  </a:lnTo>
                  <a:lnTo>
                    <a:pt x="3780" y="7115"/>
                  </a:lnTo>
                  <a:lnTo>
                    <a:pt x="3509" y="7076"/>
                  </a:lnTo>
                  <a:lnTo>
                    <a:pt x="3451" y="7096"/>
                  </a:lnTo>
                  <a:lnTo>
                    <a:pt x="3373" y="7115"/>
                  </a:lnTo>
                  <a:lnTo>
                    <a:pt x="3334" y="7173"/>
                  </a:lnTo>
                  <a:lnTo>
                    <a:pt x="3315" y="7231"/>
                  </a:lnTo>
                  <a:lnTo>
                    <a:pt x="3218" y="7716"/>
                  </a:lnTo>
                  <a:lnTo>
                    <a:pt x="3199" y="7755"/>
                  </a:lnTo>
                  <a:lnTo>
                    <a:pt x="2578" y="7755"/>
                  </a:lnTo>
                  <a:lnTo>
                    <a:pt x="2559" y="7716"/>
                  </a:lnTo>
                  <a:lnTo>
                    <a:pt x="2384" y="6844"/>
                  </a:lnTo>
                  <a:lnTo>
                    <a:pt x="2346" y="6786"/>
                  </a:lnTo>
                  <a:lnTo>
                    <a:pt x="2287" y="6727"/>
                  </a:lnTo>
                  <a:lnTo>
                    <a:pt x="2016" y="6553"/>
                  </a:lnTo>
                  <a:lnTo>
                    <a:pt x="1783" y="6379"/>
                  </a:lnTo>
                  <a:lnTo>
                    <a:pt x="1590" y="6165"/>
                  </a:lnTo>
                  <a:lnTo>
                    <a:pt x="1435" y="5933"/>
                  </a:lnTo>
                  <a:lnTo>
                    <a:pt x="1299" y="5661"/>
                  </a:lnTo>
                  <a:lnTo>
                    <a:pt x="1202" y="5390"/>
                  </a:lnTo>
                  <a:lnTo>
                    <a:pt x="1144" y="5080"/>
                  </a:lnTo>
                  <a:lnTo>
                    <a:pt x="1124" y="4770"/>
                  </a:lnTo>
                  <a:lnTo>
                    <a:pt x="1144" y="4440"/>
                  </a:lnTo>
                  <a:lnTo>
                    <a:pt x="1202" y="4149"/>
                  </a:lnTo>
                  <a:lnTo>
                    <a:pt x="1299" y="3859"/>
                  </a:lnTo>
                  <a:lnTo>
                    <a:pt x="1415" y="3607"/>
                  </a:lnTo>
                  <a:lnTo>
                    <a:pt x="1570" y="3393"/>
                  </a:lnTo>
                  <a:lnTo>
                    <a:pt x="1745" y="3199"/>
                  </a:lnTo>
                  <a:lnTo>
                    <a:pt x="1958" y="3006"/>
                  </a:lnTo>
                  <a:lnTo>
                    <a:pt x="2191" y="2851"/>
                  </a:lnTo>
                  <a:lnTo>
                    <a:pt x="2229" y="2831"/>
                  </a:lnTo>
                  <a:lnTo>
                    <a:pt x="2249" y="2792"/>
                  </a:lnTo>
                  <a:lnTo>
                    <a:pt x="2249" y="2734"/>
                  </a:lnTo>
                  <a:lnTo>
                    <a:pt x="2229" y="2695"/>
                  </a:lnTo>
                  <a:lnTo>
                    <a:pt x="2210" y="2657"/>
                  </a:lnTo>
                  <a:lnTo>
                    <a:pt x="2171" y="2637"/>
                  </a:lnTo>
                  <a:lnTo>
                    <a:pt x="2113" y="2637"/>
                  </a:lnTo>
                  <a:lnTo>
                    <a:pt x="2074" y="2657"/>
                  </a:lnTo>
                  <a:lnTo>
                    <a:pt x="1842" y="2792"/>
                  </a:lnTo>
                  <a:lnTo>
                    <a:pt x="1628" y="2967"/>
                  </a:lnTo>
                  <a:lnTo>
                    <a:pt x="1454" y="3161"/>
                  </a:lnTo>
                  <a:lnTo>
                    <a:pt x="1299" y="3355"/>
                  </a:lnTo>
                  <a:lnTo>
                    <a:pt x="1163" y="3587"/>
                  </a:lnTo>
                  <a:lnTo>
                    <a:pt x="1066" y="3820"/>
                  </a:lnTo>
                  <a:lnTo>
                    <a:pt x="989" y="4072"/>
                  </a:lnTo>
                  <a:lnTo>
                    <a:pt x="930" y="4343"/>
                  </a:lnTo>
                  <a:lnTo>
                    <a:pt x="892" y="4343"/>
                  </a:lnTo>
                  <a:lnTo>
                    <a:pt x="872" y="4207"/>
                  </a:lnTo>
                  <a:lnTo>
                    <a:pt x="853" y="4091"/>
                  </a:lnTo>
                  <a:lnTo>
                    <a:pt x="775" y="3975"/>
                  </a:lnTo>
                  <a:lnTo>
                    <a:pt x="698" y="3878"/>
                  </a:lnTo>
                  <a:lnTo>
                    <a:pt x="601" y="3820"/>
                  </a:lnTo>
                  <a:lnTo>
                    <a:pt x="485" y="3781"/>
                  </a:lnTo>
                  <a:lnTo>
                    <a:pt x="407" y="3781"/>
                  </a:lnTo>
                  <a:lnTo>
                    <a:pt x="310" y="3800"/>
                  </a:lnTo>
                  <a:lnTo>
                    <a:pt x="252" y="3859"/>
                  </a:lnTo>
                  <a:lnTo>
                    <a:pt x="174" y="3917"/>
                  </a:lnTo>
                  <a:lnTo>
                    <a:pt x="116" y="4033"/>
                  </a:lnTo>
                  <a:lnTo>
                    <a:pt x="97" y="4130"/>
                  </a:lnTo>
                  <a:lnTo>
                    <a:pt x="97" y="4207"/>
                  </a:lnTo>
                  <a:lnTo>
                    <a:pt x="116" y="4266"/>
                  </a:lnTo>
                  <a:lnTo>
                    <a:pt x="174" y="4343"/>
                  </a:lnTo>
                  <a:lnTo>
                    <a:pt x="271" y="4421"/>
                  </a:lnTo>
                  <a:lnTo>
                    <a:pt x="407" y="4479"/>
                  </a:lnTo>
                  <a:lnTo>
                    <a:pt x="582" y="4537"/>
                  </a:lnTo>
                  <a:lnTo>
                    <a:pt x="562" y="4556"/>
                  </a:lnTo>
                  <a:lnTo>
                    <a:pt x="446" y="4673"/>
                  </a:lnTo>
                  <a:lnTo>
                    <a:pt x="330" y="4750"/>
                  </a:lnTo>
                  <a:lnTo>
                    <a:pt x="213" y="4789"/>
                  </a:lnTo>
                  <a:lnTo>
                    <a:pt x="116" y="4789"/>
                  </a:lnTo>
                  <a:lnTo>
                    <a:pt x="78" y="4808"/>
                  </a:lnTo>
                  <a:lnTo>
                    <a:pt x="39" y="4828"/>
                  </a:lnTo>
                  <a:lnTo>
                    <a:pt x="0" y="4867"/>
                  </a:lnTo>
                  <a:lnTo>
                    <a:pt x="0" y="4925"/>
                  </a:lnTo>
                  <a:lnTo>
                    <a:pt x="0" y="4963"/>
                  </a:lnTo>
                  <a:lnTo>
                    <a:pt x="39" y="5002"/>
                  </a:lnTo>
                  <a:lnTo>
                    <a:pt x="78" y="5041"/>
                  </a:lnTo>
                  <a:lnTo>
                    <a:pt x="136" y="5041"/>
                  </a:lnTo>
                  <a:lnTo>
                    <a:pt x="271" y="5022"/>
                  </a:lnTo>
                  <a:lnTo>
                    <a:pt x="426" y="4983"/>
                  </a:lnTo>
                  <a:lnTo>
                    <a:pt x="504" y="4944"/>
                  </a:lnTo>
                  <a:lnTo>
                    <a:pt x="582" y="4886"/>
                  </a:lnTo>
                  <a:lnTo>
                    <a:pt x="659" y="4808"/>
                  </a:lnTo>
                  <a:lnTo>
                    <a:pt x="756" y="4711"/>
                  </a:lnTo>
                  <a:lnTo>
                    <a:pt x="834" y="4576"/>
                  </a:lnTo>
                  <a:lnTo>
                    <a:pt x="892" y="4576"/>
                  </a:lnTo>
                  <a:lnTo>
                    <a:pt x="892" y="4770"/>
                  </a:lnTo>
                  <a:lnTo>
                    <a:pt x="911" y="5138"/>
                  </a:lnTo>
                  <a:lnTo>
                    <a:pt x="950" y="5312"/>
                  </a:lnTo>
                  <a:lnTo>
                    <a:pt x="989" y="5467"/>
                  </a:lnTo>
                  <a:lnTo>
                    <a:pt x="1027" y="5623"/>
                  </a:lnTo>
                  <a:lnTo>
                    <a:pt x="1086" y="5778"/>
                  </a:lnTo>
                  <a:lnTo>
                    <a:pt x="1163" y="5933"/>
                  </a:lnTo>
                  <a:lnTo>
                    <a:pt x="1241" y="6088"/>
                  </a:lnTo>
                  <a:lnTo>
                    <a:pt x="1415" y="6320"/>
                  </a:lnTo>
                  <a:lnTo>
                    <a:pt x="1628" y="6553"/>
                  </a:lnTo>
                  <a:lnTo>
                    <a:pt x="1880" y="6747"/>
                  </a:lnTo>
                  <a:lnTo>
                    <a:pt x="2152" y="6921"/>
                  </a:lnTo>
                  <a:lnTo>
                    <a:pt x="2326" y="7755"/>
                  </a:lnTo>
                  <a:lnTo>
                    <a:pt x="2346" y="7852"/>
                  </a:lnTo>
                  <a:lnTo>
                    <a:pt x="2423" y="7929"/>
                  </a:lnTo>
                  <a:lnTo>
                    <a:pt x="2501" y="7988"/>
                  </a:lnTo>
                  <a:lnTo>
                    <a:pt x="3257" y="7988"/>
                  </a:lnTo>
                  <a:lnTo>
                    <a:pt x="3354" y="7929"/>
                  </a:lnTo>
                  <a:lnTo>
                    <a:pt x="3412" y="7852"/>
                  </a:lnTo>
                  <a:lnTo>
                    <a:pt x="3451" y="7755"/>
                  </a:lnTo>
                  <a:lnTo>
                    <a:pt x="3528" y="7328"/>
                  </a:lnTo>
                  <a:lnTo>
                    <a:pt x="3799" y="7348"/>
                  </a:lnTo>
                  <a:lnTo>
                    <a:pt x="4420" y="7348"/>
                  </a:lnTo>
                  <a:lnTo>
                    <a:pt x="4788" y="7309"/>
                  </a:lnTo>
                  <a:lnTo>
                    <a:pt x="4866" y="7755"/>
                  </a:lnTo>
                  <a:lnTo>
                    <a:pt x="4904" y="7852"/>
                  </a:lnTo>
                  <a:lnTo>
                    <a:pt x="4963" y="7929"/>
                  </a:lnTo>
                  <a:lnTo>
                    <a:pt x="5059" y="7988"/>
                  </a:lnTo>
                  <a:lnTo>
                    <a:pt x="5815" y="7988"/>
                  </a:lnTo>
                  <a:lnTo>
                    <a:pt x="5912" y="7929"/>
                  </a:lnTo>
                  <a:lnTo>
                    <a:pt x="5971" y="7852"/>
                  </a:lnTo>
                  <a:lnTo>
                    <a:pt x="6009" y="7755"/>
                  </a:lnTo>
                  <a:lnTo>
                    <a:pt x="6164" y="6863"/>
                  </a:lnTo>
                  <a:lnTo>
                    <a:pt x="6339" y="6766"/>
                  </a:lnTo>
                  <a:lnTo>
                    <a:pt x="6513" y="6669"/>
                  </a:lnTo>
                  <a:lnTo>
                    <a:pt x="6649" y="6553"/>
                  </a:lnTo>
                  <a:lnTo>
                    <a:pt x="6785" y="6437"/>
                  </a:lnTo>
                  <a:lnTo>
                    <a:pt x="6920" y="6320"/>
                  </a:lnTo>
                  <a:lnTo>
                    <a:pt x="7037" y="6185"/>
                  </a:lnTo>
                  <a:lnTo>
                    <a:pt x="7134" y="6030"/>
                  </a:lnTo>
                  <a:lnTo>
                    <a:pt x="7231" y="5894"/>
                  </a:lnTo>
                  <a:lnTo>
                    <a:pt x="7269" y="5855"/>
                  </a:lnTo>
                  <a:lnTo>
                    <a:pt x="7308" y="5836"/>
                  </a:lnTo>
                  <a:lnTo>
                    <a:pt x="7851" y="5661"/>
                  </a:lnTo>
                  <a:lnTo>
                    <a:pt x="7967" y="5603"/>
                  </a:lnTo>
                  <a:lnTo>
                    <a:pt x="8064" y="5506"/>
                  </a:lnTo>
                  <a:lnTo>
                    <a:pt x="8142" y="5371"/>
                  </a:lnTo>
                  <a:lnTo>
                    <a:pt x="8161" y="5235"/>
                  </a:lnTo>
                  <a:lnTo>
                    <a:pt x="8161" y="4673"/>
                  </a:lnTo>
                  <a:lnTo>
                    <a:pt x="8142" y="4537"/>
                  </a:lnTo>
                  <a:lnTo>
                    <a:pt x="8064" y="4421"/>
                  </a:lnTo>
                  <a:lnTo>
                    <a:pt x="7967" y="4324"/>
                  </a:lnTo>
                  <a:lnTo>
                    <a:pt x="7851" y="4246"/>
                  </a:lnTo>
                  <a:lnTo>
                    <a:pt x="7502" y="4149"/>
                  </a:lnTo>
                  <a:lnTo>
                    <a:pt x="7463" y="4111"/>
                  </a:lnTo>
                  <a:lnTo>
                    <a:pt x="7424" y="4052"/>
                  </a:lnTo>
                  <a:lnTo>
                    <a:pt x="7366" y="3897"/>
                  </a:lnTo>
                  <a:lnTo>
                    <a:pt x="7289" y="3723"/>
                  </a:lnTo>
                  <a:lnTo>
                    <a:pt x="7211" y="3568"/>
                  </a:lnTo>
                  <a:lnTo>
                    <a:pt x="7095" y="3432"/>
                  </a:lnTo>
                  <a:lnTo>
                    <a:pt x="6998" y="3296"/>
                  </a:lnTo>
                  <a:lnTo>
                    <a:pt x="6901" y="3180"/>
                  </a:lnTo>
                  <a:lnTo>
                    <a:pt x="6940" y="2851"/>
                  </a:lnTo>
                  <a:lnTo>
                    <a:pt x="6959" y="2502"/>
                  </a:lnTo>
                  <a:lnTo>
                    <a:pt x="6959" y="2308"/>
                  </a:lnTo>
                  <a:lnTo>
                    <a:pt x="6920" y="2153"/>
                  </a:lnTo>
                  <a:lnTo>
                    <a:pt x="6862" y="2036"/>
                  </a:lnTo>
                  <a:lnTo>
                    <a:pt x="6823" y="1998"/>
                  </a:lnTo>
                  <a:lnTo>
                    <a:pt x="6785" y="1959"/>
                  </a:lnTo>
                  <a:lnTo>
                    <a:pt x="6688" y="1939"/>
                  </a:lnTo>
                  <a:lnTo>
                    <a:pt x="6494" y="1939"/>
                  </a:lnTo>
                  <a:lnTo>
                    <a:pt x="6319" y="1978"/>
                  </a:lnTo>
                  <a:lnTo>
                    <a:pt x="6106" y="2056"/>
                  </a:lnTo>
                  <a:lnTo>
                    <a:pt x="5815" y="2153"/>
                  </a:lnTo>
                  <a:lnTo>
                    <a:pt x="5467" y="2308"/>
                  </a:lnTo>
                  <a:lnTo>
                    <a:pt x="5389" y="2347"/>
                  </a:lnTo>
                  <a:lnTo>
                    <a:pt x="5176" y="2308"/>
                  </a:lnTo>
                  <a:lnTo>
                    <a:pt x="5156" y="2288"/>
                  </a:lnTo>
                  <a:lnTo>
                    <a:pt x="5215" y="2153"/>
                  </a:lnTo>
                  <a:lnTo>
                    <a:pt x="5253" y="1998"/>
                  </a:lnTo>
                  <a:lnTo>
                    <a:pt x="5273" y="1862"/>
                  </a:lnTo>
                  <a:lnTo>
                    <a:pt x="5292" y="1687"/>
                  </a:lnTo>
                  <a:lnTo>
                    <a:pt x="5292" y="1649"/>
                  </a:lnTo>
                  <a:lnTo>
                    <a:pt x="5253" y="1610"/>
                  </a:lnTo>
                  <a:lnTo>
                    <a:pt x="5234" y="1591"/>
                  </a:lnTo>
                  <a:lnTo>
                    <a:pt x="5176" y="1571"/>
                  </a:lnTo>
                  <a:lnTo>
                    <a:pt x="5137" y="1571"/>
                  </a:lnTo>
                  <a:lnTo>
                    <a:pt x="5098" y="1610"/>
                  </a:lnTo>
                  <a:lnTo>
                    <a:pt x="5059" y="1649"/>
                  </a:lnTo>
                  <a:lnTo>
                    <a:pt x="5059" y="1687"/>
                  </a:lnTo>
                  <a:lnTo>
                    <a:pt x="5040" y="1823"/>
                  </a:lnTo>
                  <a:lnTo>
                    <a:pt x="5021" y="1939"/>
                  </a:lnTo>
                  <a:lnTo>
                    <a:pt x="4982" y="2056"/>
                  </a:lnTo>
                  <a:lnTo>
                    <a:pt x="4943" y="2172"/>
                  </a:lnTo>
                  <a:lnTo>
                    <a:pt x="4885" y="2288"/>
                  </a:lnTo>
                  <a:lnTo>
                    <a:pt x="4807" y="2405"/>
                  </a:lnTo>
                  <a:lnTo>
                    <a:pt x="4730" y="2502"/>
                  </a:lnTo>
                  <a:lnTo>
                    <a:pt x="4652" y="2599"/>
                  </a:lnTo>
                  <a:lnTo>
                    <a:pt x="4536" y="2695"/>
                  </a:lnTo>
                  <a:lnTo>
                    <a:pt x="4420" y="2792"/>
                  </a:lnTo>
                  <a:lnTo>
                    <a:pt x="4284" y="2870"/>
                  </a:lnTo>
                  <a:lnTo>
                    <a:pt x="4148" y="2928"/>
                  </a:lnTo>
                  <a:lnTo>
                    <a:pt x="3916" y="2889"/>
                  </a:lnTo>
                  <a:lnTo>
                    <a:pt x="3431" y="2889"/>
                  </a:lnTo>
                  <a:lnTo>
                    <a:pt x="3199" y="2928"/>
                  </a:lnTo>
                  <a:lnTo>
                    <a:pt x="3063" y="2870"/>
                  </a:lnTo>
                  <a:lnTo>
                    <a:pt x="2927" y="2792"/>
                  </a:lnTo>
                  <a:lnTo>
                    <a:pt x="2811" y="2695"/>
                  </a:lnTo>
                  <a:lnTo>
                    <a:pt x="2695" y="2599"/>
                  </a:lnTo>
                  <a:lnTo>
                    <a:pt x="2598" y="2502"/>
                  </a:lnTo>
                  <a:lnTo>
                    <a:pt x="2520" y="2385"/>
                  </a:lnTo>
                  <a:lnTo>
                    <a:pt x="2462" y="2269"/>
                  </a:lnTo>
                  <a:lnTo>
                    <a:pt x="2404" y="2153"/>
                  </a:lnTo>
                  <a:lnTo>
                    <a:pt x="2346" y="2017"/>
                  </a:lnTo>
                  <a:lnTo>
                    <a:pt x="2326" y="1901"/>
                  </a:lnTo>
                  <a:lnTo>
                    <a:pt x="2307" y="1765"/>
                  </a:lnTo>
                  <a:lnTo>
                    <a:pt x="2287" y="1629"/>
                  </a:lnTo>
                  <a:lnTo>
                    <a:pt x="2307" y="1494"/>
                  </a:lnTo>
                  <a:lnTo>
                    <a:pt x="2326" y="1358"/>
                  </a:lnTo>
                  <a:lnTo>
                    <a:pt x="2346" y="1222"/>
                  </a:lnTo>
                  <a:lnTo>
                    <a:pt x="2404" y="1087"/>
                  </a:lnTo>
                  <a:lnTo>
                    <a:pt x="2462" y="970"/>
                  </a:lnTo>
                  <a:lnTo>
                    <a:pt x="2520" y="854"/>
                  </a:lnTo>
                  <a:lnTo>
                    <a:pt x="2598" y="757"/>
                  </a:lnTo>
                  <a:lnTo>
                    <a:pt x="2695" y="641"/>
                  </a:lnTo>
                  <a:lnTo>
                    <a:pt x="2791" y="544"/>
                  </a:lnTo>
                  <a:lnTo>
                    <a:pt x="2908" y="466"/>
                  </a:lnTo>
                  <a:lnTo>
                    <a:pt x="3024" y="408"/>
                  </a:lnTo>
                  <a:lnTo>
                    <a:pt x="3140" y="350"/>
                  </a:lnTo>
                  <a:lnTo>
                    <a:pt x="3276" y="292"/>
                  </a:lnTo>
                  <a:lnTo>
                    <a:pt x="3412" y="272"/>
                  </a:lnTo>
                  <a:lnTo>
                    <a:pt x="3528" y="253"/>
                  </a:lnTo>
                  <a:lnTo>
                    <a:pt x="3683" y="234"/>
                  </a:lnTo>
                  <a:lnTo>
                    <a:pt x="3819" y="253"/>
                  </a:lnTo>
                  <a:lnTo>
                    <a:pt x="3955" y="272"/>
                  </a:lnTo>
                  <a:lnTo>
                    <a:pt x="4071" y="292"/>
                  </a:lnTo>
                  <a:lnTo>
                    <a:pt x="4207" y="350"/>
                  </a:lnTo>
                  <a:lnTo>
                    <a:pt x="4323" y="408"/>
                  </a:lnTo>
                  <a:lnTo>
                    <a:pt x="4439" y="466"/>
                  </a:lnTo>
                  <a:lnTo>
                    <a:pt x="4555" y="544"/>
                  </a:lnTo>
                  <a:lnTo>
                    <a:pt x="4652" y="641"/>
                  </a:lnTo>
                  <a:lnTo>
                    <a:pt x="4788" y="815"/>
                  </a:lnTo>
                  <a:lnTo>
                    <a:pt x="4904" y="1009"/>
                  </a:lnTo>
                  <a:lnTo>
                    <a:pt x="4943" y="1048"/>
                  </a:lnTo>
                  <a:lnTo>
                    <a:pt x="4982" y="1067"/>
                  </a:lnTo>
                  <a:lnTo>
                    <a:pt x="5021" y="1067"/>
                  </a:lnTo>
                  <a:lnTo>
                    <a:pt x="5079" y="1048"/>
                  </a:lnTo>
                  <a:lnTo>
                    <a:pt x="5098" y="1028"/>
                  </a:lnTo>
                  <a:lnTo>
                    <a:pt x="5137" y="990"/>
                  </a:lnTo>
                  <a:lnTo>
                    <a:pt x="5137" y="931"/>
                  </a:lnTo>
                  <a:lnTo>
                    <a:pt x="5118" y="893"/>
                  </a:lnTo>
                  <a:lnTo>
                    <a:pt x="4982" y="679"/>
                  </a:lnTo>
                  <a:lnTo>
                    <a:pt x="4827" y="486"/>
                  </a:lnTo>
                  <a:lnTo>
                    <a:pt x="4691" y="369"/>
                  </a:lnTo>
                  <a:lnTo>
                    <a:pt x="4575" y="272"/>
                  </a:lnTo>
                  <a:lnTo>
                    <a:pt x="4439" y="195"/>
                  </a:lnTo>
                  <a:lnTo>
                    <a:pt x="4303" y="117"/>
                  </a:lnTo>
                  <a:lnTo>
                    <a:pt x="4148" y="78"/>
                  </a:lnTo>
                  <a:lnTo>
                    <a:pt x="3993" y="40"/>
                  </a:lnTo>
                  <a:lnTo>
                    <a:pt x="3838" y="20"/>
                  </a:lnTo>
                  <a:lnTo>
                    <a:pt x="36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200"/>
            </a:p>
          </p:txBody>
        </p:sp>
        <p:sp>
          <p:nvSpPr>
            <p:cNvPr id="232" name="Google Shape;2636;p49">
              <a:extLst>
                <a:ext uri="{FF2B5EF4-FFF2-40B4-BE49-F238E27FC236}">
                  <a16:creationId xmlns:a16="http://schemas.microsoft.com/office/drawing/2014/main" id="{573EEB4E-2676-02E4-00C6-B206515AF97A}"/>
                </a:ext>
              </a:extLst>
            </p:cNvPr>
            <p:cNvSpPr/>
            <p:nvPr/>
          </p:nvSpPr>
          <p:spPr>
            <a:xfrm>
              <a:off x="5347850" y="-1462525"/>
              <a:ext cx="23275" cy="43175"/>
            </a:xfrm>
            <a:custGeom>
              <a:avLst/>
              <a:gdLst/>
              <a:ahLst/>
              <a:cxnLst/>
              <a:rect l="l" t="t" r="r" b="b"/>
              <a:pathLst>
                <a:path w="931" h="1727" extrusionOk="0">
                  <a:moveTo>
                    <a:pt x="446" y="311"/>
                  </a:moveTo>
                  <a:lnTo>
                    <a:pt x="446" y="699"/>
                  </a:lnTo>
                  <a:lnTo>
                    <a:pt x="369" y="660"/>
                  </a:lnTo>
                  <a:lnTo>
                    <a:pt x="291" y="621"/>
                  </a:lnTo>
                  <a:lnTo>
                    <a:pt x="252" y="563"/>
                  </a:lnTo>
                  <a:lnTo>
                    <a:pt x="233" y="486"/>
                  </a:lnTo>
                  <a:lnTo>
                    <a:pt x="252" y="408"/>
                  </a:lnTo>
                  <a:lnTo>
                    <a:pt x="291" y="369"/>
                  </a:lnTo>
                  <a:lnTo>
                    <a:pt x="369" y="331"/>
                  </a:lnTo>
                  <a:lnTo>
                    <a:pt x="446" y="311"/>
                  </a:lnTo>
                  <a:close/>
                  <a:moveTo>
                    <a:pt x="543" y="970"/>
                  </a:moveTo>
                  <a:lnTo>
                    <a:pt x="621" y="1009"/>
                  </a:lnTo>
                  <a:lnTo>
                    <a:pt x="679" y="1048"/>
                  </a:lnTo>
                  <a:lnTo>
                    <a:pt x="718" y="1106"/>
                  </a:lnTo>
                  <a:lnTo>
                    <a:pt x="718" y="1203"/>
                  </a:lnTo>
                  <a:lnTo>
                    <a:pt x="718" y="1280"/>
                  </a:lnTo>
                  <a:lnTo>
                    <a:pt x="679" y="1339"/>
                  </a:lnTo>
                  <a:lnTo>
                    <a:pt x="621" y="1377"/>
                  </a:lnTo>
                  <a:lnTo>
                    <a:pt x="543" y="1397"/>
                  </a:lnTo>
                  <a:lnTo>
                    <a:pt x="543" y="970"/>
                  </a:lnTo>
                  <a:close/>
                  <a:moveTo>
                    <a:pt x="485" y="1"/>
                  </a:moveTo>
                  <a:lnTo>
                    <a:pt x="446" y="20"/>
                  </a:lnTo>
                  <a:lnTo>
                    <a:pt x="427" y="59"/>
                  </a:lnTo>
                  <a:lnTo>
                    <a:pt x="427" y="117"/>
                  </a:lnTo>
                  <a:lnTo>
                    <a:pt x="291" y="156"/>
                  </a:lnTo>
                  <a:lnTo>
                    <a:pt x="214" y="175"/>
                  </a:lnTo>
                  <a:lnTo>
                    <a:pt x="155" y="214"/>
                  </a:lnTo>
                  <a:lnTo>
                    <a:pt x="97" y="272"/>
                  </a:lnTo>
                  <a:lnTo>
                    <a:pt x="58" y="331"/>
                  </a:lnTo>
                  <a:lnTo>
                    <a:pt x="39" y="408"/>
                  </a:lnTo>
                  <a:lnTo>
                    <a:pt x="39" y="505"/>
                  </a:lnTo>
                  <a:lnTo>
                    <a:pt x="39" y="602"/>
                  </a:lnTo>
                  <a:lnTo>
                    <a:pt x="58" y="679"/>
                  </a:lnTo>
                  <a:lnTo>
                    <a:pt x="117" y="738"/>
                  </a:lnTo>
                  <a:lnTo>
                    <a:pt x="155" y="796"/>
                  </a:lnTo>
                  <a:lnTo>
                    <a:pt x="291" y="854"/>
                  </a:lnTo>
                  <a:lnTo>
                    <a:pt x="427" y="912"/>
                  </a:lnTo>
                  <a:lnTo>
                    <a:pt x="427" y="1416"/>
                  </a:lnTo>
                  <a:lnTo>
                    <a:pt x="349" y="1397"/>
                  </a:lnTo>
                  <a:lnTo>
                    <a:pt x="291" y="1377"/>
                  </a:lnTo>
                  <a:lnTo>
                    <a:pt x="214" y="1319"/>
                  </a:lnTo>
                  <a:lnTo>
                    <a:pt x="136" y="1261"/>
                  </a:lnTo>
                  <a:lnTo>
                    <a:pt x="97" y="1242"/>
                  </a:lnTo>
                  <a:lnTo>
                    <a:pt x="58" y="1261"/>
                  </a:lnTo>
                  <a:lnTo>
                    <a:pt x="20" y="1280"/>
                  </a:lnTo>
                  <a:lnTo>
                    <a:pt x="0" y="1319"/>
                  </a:lnTo>
                  <a:lnTo>
                    <a:pt x="0" y="1358"/>
                  </a:lnTo>
                  <a:lnTo>
                    <a:pt x="0" y="1397"/>
                  </a:lnTo>
                  <a:lnTo>
                    <a:pt x="20" y="1455"/>
                  </a:lnTo>
                  <a:lnTo>
                    <a:pt x="117" y="1532"/>
                  </a:lnTo>
                  <a:lnTo>
                    <a:pt x="252" y="1591"/>
                  </a:lnTo>
                  <a:lnTo>
                    <a:pt x="330" y="1610"/>
                  </a:lnTo>
                  <a:lnTo>
                    <a:pt x="427" y="1610"/>
                  </a:lnTo>
                  <a:lnTo>
                    <a:pt x="427" y="1668"/>
                  </a:lnTo>
                  <a:lnTo>
                    <a:pt x="446" y="1707"/>
                  </a:lnTo>
                  <a:lnTo>
                    <a:pt x="485" y="1726"/>
                  </a:lnTo>
                  <a:lnTo>
                    <a:pt x="524" y="1707"/>
                  </a:lnTo>
                  <a:lnTo>
                    <a:pt x="543" y="1668"/>
                  </a:lnTo>
                  <a:lnTo>
                    <a:pt x="543" y="1610"/>
                  </a:lnTo>
                  <a:lnTo>
                    <a:pt x="640" y="1591"/>
                  </a:lnTo>
                  <a:lnTo>
                    <a:pt x="698" y="1571"/>
                  </a:lnTo>
                  <a:lnTo>
                    <a:pt x="776" y="1532"/>
                  </a:lnTo>
                  <a:lnTo>
                    <a:pt x="834" y="1474"/>
                  </a:lnTo>
                  <a:lnTo>
                    <a:pt x="873" y="1416"/>
                  </a:lnTo>
                  <a:lnTo>
                    <a:pt x="911" y="1339"/>
                  </a:lnTo>
                  <a:lnTo>
                    <a:pt x="931" y="1261"/>
                  </a:lnTo>
                  <a:lnTo>
                    <a:pt x="931" y="1183"/>
                  </a:lnTo>
                  <a:lnTo>
                    <a:pt x="931" y="1087"/>
                  </a:lnTo>
                  <a:lnTo>
                    <a:pt x="892" y="990"/>
                  </a:lnTo>
                  <a:lnTo>
                    <a:pt x="853" y="931"/>
                  </a:lnTo>
                  <a:lnTo>
                    <a:pt x="814" y="873"/>
                  </a:lnTo>
                  <a:lnTo>
                    <a:pt x="698" y="796"/>
                  </a:lnTo>
                  <a:lnTo>
                    <a:pt x="543" y="738"/>
                  </a:lnTo>
                  <a:lnTo>
                    <a:pt x="543" y="311"/>
                  </a:lnTo>
                  <a:lnTo>
                    <a:pt x="640" y="331"/>
                  </a:lnTo>
                  <a:lnTo>
                    <a:pt x="718" y="350"/>
                  </a:lnTo>
                  <a:lnTo>
                    <a:pt x="756" y="369"/>
                  </a:lnTo>
                  <a:lnTo>
                    <a:pt x="795" y="389"/>
                  </a:lnTo>
                  <a:lnTo>
                    <a:pt x="853" y="369"/>
                  </a:lnTo>
                  <a:lnTo>
                    <a:pt x="873" y="331"/>
                  </a:lnTo>
                  <a:lnTo>
                    <a:pt x="892" y="272"/>
                  </a:lnTo>
                  <a:lnTo>
                    <a:pt x="892" y="234"/>
                  </a:lnTo>
                  <a:lnTo>
                    <a:pt x="853" y="195"/>
                  </a:lnTo>
                  <a:lnTo>
                    <a:pt x="776" y="156"/>
                  </a:lnTo>
                  <a:lnTo>
                    <a:pt x="659" y="117"/>
                  </a:lnTo>
                  <a:lnTo>
                    <a:pt x="543" y="117"/>
                  </a:lnTo>
                  <a:lnTo>
                    <a:pt x="543" y="59"/>
                  </a:lnTo>
                  <a:lnTo>
                    <a:pt x="524" y="20"/>
                  </a:lnTo>
                  <a:lnTo>
                    <a:pt x="4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200"/>
            </a:p>
          </p:txBody>
        </p:sp>
      </p:grpSp>
      <p:sp>
        <p:nvSpPr>
          <p:cNvPr id="244" name="TextBox 243">
            <a:extLst>
              <a:ext uri="{FF2B5EF4-FFF2-40B4-BE49-F238E27FC236}">
                <a16:creationId xmlns:a16="http://schemas.microsoft.com/office/drawing/2014/main" id="{8B32F4EF-E919-413E-C747-E08700560526}"/>
              </a:ext>
            </a:extLst>
          </p:cNvPr>
          <p:cNvSpPr txBox="1"/>
          <p:nvPr/>
        </p:nvSpPr>
        <p:spPr>
          <a:xfrm>
            <a:off x="1706880" y="670557"/>
            <a:ext cx="8778240" cy="707886"/>
          </a:xfrm>
          <a:prstGeom prst="rect">
            <a:avLst/>
          </a:prstGeom>
          <a:noFill/>
        </p:spPr>
        <p:txBody>
          <a:bodyPr wrap="square" rtlCol="0">
            <a:spAutoFit/>
          </a:bodyPr>
          <a:lstStyle/>
          <a:p>
            <a:pPr algn="ctr"/>
            <a:r>
              <a:rPr kumimoji="0" lang="en-US" sz="4000" b="1" i="0" u="none" strike="noStrike" kern="1200" cap="none" spc="0" normalizeH="0" baseline="0" noProof="0" dirty="0">
                <a:ln>
                  <a:noFill/>
                </a:ln>
                <a:solidFill>
                  <a:srgbClr val="002060"/>
                </a:solidFill>
                <a:effectLst/>
                <a:uLnTx/>
                <a:uFillTx/>
                <a:latin typeface="Times New Roman" panose="02020603050405020304" pitchFamily="18" charset="0"/>
                <a:ea typeface="+mj-ea"/>
                <a:cs typeface="Times New Roman" panose="02020603050405020304" pitchFamily="18" charset="0"/>
              </a:rPr>
              <a:t>Why FD is important?</a:t>
            </a:r>
            <a:endParaRPr lang="en-IN" dirty="0">
              <a:solidFill>
                <a:srgbClr val="002060"/>
              </a:solidFill>
            </a:endParaRPr>
          </a:p>
        </p:txBody>
      </p:sp>
      <p:grpSp>
        <p:nvGrpSpPr>
          <p:cNvPr id="247" name="Google Shape;2633;p49">
            <a:extLst>
              <a:ext uri="{FF2B5EF4-FFF2-40B4-BE49-F238E27FC236}">
                <a16:creationId xmlns:a16="http://schemas.microsoft.com/office/drawing/2014/main" id="{8FA1EB3D-E505-98F5-F392-5B4E3597E722}"/>
              </a:ext>
            </a:extLst>
          </p:cNvPr>
          <p:cNvGrpSpPr/>
          <p:nvPr/>
        </p:nvGrpSpPr>
        <p:grpSpPr>
          <a:xfrm>
            <a:off x="5400054" y="1806039"/>
            <a:ext cx="122992" cy="133590"/>
            <a:chOff x="5347850" y="-1462525"/>
            <a:chExt cx="90150" cy="99375"/>
          </a:xfrm>
        </p:grpSpPr>
        <p:sp>
          <p:nvSpPr>
            <p:cNvPr id="248" name="Google Shape;2634;p49">
              <a:extLst>
                <a:ext uri="{FF2B5EF4-FFF2-40B4-BE49-F238E27FC236}">
                  <a16:creationId xmlns:a16="http://schemas.microsoft.com/office/drawing/2014/main" id="{333DF84A-C5C2-7046-00D4-55ADF6C8A726}"/>
                </a:ext>
              </a:extLst>
            </p:cNvPr>
            <p:cNvSpPr/>
            <p:nvPr/>
          </p:nvSpPr>
          <p:spPr>
            <a:xfrm>
              <a:off x="5418600" y="-1375775"/>
              <a:ext cx="19400" cy="12625"/>
            </a:xfrm>
            <a:custGeom>
              <a:avLst/>
              <a:gdLst/>
              <a:ahLst/>
              <a:cxnLst/>
              <a:rect l="l" t="t" r="r" b="b"/>
              <a:pathLst>
                <a:path w="776" h="505" extrusionOk="0">
                  <a:moveTo>
                    <a:pt x="117" y="1"/>
                  </a:moveTo>
                  <a:lnTo>
                    <a:pt x="78" y="20"/>
                  </a:lnTo>
                  <a:lnTo>
                    <a:pt x="39" y="40"/>
                  </a:lnTo>
                  <a:lnTo>
                    <a:pt x="20" y="78"/>
                  </a:lnTo>
                  <a:lnTo>
                    <a:pt x="0" y="117"/>
                  </a:lnTo>
                  <a:lnTo>
                    <a:pt x="20" y="195"/>
                  </a:lnTo>
                  <a:lnTo>
                    <a:pt x="39" y="272"/>
                  </a:lnTo>
                  <a:lnTo>
                    <a:pt x="78" y="350"/>
                  </a:lnTo>
                  <a:lnTo>
                    <a:pt x="117" y="408"/>
                  </a:lnTo>
                  <a:lnTo>
                    <a:pt x="175" y="447"/>
                  </a:lnTo>
                  <a:lnTo>
                    <a:pt x="233" y="485"/>
                  </a:lnTo>
                  <a:lnTo>
                    <a:pt x="311" y="505"/>
                  </a:lnTo>
                  <a:lnTo>
                    <a:pt x="466" y="505"/>
                  </a:lnTo>
                  <a:lnTo>
                    <a:pt x="543" y="485"/>
                  </a:lnTo>
                  <a:lnTo>
                    <a:pt x="601" y="447"/>
                  </a:lnTo>
                  <a:lnTo>
                    <a:pt x="660" y="408"/>
                  </a:lnTo>
                  <a:lnTo>
                    <a:pt x="718" y="350"/>
                  </a:lnTo>
                  <a:lnTo>
                    <a:pt x="756" y="272"/>
                  </a:lnTo>
                  <a:lnTo>
                    <a:pt x="776" y="195"/>
                  </a:lnTo>
                  <a:lnTo>
                    <a:pt x="776" y="117"/>
                  </a:lnTo>
                  <a:lnTo>
                    <a:pt x="776" y="78"/>
                  </a:lnTo>
                  <a:lnTo>
                    <a:pt x="756" y="40"/>
                  </a:lnTo>
                  <a:lnTo>
                    <a:pt x="718" y="20"/>
                  </a:lnTo>
                  <a:lnTo>
                    <a:pt x="660" y="1"/>
                  </a:lnTo>
                  <a:lnTo>
                    <a:pt x="621" y="20"/>
                  </a:lnTo>
                  <a:lnTo>
                    <a:pt x="582" y="40"/>
                  </a:lnTo>
                  <a:lnTo>
                    <a:pt x="563" y="78"/>
                  </a:lnTo>
                  <a:lnTo>
                    <a:pt x="543" y="117"/>
                  </a:lnTo>
                  <a:lnTo>
                    <a:pt x="524" y="175"/>
                  </a:lnTo>
                  <a:lnTo>
                    <a:pt x="504" y="233"/>
                  </a:lnTo>
                  <a:lnTo>
                    <a:pt x="446" y="272"/>
                  </a:lnTo>
                  <a:lnTo>
                    <a:pt x="330" y="272"/>
                  </a:lnTo>
                  <a:lnTo>
                    <a:pt x="291" y="233"/>
                  </a:lnTo>
                  <a:lnTo>
                    <a:pt x="252" y="175"/>
                  </a:lnTo>
                  <a:lnTo>
                    <a:pt x="252" y="117"/>
                  </a:lnTo>
                  <a:lnTo>
                    <a:pt x="233" y="78"/>
                  </a:lnTo>
                  <a:lnTo>
                    <a:pt x="214" y="40"/>
                  </a:lnTo>
                  <a:lnTo>
                    <a:pt x="175" y="20"/>
                  </a:lnTo>
                  <a:lnTo>
                    <a:pt x="1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636;p49">
              <a:extLst>
                <a:ext uri="{FF2B5EF4-FFF2-40B4-BE49-F238E27FC236}">
                  <a16:creationId xmlns:a16="http://schemas.microsoft.com/office/drawing/2014/main" id="{D8BE466A-A7A7-6DF9-6E3C-7C27DDDDAEC7}"/>
                </a:ext>
              </a:extLst>
            </p:cNvPr>
            <p:cNvSpPr/>
            <p:nvPr/>
          </p:nvSpPr>
          <p:spPr>
            <a:xfrm>
              <a:off x="5347850" y="-1462525"/>
              <a:ext cx="23275" cy="43175"/>
            </a:xfrm>
            <a:custGeom>
              <a:avLst/>
              <a:gdLst/>
              <a:ahLst/>
              <a:cxnLst/>
              <a:rect l="l" t="t" r="r" b="b"/>
              <a:pathLst>
                <a:path w="931" h="1727" extrusionOk="0">
                  <a:moveTo>
                    <a:pt x="446" y="311"/>
                  </a:moveTo>
                  <a:lnTo>
                    <a:pt x="446" y="699"/>
                  </a:lnTo>
                  <a:lnTo>
                    <a:pt x="369" y="660"/>
                  </a:lnTo>
                  <a:lnTo>
                    <a:pt x="291" y="621"/>
                  </a:lnTo>
                  <a:lnTo>
                    <a:pt x="252" y="563"/>
                  </a:lnTo>
                  <a:lnTo>
                    <a:pt x="233" y="486"/>
                  </a:lnTo>
                  <a:lnTo>
                    <a:pt x="252" y="408"/>
                  </a:lnTo>
                  <a:lnTo>
                    <a:pt x="291" y="369"/>
                  </a:lnTo>
                  <a:lnTo>
                    <a:pt x="369" y="331"/>
                  </a:lnTo>
                  <a:lnTo>
                    <a:pt x="446" y="311"/>
                  </a:lnTo>
                  <a:close/>
                  <a:moveTo>
                    <a:pt x="543" y="970"/>
                  </a:moveTo>
                  <a:lnTo>
                    <a:pt x="621" y="1009"/>
                  </a:lnTo>
                  <a:lnTo>
                    <a:pt x="679" y="1048"/>
                  </a:lnTo>
                  <a:lnTo>
                    <a:pt x="718" y="1106"/>
                  </a:lnTo>
                  <a:lnTo>
                    <a:pt x="718" y="1203"/>
                  </a:lnTo>
                  <a:lnTo>
                    <a:pt x="718" y="1280"/>
                  </a:lnTo>
                  <a:lnTo>
                    <a:pt x="679" y="1339"/>
                  </a:lnTo>
                  <a:lnTo>
                    <a:pt x="621" y="1377"/>
                  </a:lnTo>
                  <a:lnTo>
                    <a:pt x="543" y="1397"/>
                  </a:lnTo>
                  <a:lnTo>
                    <a:pt x="543" y="970"/>
                  </a:lnTo>
                  <a:close/>
                  <a:moveTo>
                    <a:pt x="485" y="1"/>
                  </a:moveTo>
                  <a:lnTo>
                    <a:pt x="446" y="20"/>
                  </a:lnTo>
                  <a:lnTo>
                    <a:pt x="427" y="59"/>
                  </a:lnTo>
                  <a:lnTo>
                    <a:pt x="427" y="117"/>
                  </a:lnTo>
                  <a:lnTo>
                    <a:pt x="291" y="156"/>
                  </a:lnTo>
                  <a:lnTo>
                    <a:pt x="214" y="175"/>
                  </a:lnTo>
                  <a:lnTo>
                    <a:pt x="155" y="214"/>
                  </a:lnTo>
                  <a:lnTo>
                    <a:pt x="97" y="272"/>
                  </a:lnTo>
                  <a:lnTo>
                    <a:pt x="58" y="331"/>
                  </a:lnTo>
                  <a:lnTo>
                    <a:pt x="39" y="408"/>
                  </a:lnTo>
                  <a:lnTo>
                    <a:pt x="39" y="505"/>
                  </a:lnTo>
                  <a:lnTo>
                    <a:pt x="39" y="602"/>
                  </a:lnTo>
                  <a:lnTo>
                    <a:pt x="58" y="679"/>
                  </a:lnTo>
                  <a:lnTo>
                    <a:pt x="117" y="738"/>
                  </a:lnTo>
                  <a:lnTo>
                    <a:pt x="155" y="796"/>
                  </a:lnTo>
                  <a:lnTo>
                    <a:pt x="291" y="854"/>
                  </a:lnTo>
                  <a:lnTo>
                    <a:pt x="427" y="912"/>
                  </a:lnTo>
                  <a:lnTo>
                    <a:pt x="427" y="1416"/>
                  </a:lnTo>
                  <a:lnTo>
                    <a:pt x="349" y="1397"/>
                  </a:lnTo>
                  <a:lnTo>
                    <a:pt x="291" y="1377"/>
                  </a:lnTo>
                  <a:lnTo>
                    <a:pt x="214" y="1319"/>
                  </a:lnTo>
                  <a:lnTo>
                    <a:pt x="136" y="1261"/>
                  </a:lnTo>
                  <a:lnTo>
                    <a:pt x="97" y="1242"/>
                  </a:lnTo>
                  <a:lnTo>
                    <a:pt x="58" y="1261"/>
                  </a:lnTo>
                  <a:lnTo>
                    <a:pt x="20" y="1280"/>
                  </a:lnTo>
                  <a:lnTo>
                    <a:pt x="0" y="1319"/>
                  </a:lnTo>
                  <a:lnTo>
                    <a:pt x="0" y="1358"/>
                  </a:lnTo>
                  <a:lnTo>
                    <a:pt x="0" y="1397"/>
                  </a:lnTo>
                  <a:lnTo>
                    <a:pt x="20" y="1455"/>
                  </a:lnTo>
                  <a:lnTo>
                    <a:pt x="117" y="1532"/>
                  </a:lnTo>
                  <a:lnTo>
                    <a:pt x="252" y="1591"/>
                  </a:lnTo>
                  <a:lnTo>
                    <a:pt x="330" y="1610"/>
                  </a:lnTo>
                  <a:lnTo>
                    <a:pt x="427" y="1610"/>
                  </a:lnTo>
                  <a:lnTo>
                    <a:pt x="427" y="1668"/>
                  </a:lnTo>
                  <a:lnTo>
                    <a:pt x="446" y="1707"/>
                  </a:lnTo>
                  <a:lnTo>
                    <a:pt x="485" y="1726"/>
                  </a:lnTo>
                  <a:lnTo>
                    <a:pt x="524" y="1707"/>
                  </a:lnTo>
                  <a:lnTo>
                    <a:pt x="543" y="1668"/>
                  </a:lnTo>
                  <a:lnTo>
                    <a:pt x="543" y="1610"/>
                  </a:lnTo>
                  <a:lnTo>
                    <a:pt x="640" y="1591"/>
                  </a:lnTo>
                  <a:lnTo>
                    <a:pt x="698" y="1571"/>
                  </a:lnTo>
                  <a:lnTo>
                    <a:pt x="776" y="1532"/>
                  </a:lnTo>
                  <a:lnTo>
                    <a:pt x="834" y="1474"/>
                  </a:lnTo>
                  <a:lnTo>
                    <a:pt x="873" y="1416"/>
                  </a:lnTo>
                  <a:lnTo>
                    <a:pt x="911" y="1339"/>
                  </a:lnTo>
                  <a:lnTo>
                    <a:pt x="931" y="1261"/>
                  </a:lnTo>
                  <a:lnTo>
                    <a:pt x="931" y="1183"/>
                  </a:lnTo>
                  <a:lnTo>
                    <a:pt x="931" y="1087"/>
                  </a:lnTo>
                  <a:lnTo>
                    <a:pt x="892" y="990"/>
                  </a:lnTo>
                  <a:lnTo>
                    <a:pt x="853" y="931"/>
                  </a:lnTo>
                  <a:lnTo>
                    <a:pt x="814" y="873"/>
                  </a:lnTo>
                  <a:lnTo>
                    <a:pt x="698" y="796"/>
                  </a:lnTo>
                  <a:lnTo>
                    <a:pt x="543" y="738"/>
                  </a:lnTo>
                  <a:lnTo>
                    <a:pt x="543" y="311"/>
                  </a:lnTo>
                  <a:lnTo>
                    <a:pt x="640" y="331"/>
                  </a:lnTo>
                  <a:lnTo>
                    <a:pt x="718" y="350"/>
                  </a:lnTo>
                  <a:lnTo>
                    <a:pt x="756" y="369"/>
                  </a:lnTo>
                  <a:lnTo>
                    <a:pt x="795" y="389"/>
                  </a:lnTo>
                  <a:lnTo>
                    <a:pt x="853" y="369"/>
                  </a:lnTo>
                  <a:lnTo>
                    <a:pt x="873" y="331"/>
                  </a:lnTo>
                  <a:lnTo>
                    <a:pt x="892" y="272"/>
                  </a:lnTo>
                  <a:lnTo>
                    <a:pt x="892" y="234"/>
                  </a:lnTo>
                  <a:lnTo>
                    <a:pt x="853" y="195"/>
                  </a:lnTo>
                  <a:lnTo>
                    <a:pt x="776" y="156"/>
                  </a:lnTo>
                  <a:lnTo>
                    <a:pt x="659" y="117"/>
                  </a:lnTo>
                  <a:lnTo>
                    <a:pt x="543" y="117"/>
                  </a:lnTo>
                  <a:lnTo>
                    <a:pt x="543" y="59"/>
                  </a:lnTo>
                  <a:lnTo>
                    <a:pt x="524" y="20"/>
                  </a:lnTo>
                  <a:lnTo>
                    <a:pt x="4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9" name="Google Shape;2579;p49">
            <a:extLst>
              <a:ext uri="{FF2B5EF4-FFF2-40B4-BE49-F238E27FC236}">
                <a16:creationId xmlns:a16="http://schemas.microsoft.com/office/drawing/2014/main" id="{FF3AB665-5491-8982-57F5-223AD89FDF65}"/>
              </a:ext>
            </a:extLst>
          </p:cNvPr>
          <p:cNvSpPr/>
          <p:nvPr/>
        </p:nvSpPr>
        <p:spPr>
          <a:xfrm>
            <a:off x="3824630" y="2244802"/>
            <a:ext cx="548700" cy="54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Fira Sans"/>
              <a:ea typeface="Fira Sans"/>
              <a:cs typeface="Fira Sans"/>
              <a:sym typeface="Fira Sans"/>
            </a:endParaRPr>
          </a:p>
        </p:txBody>
      </p:sp>
      <p:sp>
        <p:nvSpPr>
          <p:cNvPr id="320" name="Google Shape;2580;p49">
            <a:extLst>
              <a:ext uri="{FF2B5EF4-FFF2-40B4-BE49-F238E27FC236}">
                <a16:creationId xmlns:a16="http://schemas.microsoft.com/office/drawing/2014/main" id="{5C08B33B-F9F2-BE18-BBEB-87355B129321}"/>
              </a:ext>
            </a:extLst>
          </p:cNvPr>
          <p:cNvSpPr/>
          <p:nvPr/>
        </p:nvSpPr>
        <p:spPr>
          <a:xfrm>
            <a:off x="3824630" y="3493009"/>
            <a:ext cx="548700" cy="5487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Fira Sans"/>
              <a:ea typeface="Fira Sans"/>
              <a:cs typeface="Fira Sans"/>
              <a:sym typeface="Fira Sans"/>
            </a:endParaRPr>
          </a:p>
        </p:txBody>
      </p:sp>
      <p:sp>
        <p:nvSpPr>
          <p:cNvPr id="321" name="Google Shape;2581;p49">
            <a:extLst>
              <a:ext uri="{FF2B5EF4-FFF2-40B4-BE49-F238E27FC236}">
                <a16:creationId xmlns:a16="http://schemas.microsoft.com/office/drawing/2014/main" id="{CF14BFB4-A55B-0FE1-4B73-F33C1AF3EDDC}"/>
              </a:ext>
            </a:extLst>
          </p:cNvPr>
          <p:cNvSpPr/>
          <p:nvPr/>
        </p:nvSpPr>
        <p:spPr>
          <a:xfrm>
            <a:off x="3824630" y="4779722"/>
            <a:ext cx="548700" cy="5487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dirty="0">
              <a:latin typeface="Fira Sans"/>
              <a:ea typeface="Fira Sans"/>
              <a:cs typeface="Fira Sans"/>
              <a:sym typeface="Fira Sans"/>
            </a:endParaRPr>
          </a:p>
        </p:txBody>
      </p:sp>
      <p:sp>
        <p:nvSpPr>
          <p:cNvPr id="325" name="Google Shape;2585;p49">
            <a:extLst>
              <a:ext uri="{FF2B5EF4-FFF2-40B4-BE49-F238E27FC236}">
                <a16:creationId xmlns:a16="http://schemas.microsoft.com/office/drawing/2014/main" id="{D88F42E3-AC93-EEC4-A520-C0B080CD0593}"/>
              </a:ext>
            </a:extLst>
          </p:cNvPr>
          <p:cNvSpPr/>
          <p:nvPr/>
        </p:nvSpPr>
        <p:spPr>
          <a:xfrm>
            <a:off x="2926534" y="3440121"/>
            <a:ext cx="123300" cy="1233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Fira Sans"/>
              <a:ea typeface="Fira Sans"/>
              <a:cs typeface="Fira Sans"/>
              <a:sym typeface="Fira Sans"/>
            </a:endParaRPr>
          </a:p>
        </p:txBody>
      </p:sp>
      <p:sp>
        <p:nvSpPr>
          <p:cNvPr id="326" name="Google Shape;2586;p49">
            <a:extLst>
              <a:ext uri="{FF2B5EF4-FFF2-40B4-BE49-F238E27FC236}">
                <a16:creationId xmlns:a16="http://schemas.microsoft.com/office/drawing/2014/main" id="{B325C624-B9D8-9349-DB85-B8B4F4B8F956}"/>
              </a:ext>
            </a:extLst>
          </p:cNvPr>
          <p:cNvSpPr/>
          <p:nvPr/>
        </p:nvSpPr>
        <p:spPr>
          <a:xfrm>
            <a:off x="1935934" y="3920846"/>
            <a:ext cx="123300" cy="123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Fira Sans"/>
              <a:ea typeface="Fira Sans"/>
              <a:cs typeface="Fira Sans"/>
              <a:sym typeface="Fira Sans"/>
            </a:endParaRPr>
          </a:p>
        </p:txBody>
      </p:sp>
      <p:cxnSp>
        <p:nvCxnSpPr>
          <p:cNvPr id="327" name="Google Shape;2587;p49">
            <a:extLst>
              <a:ext uri="{FF2B5EF4-FFF2-40B4-BE49-F238E27FC236}">
                <a16:creationId xmlns:a16="http://schemas.microsoft.com/office/drawing/2014/main" id="{8C2FD201-EDEF-CB1D-26F5-028052D8E9D0}"/>
              </a:ext>
            </a:extLst>
          </p:cNvPr>
          <p:cNvCxnSpPr>
            <a:cxnSpLocks/>
          </p:cNvCxnSpPr>
          <p:nvPr/>
        </p:nvCxnSpPr>
        <p:spPr>
          <a:xfrm rot="10800000" flipV="1">
            <a:off x="2172997" y="2419026"/>
            <a:ext cx="1798023" cy="798384"/>
          </a:xfrm>
          <a:prstGeom prst="bentConnector3">
            <a:avLst>
              <a:gd name="adj1" fmla="val 50000"/>
            </a:avLst>
          </a:prstGeom>
          <a:noFill/>
          <a:ln w="19050" cap="flat" cmpd="sng">
            <a:solidFill>
              <a:schemeClr val="accent2"/>
            </a:solidFill>
            <a:prstDash val="solid"/>
            <a:round/>
            <a:headEnd type="none" w="med" len="med"/>
            <a:tailEnd type="none" w="med" len="med"/>
          </a:ln>
        </p:spPr>
      </p:cxnSp>
      <p:cxnSp>
        <p:nvCxnSpPr>
          <p:cNvPr id="328" name="Google Shape;2588;p49">
            <a:extLst>
              <a:ext uri="{FF2B5EF4-FFF2-40B4-BE49-F238E27FC236}">
                <a16:creationId xmlns:a16="http://schemas.microsoft.com/office/drawing/2014/main" id="{D581BEB7-DF98-996B-DEEC-D7D38A9C633F}"/>
              </a:ext>
            </a:extLst>
          </p:cNvPr>
          <p:cNvCxnSpPr>
            <a:cxnSpLocks/>
          </p:cNvCxnSpPr>
          <p:nvPr/>
        </p:nvCxnSpPr>
        <p:spPr>
          <a:xfrm flipH="1">
            <a:off x="2460820" y="3828277"/>
            <a:ext cx="1510200" cy="174600"/>
          </a:xfrm>
          <a:prstGeom prst="bentConnector3">
            <a:avLst>
              <a:gd name="adj1" fmla="val 50002"/>
            </a:avLst>
          </a:prstGeom>
          <a:noFill/>
          <a:ln w="19050" cap="flat" cmpd="sng">
            <a:solidFill>
              <a:schemeClr val="accent6"/>
            </a:solidFill>
            <a:prstDash val="solid"/>
            <a:round/>
            <a:headEnd type="none" w="med" len="med"/>
            <a:tailEnd type="none" w="med" len="med"/>
          </a:ln>
        </p:spPr>
      </p:cxnSp>
      <p:cxnSp>
        <p:nvCxnSpPr>
          <p:cNvPr id="329" name="Google Shape;2589;p49">
            <a:extLst>
              <a:ext uri="{FF2B5EF4-FFF2-40B4-BE49-F238E27FC236}">
                <a16:creationId xmlns:a16="http://schemas.microsoft.com/office/drawing/2014/main" id="{46EB42F3-D59F-D6E8-554D-45EF250B9FAB}"/>
              </a:ext>
            </a:extLst>
          </p:cNvPr>
          <p:cNvCxnSpPr>
            <a:cxnSpLocks/>
          </p:cNvCxnSpPr>
          <p:nvPr/>
        </p:nvCxnSpPr>
        <p:spPr>
          <a:xfrm rot="10800000">
            <a:off x="2391239" y="5054072"/>
            <a:ext cx="1433391" cy="12700"/>
          </a:xfrm>
          <a:prstGeom prst="bentConnector3">
            <a:avLst>
              <a:gd name="adj1" fmla="val 59006"/>
            </a:avLst>
          </a:prstGeom>
          <a:noFill/>
          <a:ln w="19050" cap="flat" cmpd="sng">
            <a:solidFill>
              <a:schemeClr val="accent4"/>
            </a:solidFill>
            <a:prstDash val="solid"/>
            <a:round/>
            <a:headEnd type="none" w="med" len="med"/>
            <a:tailEnd type="none" w="med" len="med"/>
          </a:ln>
        </p:spPr>
      </p:cxnSp>
      <p:grpSp>
        <p:nvGrpSpPr>
          <p:cNvPr id="373" name="Google Shape;2633;p49">
            <a:extLst>
              <a:ext uri="{FF2B5EF4-FFF2-40B4-BE49-F238E27FC236}">
                <a16:creationId xmlns:a16="http://schemas.microsoft.com/office/drawing/2014/main" id="{F311D021-B763-B7F3-739C-C1AADFCD7081}"/>
              </a:ext>
            </a:extLst>
          </p:cNvPr>
          <p:cNvGrpSpPr/>
          <p:nvPr/>
        </p:nvGrpSpPr>
        <p:grpSpPr>
          <a:xfrm>
            <a:off x="3857059" y="1456742"/>
            <a:ext cx="278351" cy="268457"/>
            <a:chOff x="5266925" y="-1481425"/>
            <a:chExt cx="204025" cy="199700"/>
          </a:xfrm>
        </p:grpSpPr>
        <p:sp>
          <p:nvSpPr>
            <p:cNvPr id="374" name="Google Shape;2634;p49">
              <a:extLst>
                <a:ext uri="{FF2B5EF4-FFF2-40B4-BE49-F238E27FC236}">
                  <a16:creationId xmlns:a16="http://schemas.microsoft.com/office/drawing/2014/main" id="{5D25A125-3166-3595-62F6-A5FCBA89BA31}"/>
                </a:ext>
              </a:extLst>
            </p:cNvPr>
            <p:cNvSpPr/>
            <p:nvPr/>
          </p:nvSpPr>
          <p:spPr>
            <a:xfrm>
              <a:off x="5418600" y="-1375775"/>
              <a:ext cx="19400" cy="12625"/>
            </a:xfrm>
            <a:custGeom>
              <a:avLst/>
              <a:gdLst/>
              <a:ahLst/>
              <a:cxnLst/>
              <a:rect l="l" t="t" r="r" b="b"/>
              <a:pathLst>
                <a:path w="776" h="505" extrusionOk="0">
                  <a:moveTo>
                    <a:pt x="117" y="1"/>
                  </a:moveTo>
                  <a:lnTo>
                    <a:pt x="78" y="20"/>
                  </a:lnTo>
                  <a:lnTo>
                    <a:pt x="39" y="40"/>
                  </a:lnTo>
                  <a:lnTo>
                    <a:pt x="20" y="78"/>
                  </a:lnTo>
                  <a:lnTo>
                    <a:pt x="0" y="117"/>
                  </a:lnTo>
                  <a:lnTo>
                    <a:pt x="20" y="195"/>
                  </a:lnTo>
                  <a:lnTo>
                    <a:pt x="39" y="272"/>
                  </a:lnTo>
                  <a:lnTo>
                    <a:pt x="78" y="350"/>
                  </a:lnTo>
                  <a:lnTo>
                    <a:pt x="117" y="408"/>
                  </a:lnTo>
                  <a:lnTo>
                    <a:pt x="175" y="447"/>
                  </a:lnTo>
                  <a:lnTo>
                    <a:pt x="233" y="485"/>
                  </a:lnTo>
                  <a:lnTo>
                    <a:pt x="311" y="505"/>
                  </a:lnTo>
                  <a:lnTo>
                    <a:pt x="466" y="505"/>
                  </a:lnTo>
                  <a:lnTo>
                    <a:pt x="543" y="485"/>
                  </a:lnTo>
                  <a:lnTo>
                    <a:pt x="601" y="447"/>
                  </a:lnTo>
                  <a:lnTo>
                    <a:pt x="660" y="408"/>
                  </a:lnTo>
                  <a:lnTo>
                    <a:pt x="718" y="350"/>
                  </a:lnTo>
                  <a:lnTo>
                    <a:pt x="756" y="272"/>
                  </a:lnTo>
                  <a:lnTo>
                    <a:pt x="776" y="195"/>
                  </a:lnTo>
                  <a:lnTo>
                    <a:pt x="776" y="117"/>
                  </a:lnTo>
                  <a:lnTo>
                    <a:pt x="776" y="78"/>
                  </a:lnTo>
                  <a:lnTo>
                    <a:pt x="756" y="40"/>
                  </a:lnTo>
                  <a:lnTo>
                    <a:pt x="718" y="20"/>
                  </a:lnTo>
                  <a:lnTo>
                    <a:pt x="660" y="1"/>
                  </a:lnTo>
                  <a:lnTo>
                    <a:pt x="621" y="20"/>
                  </a:lnTo>
                  <a:lnTo>
                    <a:pt x="582" y="40"/>
                  </a:lnTo>
                  <a:lnTo>
                    <a:pt x="563" y="78"/>
                  </a:lnTo>
                  <a:lnTo>
                    <a:pt x="543" y="117"/>
                  </a:lnTo>
                  <a:lnTo>
                    <a:pt x="524" y="175"/>
                  </a:lnTo>
                  <a:lnTo>
                    <a:pt x="504" y="233"/>
                  </a:lnTo>
                  <a:lnTo>
                    <a:pt x="446" y="272"/>
                  </a:lnTo>
                  <a:lnTo>
                    <a:pt x="330" y="272"/>
                  </a:lnTo>
                  <a:lnTo>
                    <a:pt x="291" y="233"/>
                  </a:lnTo>
                  <a:lnTo>
                    <a:pt x="252" y="175"/>
                  </a:lnTo>
                  <a:lnTo>
                    <a:pt x="252" y="117"/>
                  </a:lnTo>
                  <a:lnTo>
                    <a:pt x="233" y="78"/>
                  </a:lnTo>
                  <a:lnTo>
                    <a:pt x="214" y="40"/>
                  </a:lnTo>
                  <a:lnTo>
                    <a:pt x="175" y="20"/>
                  </a:lnTo>
                  <a:lnTo>
                    <a:pt x="1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2635;p49">
              <a:extLst>
                <a:ext uri="{FF2B5EF4-FFF2-40B4-BE49-F238E27FC236}">
                  <a16:creationId xmlns:a16="http://schemas.microsoft.com/office/drawing/2014/main" id="{0B1C9005-500C-0228-C0DA-776504C000A5}"/>
                </a:ext>
              </a:extLst>
            </p:cNvPr>
            <p:cNvSpPr/>
            <p:nvPr/>
          </p:nvSpPr>
          <p:spPr>
            <a:xfrm>
              <a:off x="5266925" y="-1481425"/>
              <a:ext cx="204025" cy="199700"/>
            </a:xfrm>
            <a:custGeom>
              <a:avLst/>
              <a:gdLst/>
              <a:ahLst/>
              <a:cxnLst/>
              <a:rect l="l" t="t" r="r" b="b"/>
              <a:pathLst>
                <a:path w="8161" h="7988" extrusionOk="0">
                  <a:moveTo>
                    <a:pt x="6668" y="2172"/>
                  </a:moveTo>
                  <a:lnTo>
                    <a:pt x="6707" y="2250"/>
                  </a:lnTo>
                  <a:lnTo>
                    <a:pt x="6727" y="2366"/>
                  </a:lnTo>
                  <a:lnTo>
                    <a:pt x="6727" y="2579"/>
                  </a:lnTo>
                  <a:lnTo>
                    <a:pt x="6707" y="2851"/>
                  </a:lnTo>
                  <a:lnTo>
                    <a:pt x="6668" y="3122"/>
                  </a:lnTo>
                  <a:lnTo>
                    <a:pt x="6591" y="3355"/>
                  </a:lnTo>
                  <a:lnTo>
                    <a:pt x="6513" y="3529"/>
                  </a:lnTo>
                  <a:lnTo>
                    <a:pt x="6475" y="3607"/>
                  </a:lnTo>
                  <a:lnTo>
                    <a:pt x="6416" y="3645"/>
                  </a:lnTo>
                  <a:lnTo>
                    <a:pt x="6358" y="3665"/>
                  </a:lnTo>
                  <a:lnTo>
                    <a:pt x="6281" y="3684"/>
                  </a:lnTo>
                  <a:lnTo>
                    <a:pt x="6009" y="3684"/>
                  </a:lnTo>
                  <a:lnTo>
                    <a:pt x="5912" y="3645"/>
                  </a:lnTo>
                  <a:lnTo>
                    <a:pt x="5815" y="3607"/>
                  </a:lnTo>
                  <a:lnTo>
                    <a:pt x="5719" y="3548"/>
                  </a:lnTo>
                  <a:lnTo>
                    <a:pt x="5622" y="3471"/>
                  </a:lnTo>
                  <a:lnTo>
                    <a:pt x="5563" y="3393"/>
                  </a:lnTo>
                  <a:lnTo>
                    <a:pt x="5505" y="3296"/>
                  </a:lnTo>
                  <a:lnTo>
                    <a:pt x="5467" y="3180"/>
                  </a:lnTo>
                  <a:lnTo>
                    <a:pt x="5447" y="3064"/>
                  </a:lnTo>
                  <a:lnTo>
                    <a:pt x="5447" y="2928"/>
                  </a:lnTo>
                  <a:lnTo>
                    <a:pt x="5447" y="2792"/>
                  </a:lnTo>
                  <a:lnTo>
                    <a:pt x="5486" y="2637"/>
                  </a:lnTo>
                  <a:lnTo>
                    <a:pt x="5505" y="2579"/>
                  </a:lnTo>
                  <a:lnTo>
                    <a:pt x="5563" y="2521"/>
                  </a:lnTo>
                  <a:lnTo>
                    <a:pt x="5951" y="2366"/>
                  </a:lnTo>
                  <a:lnTo>
                    <a:pt x="6261" y="2250"/>
                  </a:lnTo>
                  <a:lnTo>
                    <a:pt x="6494" y="2191"/>
                  </a:lnTo>
                  <a:lnTo>
                    <a:pt x="6630" y="2172"/>
                  </a:lnTo>
                  <a:close/>
                  <a:moveTo>
                    <a:pt x="465" y="4014"/>
                  </a:moveTo>
                  <a:lnTo>
                    <a:pt x="504" y="4033"/>
                  </a:lnTo>
                  <a:lnTo>
                    <a:pt x="543" y="4072"/>
                  </a:lnTo>
                  <a:lnTo>
                    <a:pt x="601" y="4111"/>
                  </a:lnTo>
                  <a:lnTo>
                    <a:pt x="620" y="4188"/>
                  </a:lnTo>
                  <a:lnTo>
                    <a:pt x="640" y="4227"/>
                  </a:lnTo>
                  <a:lnTo>
                    <a:pt x="659" y="4304"/>
                  </a:lnTo>
                  <a:lnTo>
                    <a:pt x="659" y="4304"/>
                  </a:lnTo>
                  <a:lnTo>
                    <a:pt x="446" y="4246"/>
                  </a:lnTo>
                  <a:lnTo>
                    <a:pt x="368" y="4207"/>
                  </a:lnTo>
                  <a:lnTo>
                    <a:pt x="330" y="4169"/>
                  </a:lnTo>
                  <a:lnTo>
                    <a:pt x="330" y="4111"/>
                  </a:lnTo>
                  <a:lnTo>
                    <a:pt x="368" y="4072"/>
                  </a:lnTo>
                  <a:lnTo>
                    <a:pt x="407" y="4033"/>
                  </a:lnTo>
                  <a:lnTo>
                    <a:pt x="446" y="4014"/>
                  </a:lnTo>
                  <a:close/>
                  <a:moveTo>
                    <a:pt x="3683" y="1"/>
                  </a:moveTo>
                  <a:lnTo>
                    <a:pt x="3509" y="20"/>
                  </a:lnTo>
                  <a:lnTo>
                    <a:pt x="3354" y="40"/>
                  </a:lnTo>
                  <a:lnTo>
                    <a:pt x="3199" y="78"/>
                  </a:lnTo>
                  <a:lnTo>
                    <a:pt x="3063" y="117"/>
                  </a:lnTo>
                  <a:lnTo>
                    <a:pt x="2908" y="195"/>
                  </a:lnTo>
                  <a:lnTo>
                    <a:pt x="2772" y="272"/>
                  </a:lnTo>
                  <a:lnTo>
                    <a:pt x="2656" y="369"/>
                  </a:lnTo>
                  <a:lnTo>
                    <a:pt x="2520" y="486"/>
                  </a:lnTo>
                  <a:lnTo>
                    <a:pt x="2423" y="602"/>
                  </a:lnTo>
                  <a:lnTo>
                    <a:pt x="2326" y="718"/>
                  </a:lnTo>
                  <a:lnTo>
                    <a:pt x="2249" y="854"/>
                  </a:lnTo>
                  <a:lnTo>
                    <a:pt x="2171" y="1009"/>
                  </a:lnTo>
                  <a:lnTo>
                    <a:pt x="2132" y="1145"/>
                  </a:lnTo>
                  <a:lnTo>
                    <a:pt x="2094" y="1300"/>
                  </a:lnTo>
                  <a:lnTo>
                    <a:pt x="2055" y="1455"/>
                  </a:lnTo>
                  <a:lnTo>
                    <a:pt x="2055" y="1629"/>
                  </a:lnTo>
                  <a:lnTo>
                    <a:pt x="2055" y="1784"/>
                  </a:lnTo>
                  <a:lnTo>
                    <a:pt x="2094" y="1939"/>
                  </a:lnTo>
                  <a:lnTo>
                    <a:pt x="2132" y="2095"/>
                  </a:lnTo>
                  <a:lnTo>
                    <a:pt x="2171" y="2250"/>
                  </a:lnTo>
                  <a:lnTo>
                    <a:pt x="2249" y="2385"/>
                  </a:lnTo>
                  <a:lnTo>
                    <a:pt x="2326" y="2521"/>
                  </a:lnTo>
                  <a:lnTo>
                    <a:pt x="2423" y="2657"/>
                  </a:lnTo>
                  <a:lnTo>
                    <a:pt x="2520" y="2773"/>
                  </a:lnTo>
                  <a:lnTo>
                    <a:pt x="2675" y="2889"/>
                  </a:lnTo>
                  <a:lnTo>
                    <a:pt x="2811" y="3006"/>
                  </a:lnTo>
                  <a:lnTo>
                    <a:pt x="2598" y="3064"/>
                  </a:lnTo>
                  <a:lnTo>
                    <a:pt x="2559" y="3083"/>
                  </a:lnTo>
                  <a:lnTo>
                    <a:pt x="2520" y="3122"/>
                  </a:lnTo>
                  <a:lnTo>
                    <a:pt x="2520" y="3161"/>
                  </a:lnTo>
                  <a:lnTo>
                    <a:pt x="2520" y="3219"/>
                  </a:lnTo>
                  <a:lnTo>
                    <a:pt x="2539" y="3258"/>
                  </a:lnTo>
                  <a:lnTo>
                    <a:pt x="2578" y="3277"/>
                  </a:lnTo>
                  <a:lnTo>
                    <a:pt x="2617" y="3296"/>
                  </a:lnTo>
                  <a:lnTo>
                    <a:pt x="2675" y="3296"/>
                  </a:lnTo>
                  <a:lnTo>
                    <a:pt x="2908" y="3219"/>
                  </a:lnTo>
                  <a:lnTo>
                    <a:pt x="3160" y="3161"/>
                  </a:lnTo>
                  <a:lnTo>
                    <a:pt x="3412" y="3141"/>
                  </a:lnTo>
                  <a:lnTo>
                    <a:pt x="3683" y="3122"/>
                  </a:lnTo>
                  <a:lnTo>
                    <a:pt x="3935" y="3141"/>
                  </a:lnTo>
                  <a:lnTo>
                    <a:pt x="4187" y="3161"/>
                  </a:lnTo>
                  <a:lnTo>
                    <a:pt x="4439" y="3219"/>
                  </a:lnTo>
                  <a:lnTo>
                    <a:pt x="4672" y="3296"/>
                  </a:lnTo>
                  <a:lnTo>
                    <a:pt x="4711" y="3296"/>
                  </a:lnTo>
                  <a:lnTo>
                    <a:pt x="4788" y="3277"/>
                  </a:lnTo>
                  <a:lnTo>
                    <a:pt x="4807" y="3238"/>
                  </a:lnTo>
                  <a:lnTo>
                    <a:pt x="4827" y="3219"/>
                  </a:lnTo>
                  <a:lnTo>
                    <a:pt x="4827" y="3161"/>
                  </a:lnTo>
                  <a:lnTo>
                    <a:pt x="4827" y="3122"/>
                  </a:lnTo>
                  <a:lnTo>
                    <a:pt x="4788" y="3083"/>
                  </a:lnTo>
                  <a:lnTo>
                    <a:pt x="4749" y="3064"/>
                  </a:lnTo>
                  <a:lnTo>
                    <a:pt x="4536" y="3006"/>
                  </a:lnTo>
                  <a:lnTo>
                    <a:pt x="4691" y="2889"/>
                  </a:lnTo>
                  <a:lnTo>
                    <a:pt x="4827" y="2773"/>
                  </a:lnTo>
                  <a:lnTo>
                    <a:pt x="4924" y="2637"/>
                  </a:lnTo>
                  <a:lnTo>
                    <a:pt x="5021" y="2521"/>
                  </a:lnTo>
                  <a:lnTo>
                    <a:pt x="5118" y="2540"/>
                  </a:lnTo>
                  <a:lnTo>
                    <a:pt x="5253" y="2560"/>
                  </a:lnTo>
                  <a:lnTo>
                    <a:pt x="5253" y="2579"/>
                  </a:lnTo>
                  <a:lnTo>
                    <a:pt x="5215" y="2773"/>
                  </a:lnTo>
                  <a:lnTo>
                    <a:pt x="5215" y="2967"/>
                  </a:lnTo>
                  <a:lnTo>
                    <a:pt x="5215" y="3141"/>
                  </a:lnTo>
                  <a:lnTo>
                    <a:pt x="5253" y="3296"/>
                  </a:lnTo>
                  <a:lnTo>
                    <a:pt x="5311" y="3432"/>
                  </a:lnTo>
                  <a:lnTo>
                    <a:pt x="5389" y="3548"/>
                  </a:lnTo>
                  <a:lnTo>
                    <a:pt x="5467" y="3665"/>
                  </a:lnTo>
                  <a:lnTo>
                    <a:pt x="5583" y="3742"/>
                  </a:lnTo>
                  <a:lnTo>
                    <a:pt x="5719" y="3820"/>
                  </a:lnTo>
                  <a:lnTo>
                    <a:pt x="5854" y="3878"/>
                  </a:lnTo>
                  <a:lnTo>
                    <a:pt x="6009" y="3917"/>
                  </a:lnTo>
                  <a:lnTo>
                    <a:pt x="6164" y="3936"/>
                  </a:lnTo>
                  <a:lnTo>
                    <a:pt x="6261" y="3917"/>
                  </a:lnTo>
                  <a:lnTo>
                    <a:pt x="6358" y="3917"/>
                  </a:lnTo>
                  <a:lnTo>
                    <a:pt x="6455" y="3878"/>
                  </a:lnTo>
                  <a:lnTo>
                    <a:pt x="6533" y="3839"/>
                  </a:lnTo>
                  <a:lnTo>
                    <a:pt x="6610" y="3781"/>
                  </a:lnTo>
                  <a:lnTo>
                    <a:pt x="6688" y="3703"/>
                  </a:lnTo>
                  <a:lnTo>
                    <a:pt x="6765" y="3587"/>
                  </a:lnTo>
                  <a:lnTo>
                    <a:pt x="6823" y="3451"/>
                  </a:lnTo>
                  <a:lnTo>
                    <a:pt x="6920" y="3568"/>
                  </a:lnTo>
                  <a:lnTo>
                    <a:pt x="6998" y="3703"/>
                  </a:lnTo>
                  <a:lnTo>
                    <a:pt x="7075" y="3839"/>
                  </a:lnTo>
                  <a:lnTo>
                    <a:pt x="7134" y="3975"/>
                  </a:lnTo>
                  <a:lnTo>
                    <a:pt x="7192" y="4130"/>
                  </a:lnTo>
                  <a:lnTo>
                    <a:pt x="7231" y="4207"/>
                  </a:lnTo>
                  <a:lnTo>
                    <a:pt x="7289" y="4285"/>
                  </a:lnTo>
                  <a:lnTo>
                    <a:pt x="7347" y="4343"/>
                  </a:lnTo>
                  <a:lnTo>
                    <a:pt x="7444" y="4363"/>
                  </a:lnTo>
                  <a:lnTo>
                    <a:pt x="7773" y="4479"/>
                  </a:lnTo>
                  <a:lnTo>
                    <a:pt x="7831" y="4518"/>
                  </a:lnTo>
                  <a:lnTo>
                    <a:pt x="7870" y="4556"/>
                  </a:lnTo>
                  <a:lnTo>
                    <a:pt x="7909" y="4615"/>
                  </a:lnTo>
                  <a:lnTo>
                    <a:pt x="7909" y="4673"/>
                  </a:lnTo>
                  <a:lnTo>
                    <a:pt x="7909" y="5235"/>
                  </a:lnTo>
                  <a:lnTo>
                    <a:pt x="7909" y="5293"/>
                  </a:lnTo>
                  <a:lnTo>
                    <a:pt x="7870" y="5351"/>
                  </a:lnTo>
                  <a:lnTo>
                    <a:pt x="7831" y="5409"/>
                  </a:lnTo>
                  <a:lnTo>
                    <a:pt x="7773" y="5429"/>
                  </a:lnTo>
                  <a:lnTo>
                    <a:pt x="7231" y="5603"/>
                  </a:lnTo>
                  <a:lnTo>
                    <a:pt x="7172" y="5642"/>
                  </a:lnTo>
                  <a:lnTo>
                    <a:pt x="7114" y="5661"/>
                  </a:lnTo>
                  <a:lnTo>
                    <a:pt x="7075" y="5719"/>
                  </a:lnTo>
                  <a:lnTo>
                    <a:pt x="7037" y="5778"/>
                  </a:lnTo>
                  <a:lnTo>
                    <a:pt x="6940" y="5913"/>
                  </a:lnTo>
                  <a:lnTo>
                    <a:pt x="6843" y="6030"/>
                  </a:lnTo>
                  <a:lnTo>
                    <a:pt x="6746" y="6165"/>
                  </a:lnTo>
                  <a:lnTo>
                    <a:pt x="6630" y="6282"/>
                  </a:lnTo>
                  <a:lnTo>
                    <a:pt x="6494" y="6379"/>
                  </a:lnTo>
                  <a:lnTo>
                    <a:pt x="6358" y="6495"/>
                  </a:lnTo>
                  <a:lnTo>
                    <a:pt x="6048" y="6669"/>
                  </a:lnTo>
                  <a:lnTo>
                    <a:pt x="5971" y="6727"/>
                  </a:lnTo>
                  <a:lnTo>
                    <a:pt x="5951" y="6805"/>
                  </a:lnTo>
                  <a:lnTo>
                    <a:pt x="5777" y="7716"/>
                  </a:lnTo>
                  <a:lnTo>
                    <a:pt x="5757" y="7755"/>
                  </a:lnTo>
                  <a:lnTo>
                    <a:pt x="5118" y="7755"/>
                  </a:lnTo>
                  <a:lnTo>
                    <a:pt x="5098" y="7716"/>
                  </a:lnTo>
                  <a:lnTo>
                    <a:pt x="5001" y="7212"/>
                  </a:lnTo>
                  <a:lnTo>
                    <a:pt x="4982" y="7135"/>
                  </a:lnTo>
                  <a:lnTo>
                    <a:pt x="4943" y="7096"/>
                  </a:lnTo>
                  <a:lnTo>
                    <a:pt x="4866" y="7057"/>
                  </a:lnTo>
                  <a:lnTo>
                    <a:pt x="4788" y="7057"/>
                  </a:lnTo>
                  <a:lnTo>
                    <a:pt x="4439" y="7096"/>
                  </a:lnTo>
                  <a:lnTo>
                    <a:pt x="4051" y="7115"/>
                  </a:lnTo>
                  <a:lnTo>
                    <a:pt x="3780" y="7115"/>
                  </a:lnTo>
                  <a:lnTo>
                    <a:pt x="3509" y="7076"/>
                  </a:lnTo>
                  <a:lnTo>
                    <a:pt x="3451" y="7096"/>
                  </a:lnTo>
                  <a:lnTo>
                    <a:pt x="3373" y="7115"/>
                  </a:lnTo>
                  <a:lnTo>
                    <a:pt x="3334" y="7173"/>
                  </a:lnTo>
                  <a:lnTo>
                    <a:pt x="3315" y="7231"/>
                  </a:lnTo>
                  <a:lnTo>
                    <a:pt x="3218" y="7716"/>
                  </a:lnTo>
                  <a:lnTo>
                    <a:pt x="3199" y="7755"/>
                  </a:lnTo>
                  <a:lnTo>
                    <a:pt x="2578" y="7755"/>
                  </a:lnTo>
                  <a:lnTo>
                    <a:pt x="2559" y="7716"/>
                  </a:lnTo>
                  <a:lnTo>
                    <a:pt x="2384" y="6844"/>
                  </a:lnTo>
                  <a:lnTo>
                    <a:pt x="2346" y="6786"/>
                  </a:lnTo>
                  <a:lnTo>
                    <a:pt x="2287" y="6727"/>
                  </a:lnTo>
                  <a:lnTo>
                    <a:pt x="2016" y="6553"/>
                  </a:lnTo>
                  <a:lnTo>
                    <a:pt x="1783" y="6379"/>
                  </a:lnTo>
                  <a:lnTo>
                    <a:pt x="1590" y="6165"/>
                  </a:lnTo>
                  <a:lnTo>
                    <a:pt x="1435" y="5933"/>
                  </a:lnTo>
                  <a:lnTo>
                    <a:pt x="1299" y="5661"/>
                  </a:lnTo>
                  <a:lnTo>
                    <a:pt x="1202" y="5390"/>
                  </a:lnTo>
                  <a:lnTo>
                    <a:pt x="1144" y="5080"/>
                  </a:lnTo>
                  <a:lnTo>
                    <a:pt x="1124" y="4770"/>
                  </a:lnTo>
                  <a:lnTo>
                    <a:pt x="1144" y="4440"/>
                  </a:lnTo>
                  <a:lnTo>
                    <a:pt x="1202" y="4149"/>
                  </a:lnTo>
                  <a:lnTo>
                    <a:pt x="1299" y="3859"/>
                  </a:lnTo>
                  <a:lnTo>
                    <a:pt x="1415" y="3607"/>
                  </a:lnTo>
                  <a:lnTo>
                    <a:pt x="1570" y="3393"/>
                  </a:lnTo>
                  <a:lnTo>
                    <a:pt x="1745" y="3199"/>
                  </a:lnTo>
                  <a:lnTo>
                    <a:pt x="1958" y="3006"/>
                  </a:lnTo>
                  <a:lnTo>
                    <a:pt x="2191" y="2851"/>
                  </a:lnTo>
                  <a:lnTo>
                    <a:pt x="2229" y="2831"/>
                  </a:lnTo>
                  <a:lnTo>
                    <a:pt x="2249" y="2792"/>
                  </a:lnTo>
                  <a:lnTo>
                    <a:pt x="2249" y="2734"/>
                  </a:lnTo>
                  <a:lnTo>
                    <a:pt x="2229" y="2695"/>
                  </a:lnTo>
                  <a:lnTo>
                    <a:pt x="2210" y="2657"/>
                  </a:lnTo>
                  <a:lnTo>
                    <a:pt x="2171" y="2637"/>
                  </a:lnTo>
                  <a:lnTo>
                    <a:pt x="2113" y="2637"/>
                  </a:lnTo>
                  <a:lnTo>
                    <a:pt x="2074" y="2657"/>
                  </a:lnTo>
                  <a:lnTo>
                    <a:pt x="1842" y="2792"/>
                  </a:lnTo>
                  <a:lnTo>
                    <a:pt x="1628" y="2967"/>
                  </a:lnTo>
                  <a:lnTo>
                    <a:pt x="1454" y="3161"/>
                  </a:lnTo>
                  <a:lnTo>
                    <a:pt x="1299" y="3355"/>
                  </a:lnTo>
                  <a:lnTo>
                    <a:pt x="1163" y="3587"/>
                  </a:lnTo>
                  <a:lnTo>
                    <a:pt x="1066" y="3820"/>
                  </a:lnTo>
                  <a:lnTo>
                    <a:pt x="989" y="4072"/>
                  </a:lnTo>
                  <a:lnTo>
                    <a:pt x="930" y="4343"/>
                  </a:lnTo>
                  <a:lnTo>
                    <a:pt x="892" y="4343"/>
                  </a:lnTo>
                  <a:lnTo>
                    <a:pt x="872" y="4207"/>
                  </a:lnTo>
                  <a:lnTo>
                    <a:pt x="853" y="4091"/>
                  </a:lnTo>
                  <a:lnTo>
                    <a:pt x="775" y="3975"/>
                  </a:lnTo>
                  <a:lnTo>
                    <a:pt x="698" y="3878"/>
                  </a:lnTo>
                  <a:lnTo>
                    <a:pt x="601" y="3820"/>
                  </a:lnTo>
                  <a:lnTo>
                    <a:pt x="485" y="3781"/>
                  </a:lnTo>
                  <a:lnTo>
                    <a:pt x="407" y="3781"/>
                  </a:lnTo>
                  <a:lnTo>
                    <a:pt x="310" y="3800"/>
                  </a:lnTo>
                  <a:lnTo>
                    <a:pt x="252" y="3859"/>
                  </a:lnTo>
                  <a:lnTo>
                    <a:pt x="174" y="3917"/>
                  </a:lnTo>
                  <a:lnTo>
                    <a:pt x="116" y="4033"/>
                  </a:lnTo>
                  <a:lnTo>
                    <a:pt x="97" y="4130"/>
                  </a:lnTo>
                  <a:lnTo>
                    <a:pt x="97" y="4207"/>
                  </a:lnTo>
                  <a:lnTo>
                    <a:pt x="116" y="4266"/>
                  </a:lnTo>
                  <a:lnTo>
                    <a:pt x="174" y="4343"/>
                  </a:lnTo>
                  <a:lnTo>
                    <a:pt x="271" y="4421"/>
                  </a:lnTo>
                  <a:lnTo>
                    <a:pt x="407" y="4479"/>
                  </a:lnTo>
                  <a:lnTo>
                    <a:pt x="582" y="4537"/>
                  </a:lnTo>
                  <a:lnTo>
                    <a:pt x="562" y="4556"/>
                  </a:lnTo>
                  <a:lnTo>
                    <a:pt x="446" y="4673"/>
                  </a:lnTo>
                  <a:lnTo>
                    <a:pt x="330" y="4750"/>
                  </a:lnTo>
                  <a:lnTo>
                    <a:pt x="213" y="4789"/>
                  </a:lnTo>
                  <a:lnTo>
                    <a:pt x="116" y="4789"/>
                  </a:lnTo>
                  <a:lnTo>
                    <a:pt x="78" y="4808"/>
                  </a:lnTo>
                  <a:lnTo>
                    <a:pt x="39" y="4828"/>
                  </a:lnTo>
                  <a:lnTo>
                    <a:pt x="0" y="4867"/>
                  </a:lnTo>
                  <a:lnTo>
                    <a:pt x="0" y="4925"/>
                  </a:lnTo>
                  <a:lnTo>
                    <a:pt x="0" y="4963"/>
                  </a:lnTo>
                  <a:lnTo>
                    <a:pt x="39" y="5002"/>
                  </a:lnTo>
                  <a:lnTo>
                    <a:pt x="78" y="5041"/>
                  </a:lnTo>
                  <a:lnTo>
                    <a:pt x="136" y="5041"/>
                  </a:lnTo>
                  <a:lnTo>
                    <a:pt x="271" y="5022"/>
                  </a:lnTo>
                  <a:lnTo>
                    <a:pt x="426" y="4983"/>
                  </a:lnTo>
                  <a:lnTo>
                    <a:pt x="504" y="4944"/>
                  </a:lnTo>
                  <a:lnTo>
                    <a:pt x="582" y="4886"/>
                  </a:lnTo>
                  <a:lnTo>
                    <a:pt x="659" y="4808"/>
                  </a:lnTo>
                  <a:lnTo>
                    <a:pt x="756" y="4711"/>
                  </a:lnTo>
                  <a:lnTo>
                    <a:pt x="834" y="4576"/>
                  </a:lnTo>
                  <a:lnTo>
                    <a:pt x="892" y="4576"/>
                  </a:lnTo>
                  <a:lnTo>
                    <a:pt x="892" y="4770"/>
                  </a:lnTo>
                  <a:lnTo>
                    <a:pt x="911" y="5138"/>
                  </a:lnTo>
                  <a:lnTo>
                    <a:pt x="950" y="5312"/>
                  </a:lnTo>
                  <a:lnTo>
                    <a:pt x="989" y="5467"/>
                  </a:lnTo>
                  <a:lnTo>
                    <a:pt x="1027" y="5623"/>
                  </a:lnTo>
                  <a:lnTo>
                    <a:pt x="1086" y="5778"/>
                  </a:lnTo>
                  <a:lnTo>
                    <a:pt x="1163" y="5933"/>
                  </a:lnTo>
                  <a:lnTo>
                    <a:pt x="1241" y="6088"/>
                  </a:lnTo>
                  <a:lnTo>
                    <a:pt x="1415" y="6320"/>
                  </a:lnTo>
                  <a:lnTo>
                    <a:pt x="1628" y="6553"/>
                  </a:lnTo>
                  <a:lnTo>
                    <a:pt x="1880" y="6747"/>
                  </a:lnTo>
                  <a:lnTo>
                    <a:pt x="2152" y="6921"/>
                  </a:lnTo>
                  <a:lnTo>
                    <a:pt x="2326" y="7755"/>
                  </a:lnTo>
                  <a:lnTo>
                    <a:pt x="2346" y="7852"/>
                  </a:lnTo>
                  <a:lnTo>
                    <a:pt x="2423" y="7929"/>
                  </a:lnTo>
                  <a:lnTo>
                    <a:pt x="2501" y="7988"/>
                  </a:lnTo>
                  <a:lnTo>
                    <a:pt x="3257" y="7988"/>
                  </a:lnTo>
                  <a:lnTo>
                    <a:pt x="3354" y="7929"/>
                  </a:lnTo>
                  <a:lnTo>
                    <a:pt x="3412" y="7852"/>
                  </a:lnTo>
                  <a:lnTo>
                    <a:pt x="3451" y="7755"/>
                  </a:lnTo>
                  <a:lnTo>
                    <a:pt x="3528" y="7328"/>
                  </a:lnTo>
                  <a:lnTo>
                    <a:pt x="3799" y="7348"/>
                  </a:lnTo>
                  <a:lnTo>
                    <a:pt x="4420" y="7348"/>
                  </a:lnTo>
                  <a:lnTo>
                    <a:pt x="4788" y="7309"/>
                  </a:lnTo>
                  <a:lnTo>
                    <a:pt x="4866" y="7755"/>
                  </a:lnTo>
                  <a:lnTo>
                    <a:pt x="4904" y="7852"/>
                  </a:lnTo>
                  <a:lnTo>
                    <a:pt x="4963" y="7929"/>
                  </a:lnTo>
                  <a:lnTo>
                    <a:pt x="5059" y="7988"/>
                  </a:lnTo>
                  <a:lnTo>
                    <a:pt x="5815" y="7988"/>
                  </a:lnTo>
                  <a:lnTo>
                    <a:pt x="5912" y="7929"/>
                  </a:lnTo>
                  <a:lnTo>
                    <a:pt x="5971" y="7852"/>
                  </a:lnTo>
                  <a:lnTo>
                    <a:pt x="6009" y="7755"/>
                  </a:lnTo>
                  <a:lnTo>
                    <a:pt x="6164" y="6863"/>
                  </a:lnTo>
                  <a:lnTo>
                    <a:pt x="6339" y="6766"/>
                  </a:lnTo>
                  <a:lnTo>
                    <a:pt x="6513" y="6669"/>
                  </a:lnTo>
                  <a:lnTo>
                    <a:pt x="6649" y="6553"/>
                  </a:lnTo>
                  <a:lnTo>
                    <a:pt x="6785" y="6437"/>
                  </a:lnTo>
                  <a:lnTo>
                    <a:pt x="6920" y="6320"/>
                  </a:lnTo>
                  <a:lnTo>
                    <a:pt x="7037" y="6185"/>
                  </a:lnTo>
                  <a:lnTo>
                    <a:pt x="7134" y="6030"/>
                  </a:lnTo>
                  <a:lnTo>
                    <a:pt x="7231" y="5894"/>
                  </a:lnTo>
                  <a:lnTo>
                    <a:pt x="7269" y="5855"/>
                  </a:lnTo>
                  <a:lnTo>
                    <a:pt x="7308" y="5836"/>
                  </a:lnTo>
                  <a:lnTo>
                    <a:pt x="7851" y="5661"/>
                  </a:lnTo>
                  <a:lnTo>
                    <a:pt x="7967" y="5603"/>
                  </a:lnTo>
                  <a:lnTo>
                    <a:pt x="8064" y="5506"/>
                  </a:lnTo>
                  <a:lnTo>
                    <a:pt x="8142" y="5371"/>
                  </a:lnTo>
                  <a:lnTo>
                    <a:pt x="8161" y="5235"/>
                  </a:lnTo>
                  <a:lnTo>
                    <a:pt x="8161" y="4673"/>
                  </a:lnTo>
                  <a:lnTo>
                    <a:pt x="8142" y="4537"/>
                  </a:lnTo>
                  <a:lnTo>
                    <a:pt x="8064" y="4421"/>
                  </a:lnTo>
                  <a:lnTo>
                    <a:pt x="7967" y="4324"/>
                  </a:lnTo>
                  <a:lnTo>
                    <a:pt x="7851" y="4246"/>
                  </a:lnTo>
                  <a:lnTo>
                    <a:pt x="7502" y="4149"/>
                  </a:lnTo>
                  <a:lnTo>
                    <a:pt x="7463" y="4111"/>
                  </a:lnTo>
                  <a:lnTo>
                    <a:pt x="7424" y="4052"/>
                  </a:lnTo>
                  <a:lnTo>
                    <a:pt x="7366" y="3897"/>
                  </a:lnTo>
                  <a:lnTo>
                    <a:pt x="7289" y="3723"/>
                  </a:lnTo>
                  <a:lnTo>
                    <a:pt x="7211" y="3568"/>
                  </a:lnTo>
                  <a:lnTo>
                    <a:pt x="7095" y="3432"/>
                  </a:lnTo>
                  <a:lnTo>
                    <a:pt x="6998" y="3296"/>
                  </a:lnTo>
                  <a:lnTo>
                    <a:pt x="6901" y="3180"/>
                  </a:lnTo>
                  <a:lnTo>
                    <a:pt x="6940" y="2851"/>
                  </a:lnTo>
                  <a:lnTo>
                    <a:pt x="6959" y="2502"/>
                  </a:lnTo>
                  <a:lnTo>
                    <a:pt x="6959" y="2308"/>
                  </a:lnTo>
                  <a:lnTo>
                    <a:pt x="6920" y="2153"/>
                  </a:lnTo>
                  <a:lnTo>
                    <a:pt x="6862" y="2036"/>
                  </a:lnTo>
                  <a:lnTo>
                    <a:pt x="6823" y="1998"/>
                  </a:lnTo>
                  <a:lnTo>
                    <a:pt x="6785" y="1959"/>
                  </a:lnTo>
                  <a:lnTo>
                    <a:pt x="6688" y="1939"/>
                  </a:lnTo>
                  <a:lnTo>
                    <a:pt x="6494" y="1939"/>
                  </a:lnTo>
                  <a:lnTo>
                    <a:pt x="6319" y="1978"/>
                  </a:lnTo>
                  <a:lnTo>
                    <a:pt x="6106" y="2056"/>
                  </a:lnTo>
                  <a:lnTo>
                    <a:pt x="5815" y="2153"/>
                  </a:lnTo>
                  <a:lnTo>
                    <a:pt x="5467" y="2308"/>
                  </a:lnTo>
                  <a:lnTo>
                    <a:pt x="5389" y="2347"/>
                  </a:lnTo>
                  <a:lnTo>
                    <a:pt x="5176" y="2308"/>
                  </a:lnTo>
                  <a:lnTo>
                    <a:pt x="5156" y="2288"/>
                  </a:lnTo>
                  <a:lnTo>
                    <a:pt x="5215" y="2153"/>
                  </a:lnTo>
                  <a:lnTo>
                    <a:pt x="5253" y="1998"/>
                  </a:lnTo>
                  <a:lnTo>
                    <a:pt x="5273" y="1862"/>
                  </a:lnTo>
                  <a:lnTo>
                    <a:pt x="5292" y="1687"/>
                  </a:lnTo>
                  <a:lnTo>
                    <a:pt x="5292" y="1649"/>
                  </a:lnTo>
                  <a:lnTo>
                    <a:pt x="5253" y="1610"/>
                  </a:lnTo>
                  <a:lnTo>
                    <a:pt x="5234" y="1591"/>
                  </a:lnTo>
                  <a:lnTo>
                    <a:pt x="5176" y="1571"/>
                  </a:lnTo>
                  <a:lnTo>
                    <a:pt x="5137" y="1571"/>
                  </a:lnTo>
                  <a:lnTo>
                    <a:pt x="5098" y="1610"/>
                  </a:lnTo>
                  <a:lnTo>
                    <a:pt x="5059" y="1649"/>
                  </a:lnTo>
                  <a:lnTo>
                    <a:pt x="5059" y="1687"/>
                  </a:lnTo>
                  <a:lnTo>
                    <a:pt x="5040" y="1823"/>
                  </a:lnTo>
                  <a:lnTo>
                    <a:pt x="5021" y="1939"/>
                  </a:lnTo>
                  <a:lnTo>
                    <a:pt x="4982" y="2056"/>
                  </a:lnTo>
                  <a:lnTo>
                    <a:pt x="4943" y="2172"/>
                  </a:lnTo>
                  <a:lnTo>
                    <a:pt x="4885" y="2288"/>
                  </a:lnTo>
                  <a:lnTo>
                    <a:pt x="4807" y="2405"/>
                  </a:lnTo>
                  <a:lnTo>
                    <a:pt x="4730" y="2502"/>
                  </a:lnTo>
                  <a:lnTo>
                    <a:pt x="4652" y="2599"/>
                  </a:lnTo>
                  <a:lnTo>
                    <a:pt x="4536" y="2695"/>
                  </a:lnTo>
                  <a:lnTo>
                    <a:pt x="4420" y="2792"/>
                  </a:lnTo>
                  <a:lnTo>
                    <a:pt x="4284" y="2870"/>
                  </a:lnTo>
                  <a:lnTo>
                    <a:pt x="4148" y="2928"/>
                  </a:lnTo>
                  <a:lnTo>
                    <a:pt x="3916" y="2889"/>
                  </a:lnTo>
                  <a:lnTo>
                    <a:pt x="3431" y="2889"/>
                  </a:lnTo>
                  <a:lnTo>
                    <a:pt x="3199" y="2928"/>
                  </a:lnTo>
                  <a:lnTo>
                    <a:pt x="3063" y="2870"/>
                  </a:lnTo>
                  <a:lnTo>
                    <a:pt x="2927" y="2792"/>
                  </a:lnTo>
                  <a:lnTo>
                    <a:pt x="2811" y="2695"/>
                  </a:lnTo>
                  <a:lnTo>
                    <a:pt x="2695" y="2599"/>
                  </a:lnTo>
                  <a:lnTo>
                    <a:pt x="2598" y="2502"/>
                  </a:lnTo>
                  <a:lnTo>
                    <a:pt x="2520" y="2385"/>
                  </a:lnTo>
                  <a:lnTo>
                    <a:pt x="2462" y="2269"/>
                  </a:lnTo>
                  <a:lnTo>
                    <a:pt x="2404" y="2153"/>
                  </a:lnTo>
                  <a:lnTo>
                    <a:pt x="2346" y="2017"/>
                  </a:lnTo>
                  <a:lnTo>
                    <a:pt x="2326" y="1901"/>
                  </a:lnTo>
                  <a:lnTo>
                    <a:pt x="2307" y="1765"/>
                  </a:lnTo>
                  <a:lnTo>
                    <a:pt x="2287" y="1629"/>
                  </a:lnTo>
                  <a:lnTo>
                    <a:pt x="2307" y="1494"/>
                  </a:lnTo>
                  <a:lnTo>
                    <a:pt x="2326" y="1358"/>
                  </a:lnTo>
                  <a:lnTo>
                    <a:pt x="2346" y="1222"/>
                  </a:lnTo>
                  <a:lnTo>
                    <a:pt x="2404" y="1087"/>
                  </a:lnTo>
                  <a:lnTo>
                    <a:pt x="2462" y="970"/>
                  </a:lnTo>
                  <a:lnTo>
                    <a:pt x="2520" y="854"/>
                  </a:lnTo>
                  <a:lnTo>
                    <a:pt x="2598" y="757"/>
                  </a:lnTo>
                  <a:lnTo>
                    <a:pt x="2695" y="641"/>
                  </a:lnTo>
                  <a:lnTo>
                    <a:pt x="2791" y="544"/>
                  </a:lnTo>
                  <a:lnTo>
                    <a:pt x="2908" y="466"/>
                  </a:lnTo>
                  <a:lnTo>
                    <a:pt x="3024" y="408"/>
                  </a:lnTo>
                  <a:lnTo>
                    <a:pt x="3140" y="350"/>
                  </a:lnTo>
                  <a:lnTo>
                    <a:pt x="3276" y="292"/>
                  </a:lnTo>
                  <a:lnTo>
                    <a:pt x="3412" y="272"/>
                  </a:lnTo>
                  <a:lnTo>
                    <a:pt x="3528" y="253"/>
                  </a:lnTo>
                  <a:lnTo>
                    <a:pt x="3683" y="234"/>
                  </a:lnTo>
                  <a:lnTo>
                    <a:pt x="3819" y="253"/>
                  </a:lnTo>
                  <a:lnTo>
                    <a:pt x="3955" y="272"/>
                  </a:lnTo>
                  <a:lnTo>
                    <a:pt x="4071" y="292"/>
                  </a:lnTo>
                  <a:lnTo>
                    <a:pt x="4207" y="350"/>
                  </a:lnTo>
                  <a:lnTo>
                    <a:pt x="4323" y="408"/>
                  </a:lnTo>
                  <a:lnTo>
                    <a:pt x="4439" y="466"/>
                  </a:lnTo>
                  <a:lnTo>
                    <a:pt x="4555" y="544"/>
                  </a:lnTo>
                  <a:lnTo>
                    <a:pt x="4652" y="641"/>
                  </a:lnTo>
                  <a:lnTo>
                    <a:pt x="4788" y="815"/>
                  </a:lnTo>
                  <a:lnTo>
                    <a:pt x="4904" y="1009"/>
                  </a:lnTo>
                  <a:lnTo>
                    <a:pt x="4943" y="1048"/>
                  </a:lnTo>
                  <a:lnTo>
                    <a:pt x="4982" y="1067"/>
                  </a:lnTo>
                  <a:lnTo>
                    <a:pt x="5021" y="1067"/>
                  </a:lnTo>
                  <a:lnTo>
                    <a:pt x="5079" y="1048"/>
                  </a:lnTo>
                  <a:lnTo>
                    <a:pt x="5098" y="1028"/>
                  </a:lnTo>
                  <a:lnTo>
                    <a:pt x="5137" y="990"/>
                  </a:lnTo>
                  <a:lnTo>
                    <a:pt x="5137" y="931"/>
                  </a:lnTo>
                  <a:lnTo>
                    <a:pt x="5118" y="893"/>
                  </a:lnTo>
                  <a:lnTo>
                    <a:pt x="4982" y="679"/>
                  </a:lnTo>
                  <a:lnTo>
                    <a:pt x="4827" y="486"/>
                  </a:lnTo>
                  <a:lnTo>
                    <a:pt x="4691" y="369"/>
                  </a:lnTo>
                  <a:lnTo>
                    <a:pt x="4575" y="272"/>
                  </a:lnTo>
                  <a:lnTo>
                    <a:pt x="4439" y="195"/>
                  </a:lnTo>
                  <a:lnTo>
                    <a:pt x="4303" y="117"/>
                  </a:lnTo>
                  <a:lnTo>
                    <a:pt x="4148" y="78"/>
                  </a:lnTo>
                  <a:lnTo>
                    <a:pt x="3993" y="40"/>
                  </a:lnTo>
                  <a:lnTo>
                    <a:pt x="3838" y="20"/>
                  </a:lnTo>
                  <a:lnTo>
                    <a:pt x="36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2636;p49">
              <a:extLst>
                <a:ext uri="{FF2B5EF4-FFF2-40B4-BE49-F238E27FC236}">
                  <a16:creationId xmlns:a16="http://schemas.microsoft.com/office/drawing/2014/main" id="{436A2A13-5647-E548-B09E-3B6E1781F226}"/>
                </a:ext>
              </a:extLst>
            </p:cNvPr>
            <p:cNvSpPr/>
            <p:nvPr/>
          </p:nvSpPr>
          <p:spPr>
            <a:xfrm>
              <a:off x="5347850" y="-1462525"/>
              <a:ext cx="23275" cy="43175"/>
            </a:xfrm>
            <a:custGeom>
              <a:avLst/>
              <a:gdLst/>
              <a:ahLst/>
              <a:cxnLst/>
              <a:rect l="l" t="t" r="r" b="b"/>
              <a:pathLst>
                <a:path w="931" h="1727" extrusionOk="0">
                  <a:moveTo>
                    <a:pt x="446" y="311"/>
                  </a:moveTo>
                  <a:lnTo>
                    <a:pt x="446" y="699"/>
                  </a:lnTo>
                  <a:lnTo>
                    <a:pt x="369" y="660"/>
                  </a:lnTo>
                  <a:lnTo>
                    <a:pt x="291" y="621"/>
                  </a:lnTo>
                  <a:lnTo>
                    <a:pt x="252" y="563"/>
                  </a:lnTo>
                  <a:lnTo>
                    <a:pt x="233" y="486"/>
                  </a:lnTo>
                  <a:lnTo>
                    <a:pt x="252" y="408"/>
                  </a:lnTo>
                  <a:lnTo>
                    <a:pt x="291" y="369"/>
                  </a:lnTo>
                  <a:lnTo>
                    <a:pt x="369" y="331"/>
                  </a:lnTo>
                  <a:lnTo>
                    <a:pt x="446" y="311"/>
                  </a:lnTo>
                  <a:close/>
                  <a:moveTo>
                    <a:pt x="543" y="970"/>
                  </a:moveTo>
                  <a:lnTo>
                    <a:pt x="621" y="1009"/>
                  </a:lnTo>
                  <a:lnTo>
                    <a:pt x="679" y="1048"/>
                  </a:lnTo>
                  <a:lnTo>
                    <a:pt x="718" y="1106"/>
                  </a:lnTo>
                  <a:lnTo>
                    <a:pt x="718" y="1203"/>
                  </a:lnTo>
                  <a:lnTo>
                    <a:pt x="718" y="1280"/>
                  </a:lnTo>
                  <a:lnTo>
                    <a:pt x="679" y="1339"/>
                  </a:lnTo>
                  <a:lnTo>
                    <a:pt x="621" y="1377"/>
                  </a:lnTo>
                  <a:lnTo>
                    <a:pt x="543" y="1397"/>
                  </a:lnTo>
                  <a:lnTo>
                    <a:pt x="543" y="970"/>
                  </a:lnTo>
                  <a:close/>
                  <a:moveTo>
                    <a:pt x="485" y="1"/>
                  </a:moveTo>
                  <a:lnTo>
                    <a:pt x="446" y="20"/>
                  </a:lnTo>
                  <a:lnTo>
                    <a:pt x="427" y="59"/>
                  </a:lnTo>
                  <a:lnTo>
                    <a:pt x="427" y="117"/>
                  </a:lnTo>
                  <a:lnTo>
                    <a:pt x="291" y="156"/>
                  </a:lnTo>
                  <a:lnTo>
                    <a:pt x="214" y="175"/>
                  </a:lnTo>
                  <a:lnTo>
                    <a:pt x="155" y="214"/>
                  </a:lnTo>
                  <a:lnTo>
                    <a:pt x="97" y="272"/>
                  </a:lnTo>
                  <a:lnTo>
                    <a:pt x="58" y="331"/>
                  </a:lnTo>
                  <a:lnTo>
                    <a:pt x="39" y="408"/>
                  </a:lnTo>
                  <a:lnTo>
                    <a:pt x="39" y="505"/>
                  </a:lnTo>
                  <a:lnTo>
                    <a:pt x="39" y="602"/>
                  </a:lnTo>
                  <a:lnTo>
                    <a:pt x="58" y="679"/>
                  </a:lnTo>
                  <a:lnTo>
                    <a:pt x="117" y="738"/>
                  </a:lnTo>
                  <a:lnTo>
                    <a:pt x="155" y="796"/>
                  </a:lnTo>
                  <a:lnTo>
                    <a:pt x="291" y="854"/>
                  </a:lnTo>
                  <a:lnTo>
                    <a:pt x="427" y="912"/>
                  </a:lnTo>
                  <a:lnTo>
                    <a:pt x="427" y="1416"/>
                  </a:lnTo>
                  <a:lnTo>
                    <a:pt x="349" y="1397"/>
                  </a:lnTo>
                  <a:lnTo>
                    <a:pt x="291" y="1377"/>
                  </a:lnTo>
                  <a:lnTo>
                    <a:pt x="214" y="1319"/>
                  </a:lnTo>
                  <a:lnTo>
                    <a:pt x="136" y="1261"/>
                  </a:lnTo>
                  <a:lnTo>
                    <a:pt x="97" y="1242"/>
                  </a:lnTo>
                  <a:lnTo>
                    <a:pt x="58" y="1261"/>
                  </a:lnTo>
                  <a:lnTo>
                    <a:pt x="20" y="1280"/>
                  </a:lnTo>
                  <a:lnTo>
                    <a:pt x="0" y="1319"/>
                  </a:lnTo>
                  <a:lnTo>
                    <a:pt x="0" y="1358"/>
                  </a:lnTo>
                  <a:lnTo>
                    <a:pt x="0" y="1397"/>
                  </a:lnTo>
                  <a:lnTo>
                    <a:pt x="20" y="1455"/>
                  </a:lnTo>
                  <a:lnTo>
                    <a:pt x="117" y="1532"/>
                  </a:lnTo>
                  <a:lnTo>
                    <a:pt x="252" y="1591"/>
                  </a:lnTo>
                  <a:lnTo>
                    <a:pt x="330" y="1610"/>
                  </a:lnTo>
                  <a:lnTo>
                    <a:pt x="427" y="1610"/>
                  </a:lnTo>
                  <a:lnTo>
                    <a:pt x="427" y="1668"/>
                  </a:lnTo>
                  <a:lnTo>
                    <a:pt x="446" y="1707"/>
                  </a:lnTo>
                  <a:lnTo>
                    <a:pt x="485" y="1726"/>
                  </a:lnTo>
                  <a:lnTo>
                    <a:pt x="524" y="1707"/>
                  </a:lnTo>
                  <a:lnTo>
                    <a:pt x="543" y="1668"/>
                  </a:lnTo>
                  <a:lnTo>
                    <a:pt x="543" y="1610"/>
                  </a:lnTo>
                  <a:lnTo>
                    <a:pt x="640" y="1591"/>
                  </a:lnTo>
                  <a:lnTo>
                    <a:pt x="698" y="1571"/>
                  </a:lnTo>
                  <a:lnTo>
                    <a:pt x="776" y="1532"/>
                  </a:lnTo>
                  <a:lnTo>
                    <a:pt x="834" y="1474"/>
                  </a:lnTo>
                  <a:lnTo>
                    <a:pt x="873" y="1416"/>
                  </a:lnTo>
                  <a:lnTo>
                    <a:pt x="911" y="1339"/>
                  </a:lnTo>
                  <a:lnTo>
                    <a:pt x="931" y="1261"/>
                  </a:lnTo>
                  <a:lnTo>
                    <a:pt x="931" y="1183"/>
                  </a:lnTo>
                  <a:lnTo>
                    <a:pt x="931" y="1087"/>
                  </a:lnTo>
                  <a:lnTo>
                    <a:pt x="892" y="990"/>
                  </a:lnTo>
                  <a:lnTo>
                    <a:pt x="853" y="931"/>
                  </a:lnTo>
                  <a:lnTo>
                    <a:pt x="814" y="873"/>
                  </a:lnTo>
                  <a:lnTo>
                    <a:pt x="698" y="796"/>
                  </a:lnTo>
                  <a:lnTo>
                    <a:pt x="543" y="738"/>
                  </a:lnTo>
                  <a:lnTo>
                    <a:pt x="543" y="311"/>
                  </a:lnTo>
                  <a:lnTo>
                    <a:pt x="640" y="331"/>
                  </a:lnTo>
                  <a:lnTo>
                    <a:pt x="718" y="350"/>
                  </a:lnTo>
                  <a:lnTo>
                    <a:pt x="756" y="369"/>
                  </a:lnTo>
                  <a:lnTo>
                    <a:pt x="795" y="389"/>
                  </a:lnTo>
                  <a:lnTo>
                    <a:pt x="853" y="369"/>
                  </a:lnTo>
                  <a:lnTo>
                    <a:pt x="873" y="331"/>
                  </a:lnTo>
                  <a:lnTo>
                    <a:pt x="892" y="272"/>
                  </a:lnTo>
                  <a:lnTo>
                    <a:pt x="892" y="234"/>
                  </a:lnTo>
                  <a:lnTo>
                    <a:pt x="853" y="195"/>
                  </a:lnTo>
                  <a:lnTo>
                    <a:pt x="776" y="156"/>
                  </a:lnTo>
                  <a:lnTo>
                    <a:pt x="659" y="117"/>
                  </a:lnTo>
                  <a:lnTo>
                    <a:pt x="543" y="117"/>
                  </a:lnTo>
                  <a:lnTo>
                    <a:pt x="543" y="59"/>
                  </a:lnTo>
                  <a:lnTo>
                    <a:pt x="524" y="20"/>
                  </a:lnTo>
                  <a:lnTo>
                    <a:pt x="4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 name="Google Shape;2493;p49">
            <a:extLst>
              <a:ext uri="{FF2B5EF4-FFF2-40B4-BE49-F238E27FC236}">
                <a16:creationId xmlns:a16="http://schemas.microsoft.com/office/drawing/2014/main" id="{2CAE6BCE-69B9-54A3-040D-E9D22C1B62B7}"/>
              </a:ext>
            </a:extLst>
          </p:cNvPr>
          <p:cNvGrpSpPr/>
          <p:nvPr/>
        </p:nvGrpSpPr>
        <p:grpSpPr>
          <a:xfrm>
            <a:off x="633828" y="2583750"/>
            <a:ext cx="2727512" cy="2797492"/>
            <a:chOff x="457197" y="1391984"/>
            <a:chExt cx="2727512" cy="2797492"/>
          </a:xfrm>
        </p:grpSpPr>
        <p:sp>
          <p:nvSpPr>
            <p:cNvPr id="391" name="Google Shape;2494;p49">
              <a:extLst>
                <a:ext uri="{FF2B5EF4-FFF2-40B4-BE49-F238E27FC236}">
                  <a16:creationId xmlns:a16="http://schemas.microsoft.com/office/drawing/2014/main" id="{953E0F3C-C3D2-12B7-7E4C-43765E2073F5}"/>
                </a:ext>
              </a:extLst>
            </p:cNvPr>
            <p:cNvSpPr/>
            <p:nvPr/>
          </p:nvSpPr>
          <p:spPr>
            <a:xfrm>
              <a:off x="1485000" y="2244622"/>
              <a:ext cx="1699709" cy="1241190"/>
            </a:xfrm>
            <a:custGeom>
              <a:avLst/>
              <a:gdLst/>
              <a:ahLst/>
              <a:cxnLst/>
              <a:rect l="l" t="t" r="r" b="b"/>
              <a:pathLst>
                <a:path w="127319" h="92973" extrusionOk="0">
                  <a:moveTo>
                    <a:pt x="106994" y="0"/>
                  </a:moveTo>
                  <a:lnTo>
                    <a:pt x="0" y="43319"/>
                  </a:lnTo>
                  <a:lnTo>
                    <a:pt x="20293" y="92973"/>
                  </a:lnTo>
                  <a:lnTo>
                    <a:pt x="127319" y="49654"/>
                  </a:lnTo>
                  <a:lnTo>
                    <a:pt x="1069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2495;p49">
              <a:extLst>
                <a:ext uri="{FF2B5EF4-FFF2-40B4-BE49-F238E27FC236}">
                  <a16:creationId xmlns:a16="http://schemas.microsoft.com/office/drawing/2014/main" id="{208FEFB4-35A7-12F9-7742-9A96E814C7F4}"/>
                </a:ext>
              </a:extLst>
            </p:cNvPr>
            <p:cNvSpPr/>
            <p:nvPr/>
          </p:nvSpPr>
          <p:spPr>
            <a:xfrm>
              <a:off x="1485000" y="2244622"/>
              <a:ext cx="1699709" cy="1241190"/>
            </a:xfrm>
            <a:custGeom>
              <a:avLst/>
              <a:gdLst/>
              <a:ahLst/>
              <a:cxnLst/>
              <a:rect l="l" t="t" r="r" b="b"/>
              <a:pathLst>
                <a:path w="127319" h="92973" fill="none" extrusionOk="0">
                  <a:moveTo>
                    <a:pt x="127319" y="49654"/>
                  </a:moveTo>
                  <a:lnTo>
                    <a:pt x="20293" y="92973"/>
                  </a:lnTo>
                  <a:lnTo>
                    <a:pt x="0" y="43319"/>
                  </a:lnTo>
                  <a:lnTo>
                    <a:pt x="106994" y="0"/>
                  </a:lnTo>
                  <a:lnTo>
                    <a:pt x="127319" y="4965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2496;p49">
              <a:extLst>
                <a:ext uri="{FF2B5EF4-FFF2-40B4-BE49-F238E27FC236}">
                  <a16:creationId xmlns:a16="http://schemas.microsoft.com/office/drawing/2014/main" id="{8A612516-A395-FF47-2186-9259E93DCE4A}"/>
                </a:ext>
              </a:extLst>
            </p:cNvPr>
            <p:cNvSpPr/>
            <p:nvPr/>
          </p:nvSpPr>
          <p:spPr>
            <a:xfrm>
              <a:off x="1628820" y="2393167"/>
              <a:ext cx="1412070" cy="944099"/>
            </a:xfrm>
            <a:custGeom>
              <a:avLst/>
              <a:gdLst/>
              <a:ahLst/>
              <a:cxnLst/>
              <a:rect l="l" t="t" r="r" b="b"/>
              <a:pathLst>
                <a:path w="105773" h="70719" extrusionOk="0">
                  <a:moveTo>
                    <a:pt x="84387" y="0"/>
                  </a:moveTo>
                  <a:lnTo>
                    <a:pt x="69497" y="6014"/>
                  </a:lnTo>
                  <a:lnTo>
                    <a:pt x="20390" y="25921"/>
                  </a:lnTo>
                  <a:lnTo>
                    <a:pt x="5532" y="31935"/>
                  </a:lnTo>
                  <a:lnTo>
                    <a:pt x="5693" y="32417"/>
                  </a:lnTo>
                  <a:lnTo>
                    <a:pt x="5854" y="32899"/>
                  </a:lnTo>
                  <a:lnTo>
                    <a:pt x="5982" y="33382"/>
                  </a:lnTo>
                  <a:lnTo>
                    <a:pt x="6079" y="33864"/>
                  </a:lnTo>
                  <a:lnTo>
                    <a:pt x="6143" y="34347"/>
                  </a:lnTo>
                  <a:lnTo>
                    <a:pt x="6175" y="34829"/>
                  </a:lnTo>
                  <a:lnTo>
                    <a:pt x="6207" y="35311"/>
                  </a:lnTo>
                  <a:lnTo>
                    <a:pt x="6207" y="35794"/>
                  </a:lnTo>
                  <a:lnTo>
                    <a:pt x="6207" y="36276"/>
                  </a:lnTo>
                  <a:lnTo>
                    <a:pt x="6143" y="36726"/>
                  </a:lnTo>
                  <a:lnTo>
                    <a:pt x="6079" y="37209"/>
                  </a:lnTo>
                  <a:lnTo>
                    <a:pt x="5982" y="37691"/>
                  </a:lnTo>
                  <a:lnTo>
                    <a:pt x="5886" y="38141"/>
                  </a:lnTo>
                  <a:lnTo>
                    <a:pt x="5757" y="38592"/>
                  </a:lnTo>
                  <a:lnTo>
                    <a:pt x="5596" y="39042"/>
                  </a:lnTo>
                  <a:lnTo>
                    <a:pt x="5403" y="39492"/>
                  </a:lnTo>
                  <a:lnTo>
                    <a:pt x="5211" y="39910"/>
                  </a:lnTo>
                  <a:lnTo>
                    <a:pt x="5018" y="40328"/>
                  </a:lnTo>
                  <a:lnTo>
                    <a:pt x="4760" y="40746"/>
                  </a:lnTo>
                  <a:lnTo>
                    <a:pt x="4503" y="41132"/>
                  </a:lnTo>
                  <a:lnTo>
                    <a:pt x="4246" y="41518"/>
                  </a:lnTo>
                  <a:lnTo>
                    <a:pt x="3924" y="41904"/>
                  </a:lnTo>
                  <a:lnTo>
                    <a:pt x="3635" y="42258"/>
                  </a:lnTo>
                  <a:lnTo>
                    <a:pt x="3281" y="42612"/>
                  </a:lnTo>
                  <a:lnTo>
                    <a:pt x="2927" y="42933"/>
                  </a:lnTo>
                  <a:lnTo>
                    <a:pt x="2573" y="43255"/>
                  </a:lnTo>
                  <a:lnTo>
                    <a:pt x="2188" y="43544"/>
                  </a:lnTo>
                  <a:lnTo>
                    <a:pt x="1769" y="43834"/>
                  </a:lnTo>
                  <a:lnTo>
                    <a:pt x="1351" y="44091"/>
                  </a:lnTo>
                  <a:lnTo>
                    <a:pt x="933" y="44348"/>
                  </a:lnTo>
                  <a:lnTo>
                    <a:pt x="483" y="44573"/>
                  </a:lnTo>
                  <a:lnTo>
                    <a:pt x="1" y="44766"/>
                  </a:lnTo>
                  <a:lnTo>
                    <a:pt x="8459" y="65445"/>
                  </a:lnTo>
                  <a:lnTo>
                    <a:pt x="8941" y="65252"/>
                  </a:lnTo>
                  <a:lnTo>
                    <a:pt x="9423" y="65123"/>
                  </a:lnTo>
                  <a:lnTo>
                    <a:pt x="9906" y="64994"/>
                  </a:lnTo>
                  <a:lnTo>
                    <a:pt x="10388" y="64866"/>
                  </a:lnTo>
                  <a:lnTo>
                    <a:pt x="10871" y="64801"/>
                  </a:lnTo>
                  <a:lnTo>
                    <a:pt x="11353" y="64737"/>
                  </a:lnTo>
                  <a:lnTo>
                    <a:pt x="11835" y="64705"/>
                  </a:lnTo>
                  <a:lnTo>
                    <a:pt x="12318" y="64705"/>
                  </a:lnTo>
                  <a:lnTo>
                    <a:pt x="12800" y="64737"/>
                  </a:lnTo>
                  <a:lnTo>
                    <a:pt x="13250" y="64769"/>
                  </a:lnTo>
                  <a:lnTo>
                    <a:pt x="13733" y="64834"/>
                  </a:lnTo>
                  <a:lnTo>
                    <a:pt x="14215" y="64898"/>
                  </a:lnTo>
                  <a:lnTo>
                    <a:pt x="14665" y="65027"/>
                  </a:lnTo>
                  <a:lnTo>
                    <a:pt x="15116" y="65155"/>
                  </a:lnTo>
                  <a:lnTo>
                    <a:pt x="15566" y="65284"/>
                  </a:lnTo>
                  <a:lnTo>
                    <a:pt x="16016" y="65445"/>
                  </a:lnTo>
                  <a:lnTo>
                    <a:pt x="16434" y="65638"/>
                  </a:lnTo>
                  <a:lnTo>
                    <a:pt x="16852" y="65863"/>
                  </a:lnTo>
                  <a:lnTo>
                    <a:pt x="17270" y="66088"/>
                  </a:lnTo>
                  <a:lnTo>
                    <a:pt x="17688" y="66345"/>
                  </a:lnTo>
                  <a:lnTo>
                    <a:pt x="18074" y="66602"/>
                  </a:lnTo>
                  <a:lnTo>
                    <a:pt x="18460" y="66892"/>
                  </a:lnTo>
                  <a:lnTo>
                    <a:pt x="18814" y="67181"/>
                  </a:lnTo>
                  <a:lnTo>
                    <a:pt x="19168" y="67535"/>
                  </a:lnTo>
                  <a:lnTo>
                    <a:pt x="19489" y="67857"/>
                  </a:lnTo>
                  <a:lnTo>
                    <a:pt x="19811" y="68210"/>
                  </a:lnTo>
                  <a:lnTo>
                    <a:pt x="20132" y="68596"/>
                  </a:lnTo>
                  <a:lnTo>
                    <a:pt x="20422" y="68982"/>
                  </a:lnTo>
                  <a:lnTo>
                    <a:pt x="20679" y="69400"/>
                  </a:lnTo>
                  <a:lnTo>
                    <a:pt x="20936" y="69818"/>
                  </a:lnTo>
                  <a:lnTo>
                    <a:pt x="21162" y="70269"/>
                  </a:lnTo>
                  <a:lnTo>
                    <a:pt x="21387" y="70719"/>
                  </a:lnTo>
                  <a:lnTo>
                    <a:pt x="36244" y="64705"/>
                  </a:lnTo>
                  <a:lnTo>
                    <a:pt x="85351" y="44798"/>
                  </a:lnTo>
                  <a:lnTo>
                    <a:pt x="100241" y="38785"/>
                  </a:lnTo>
                  <a:lnTo>
                    <a:pt x="100080" y="38302"/>
                  </a:lnTo>
                  <a:lnTo>
                    <a:pt x="99920" y="37820"/>
                  </a:lnTo>
                  <a:lnTo>
                    <a:pt x="99791" y="37370"/>
                  </a:lnTo>
                  <a:lnTo>
                    <a:pt x="99695" y="36887"/>
                  </a:lnTo>
                  <a:lnTo>
                    <a:pt x="99630" y="36405"/>
                  </a:lnTo>
                  <a:lnTo>
                    <a:pt x="99598" y="35922"/>
                  </a:lnTo>
                  <a:lnTo>
                    <a:pt x="99566" y="35440"/>
                  </a:lnTo>
                  <a:lnTo>
                    <a:pt x="99566" y="34958"/>
                  </a:lnTo>
                  <a:lnTo>
                    <a:pt x="99598" y="34475"/>
                  </a:lnTo>
                  <a:lnTo>
                    <a:pt x="99630" y="34025"/>
                  </a:lnTo>
                  <a:lnTo>
                    <a:pt x="99727" y="33543"/>
                  </a:lnTo>
                  <a:lnTo>
                    <a:pt x="99791" y="33092"/>
                  </a:lnTo>
                  <a:lnTo>
                    <a:pt x="99920" y="32610"/>
                  </a:lnTo>
                  <a:lnTo>
                    <a:pt x="100048" y="32160"/>
                  </a:lnTo>
                  <a:lnTo>
                    <a:pt x="100209" y="31710"/>
                  </a:lnTo>
                  <a:lnTo>
                    <a:pt x="100370" y="31291"/>
                  </a:lnTo>
                  <a:lnTo>
                    <a:pt x="100595" y="30873"/>
                  </a:lnTo>
                  <a:lnTo>
                    <a:pt x="100788" y="30455"/>
                  </a:lnTo>
                  <a:lnTo>
                    <a:pt x="101045" y="30037"/>
                  </a:lnTo>
                  <a:lnTo>
                    <a:pt x="101303" y="29651"/>
                  </a:lnTo>
                  <a:lnTo>
                    <a:pt x="101560" y="29265"/>
                  </a:lnTo>
                  <a:lnTo>
                    <a:pt x="101849" y="28880"/>
                  </a:lnTo>
                  <a:lnTo>
                    <a:pt x="102171" y="28526"/>
                  </a:lnTo>
                  <a:lnTo>
                    <a:pt x="102525" y="28172"/>
                  </a:lnTo>
                  <a:lnTo>
                    <a:pt x="102846" y="27850"/>
                  </a:lnTo>
                  <a:lnTo>
                    <a:pt x="103232" y="27529"/>
                  </a:lnTo>
                  <a:lnTo>
                    <a:pt x="103618" y="27239"/>
                  </a:lnTo>
                  <a:lnTo>
                    <a:pt x="104004" y="26950"/>
                  </a:lnTo>
                  <a:lnTo>
                    <a:pt x="104422" y="26693"/>
                  </a:lnTo>
                  <a:lnTo>
                    <a:pt x="104872" y="26468"/>
                  </a:lnTo>
                  <a:lnTo>
                    <a:pt x="105322" y="26242"/>
                  </a:lnTo>
                  <a:lnTo>
                    <a:pt x="105773" y="26017"/>
                  </a:lnTo>
                  <a:lnTo>
                    <a:pt x="97315" y="5371"/>
                  </a:lnTo>
                  <a:lnTo>
                    <a:pt x="96832" y="5532"/>
                  </a:lnTo>
                  <a:lnTo>
                    <a:pt x="96382" y="5693"/>
                  </a:lnTo>
                  <a:lnTo>
                    <a:pt x="95900" y="5821"/>
                  </a:lnTo>
                  <a:lnTo>
                    <a:pt x="95385" y="5918"/>
                  </a:lnTo>
                  <a:lnTo>
                    <a:pt x="94903" y="6014"/>
                  </a:lnTo>
                  <a:lnTo>
                    <a:pt x="94420" y="6046"/>
                  </a:lnTo>
                  <a:lnTo>
                    <a:pt x="93938" y="6079"/>
                  </a:lnTo>
                  <a:lnTo>
                    <a:pt x="93456" y="6111"/>
                  </a:lnTo>
                  <a:lnTo>
                    <a:pt x="92973" y="6079"/>
                  </a:lnTo>
                  <a:lnTo>
                    <a:pt x="92491" y="6046"/>
                  </a:lnTo>
                  <a:lnTo>
                    <a:pt x="92041" y="5982"/>
                  </a:lnTo>
                  <a:lnTo>
                    <a:pt x="91558" y="5886"/>
                  </a:lnTo>
                  <a:lnTo>
                    <a:pt x="91076" y="5789"/>
                  </a:lnTo>
                  <a:lnTo>
                    <a:pt x="90626" y="5661"/>
                  </a:lnTo>
                  <a:lnTo>
                    <a:pt x="90175" y="5500"/>
                  </a:lnTo>
                  <a:lnTo>
                    <a:pt x="89725" y="5339"/>
                  </a:lnTo>
                  <a:lnTo>
                    <a:pt x="89307" y="5146"/>
                  </a:lnTo>
                  <a:lnTo>
                    <a:pt x="88889" y="4921"/>
                  </a:lnTo>
                  <a:lnTo>
                    <a:pt x="88471" y="4696"/>
                  </a:lnTo>
                  <a:lnTo>
                    <a:pt x="88053" y="4438"/>
                  </a:lnTo>
                  <a:lnTo>
                    <a:pt x="87667" y="4181"/>
                  </a:lnTo>
                  <a:lnTo>
                    <a:pt x="87281" y="3892"/>
                  </a:lnTo>
                  <a:lnTo>
                    <a:pt x="86927" y="3570"/>
                  </a:lnTo>
                  <a:lnTo>
                    <a:pt x="86574" y="3249"/>
                  </a:lnTo>
                  <a:lnTo>
                    <a:pt x="86252" y="2895"/>
                  </a:lnTo>
                  <a:lnTo>
                    <a:pt x="85930" y="2541"/>
                  </a:lnTo>
                  <a:lnTo>
                    <a:pt x="85609" y="2155"/>
                  </a:lnTo>
                  <a:lnTo>
                    <a:pt x="85319" y="1769"/>
                  </a:lnTo>
                  <a:lnTo>
                    <a:pt x="85062" y="1351"/>
                  </a:lnTo>
                  <a:lnTo>
                    <a:pt x="84805" y="901"/>
                  </a:lnTo>
                  <a:lnTo>
                    <a:pt x="84580" y="451"/>
                  </a:lnTo>
                  <a:lnTo>
                    <a:pt x="8438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2497;p49">
              <a:extLst>
                <a:ext uri="{FF2B5EF4-FFF2-40B4-BE49-F238E27FC236}">
                  <a16:creationId xmlns:a16="http://schemas.microsoft.com/office/drawing/2014/main" id="{BC72F6F5-1FCB-677E-4706-5011693DCD66}"/>
                </a:ext>
              </a:extLst>
            </p:cNvPr>
            <p:cNvSpPr/>
            <p:nvPr/>
          </p:nvSpPr>
          <p:spPr>
            <a:xfrm>
              <a:off x="1628820" y="2393167"/>
              <a:ext cx="1412070" cy="944099"/>
            </a:xfrm>
            <a:custGeom>
              <a:avLst/>
              <a:gdLst/>
              <a:ahLst/>
              <a:cxnLst/>
              <a:rect l="l" t="t" r="r" b="b"/>
              <a:pathLst>
                <a:path w="105773" h="70719" fill="none" extrusionOk="0">
                  <a:moveTo>
                    <a:pt x="84387" y="0"/>
                  </a:moveTo>
                  <a:lnTo>
                    <a:pt x="69497" y="6014"/>
                  </a:lnTo>
                  <a:lnTo>
                    <a:pt x="20390" y="25921"/>
                  </a:lnTo>
                  <a:lnTo>
                    <a:pt x="5532" y="31935"/>
                  </a:lnTo>
                  <a:lnTo>
                    <a:pt x="5532" y="31935"/>
                  </a:lnTo>
                  <a:lnTo>
                    <a:pt x="5693" y="32417"/>
                  </a:lnTo>
                  <a:lnTo>
                    <a:pt x="5854" y="32899"/>
                  </a:lnTo>
                  <a:lnTo>
                    <a:pt x="5982" y="33382"/>
                  </a:lnTo>
                  <a:lnTo>
                    <a:pt x="6079" y="33864"/>
                  </a:lnTo>
                  <a:lnTo>
                    <a:pt x="6143" y="34347"/>
                  </a:lnTo>
                  <a:lnTo>
                    <a:pt x="6175" y="34829"/>
                  </a:lnTo>
                  <a:lnTo>
                    <a:pt x="6207" y="35311"/>
                  </a:lnTo>
                  <a:lnTo>
                    <a:pt x="6207" y="35794"/>
                  </a:lnTo>
                  <a:lnTo>
                    <a:pt x="6207" y="36276"/>
                  </a:lnTo>
                  <a:lnTo>
                    <a:pt x="6143" y="36726"/>
                  </a:lnTo>
                  <a:lnTo>
                    <a:pt x="6079" y="37209"/>
                  </a:lnTo>
                  <a:lnTo>
                    <a:pt x="5982" y="37691"/>
                  </a:lnTo>
                  <a:lnTo>
                    <a:pt x="5886" y="38141"/>
                  </a:lnTo>
                  <a:lnTo>
                    <a:pt x="5757" y="38592"/>
                  </a:lnTo>
                  <a:lnTo>
                    <a:pt x="5596" y="39042"/>
                  </a:lnTo>
                  <a:lnTo>
                    <a:pt x="5403" y="39492"/>
                  </a:lnTo>
                  <a:lnTo>
                    <a:pt x="5211" y="39910"/>
                  </a:lnTo>
                  <a:lnTo>
                    <a:pt x="5018" y="40328"/>
                  </a:lnTo>
                  <a:lnTo>
                    <a:pt x="4760" y="40746"/>
                  </a:lnTo>
                  <a:lnTo>
                    <a:pt x="4503" y="41132"/>
                  </a:lnTo>
                  <a:lnTo>
                    <a:pt x="4246" y="41518"/>
                  </a:lnTo>
                  <a:lnTo>
                    <a:pt x="3924" y="41904"/>
                  </a:lnTo>
                  <a:lnTo>
                    <a:pt x="3635" y="42258"/>
                  </a:lnTo>
                  <a:lnTo>
                    <a:pt x="3281" y="42612"/>
                  </a:lnTo>
                  <a:lnTo>
                    <a:pt x="2927" y="42933"/>
                  </a:lnTo>
                  <a:lnTo>
                    <a:pt x="2573" y="43255"/>
                  </a:lnTo>
                  <a:lnTo>
                    <a:pt x="2188" y="43544"/>
                  </a:lnTo>
                  <a:lnTo>
                    <a:pt x="1769" y="43834"/>
                  </a:lnTo>
                  <a:lnTo>
                    <a:pt x="1351" y="44091"/>
                  </a:lnTo>
                  <a:lnTo>
                    <a:pt x="933" y="44348"/>
                  </a:lnTo>
                  <a:lnTo>
                    <a:pt x="483" y="44573"/>
                  </a:lnTo>
                  <a:lnTo>
                    <a:pt x="1" y="44766"/>
                  </a:lnTo>
                  <a:lnTo>
                    <a:pt x="8459" y="65445"/>
                  </a:lnTo>
                  <a:lnTo>
                    <a:pt x="8459" y="65445"/>
                  </a:lnTo>
                  <a:lnTo>
                    <a:pt x="8941" y="65252"/>
                  </a:lnTo>
                  <a:lnTo>
                    <a:pt x="9423" y="65123"/>
                  </a:lnTo>
                  <a:lnTo>
                    <a:pt x="9906" y="64994"/>
                  </a:lnTo>
                  <a:lnTo>
                    <a:pt x="10388" y="64866"/>
                  </a:lnTo>
                  <a:lnTo>
                    <a:pt x="10871" y="64801"/>
                  </a:lnTo>
                  <a:lnTo>
                    <a:pt x="11353" y="64737"/>
                  </a:lnTo>
                  <a:lnTo>
                    <a:pt x="11835" y="64705"/>
                  </a:lnTo>
                  <a:lnTo>
                    <a:pt x="12318" y="64705"/>
                  </a:lnTo>
                  <a:lnTo>
                    <a:pt x="12800" y="64737"/>
                  </a:lnTo>
                  <a:lnTo>
                    <a:pt x="13250" y="64769"/>
                  </a:lnTo>
                  <a:lnTo>
                    <a:pt x="13733" y="64834"/>
                  </a:lnTo>
                  <a:lnTo>
                    <a:pt x="14215" y="64898"/>
                  </a:lnTo>
                  <a:lnTo>
                    <a:pt x="14665" y="65027"/>
                  </a:lnTo>
                  <a:lnTo>
                    <a:pt x="15116" y="65155"/>
                  </a:lnTo>
                  <a:lnTo>
                    <a:pt x="15566" y="65284"/>
                  </a:lnTo>
                  <a:lnTo>
                    <a:pt x="16016" y="65445"/>
                  </a:lnTo>
                  <a:lnTo>
                    <a:pt x="16434" y="65638"/>
                  </a:lnTo>
                  <a:lnTo>
                    <a:pt x="16852" y="65863"/>
                  </a:lnTo>
                  <a:lnTo>
                    <a:pt x="17270" y="66088"/>
                  </a:lnTo>
                  <a:lnTo>
                    <a:pt x="17688" y="66345"/>
                  </a:lnTo>
                  <a:lnTo>
                    <a:pt x="18074" y="66602"/>
                  </a:lnTo>
                  <a:lnTo>
                    <a:pt x="18460" y="66892"/>
                  </a:lnTo>
                  <a:lnTo>
                    <a:pt x="18814" y="67181"/>
                  </a:lnTo>
                  <a:lnTo>
                    <a:pt x="19168" y="67535"/>
                  </a:lnTo>
                  <a:lnTo>
                    <a:pt x="19489" y="67857"/>
                  </a:lnTo>
                  <a:lnTo>
                    <a:pt x="19811" y="68210"/>
                  </a:lnTo>
                  <a:lnTo>
                    <a:pt x="20132" y="68596"/>
                  </a:lnTo>
                  <a:lnTo>
                    <a:pt x="20422" y="68982"/>
                  </a:lnTo>
                  <a:lnTo>
                    <a:pt x="20679" y="69400"/>
                  </a:lnTo>
                  <a:lnTo>
                    <a:pt x="20936" y="69818"/>
                  </a:lnTo>
                  <a:lnTo>
                    <a:pt x="21162" y="70269"/>
                  </a:lnTo>
                  <a:lnTo>
                    <a:pt x="21387" y="70719"/>
                  </a:lnTo>
                  <a:lnTo>
                    <a:pt x="36244" y="64705"/>
                  </a:lnTo>
                  <a:lnTo>
                    <a:pt x="85351" y="44798"/>
                  </a:lnTo>
                  <a:lnTo>
                    <a:pt x="100241" y="38785"/>
                  </a:lnTo>
                  <a:lnTo>
                    <a:pt x="100241" y="38785"/>
                  </a:lnTo>
                  <a:lnTo>
                    <a:pt x="100080" y="38302"/>
                  </a:lnTo>
                  <a:lnTo>
                    <a:pt x="99920" y="37820"/>
                  </a:lnTo>
                  <a:lnTo>
                    <a:pt x="99791" y="37370"/>
                  </a:lnTo>
                  <a:lnTo>
                    <a:pt x="99695" y="36887"/>
                  </a:lnTo>
                  <a:lnTo>
                    <a:pt x="99630" y="36405"/>
                  </a:lnTo>
                  <a:lnTo>
                    <a:pt x="99598" y="35922"/>
                  </a:lnTo>
                  <a:lnTo>
                    <a:pt x="99566" y="35440"/>
                  </a:lnTo>
                  <a:lnTo>
                    <a:pt x="99566" y="34958"/>
                  </a:lnTo>
                  <a:lnTo>
                    <a:pt x="99598" y="34475"/>
                  </a:lnTo>
                  <a:lnTo>
                    <a:pt x="99630" y="34025"/>
                  </a:lnTo>
                  <a:lnTo>
                    <a:pt x="99727" y="33543"/>
                  </a:lnTo>
                  <a:lnTo>
                    <a:pt x="99791" y="33092"/>
                  </a:lnTo>
                  <a:lnTo>
                    <a:pt x="99920" y="32610"/>
                  </a:lnTo>
                  <a:lnTo>
                    <a:pt x="100048" y="32160"/>
                  </a:lnTo>
                  <a:lnTo>
                    <a:pt x="100209" y="31710"/>
                  </a:lnTo>
                  <a:lnTo>
                    <a:pt x="100370" y="31291"/>
                  </a:lnTo>
                  <a:lnTo>
                    <a:pt x="100595" y="30873"/>
                  </a:lnTo>
                  <a:lnTo>
                    <a:pt x="100788" y="30455"/>
                  </a:lnTo>
                  <a:lnTo>
                    <a:pt x="101045" y="30037"/>
                  </a:lnTo>
                  <a:lnTo>
                    <a:pt x="101303" y="29651"/>
                  </a:lnTo>
                  <a:lnTo>
                    <a:pt x="101560" y="29265"/>
                  </a:lnTo>
                  <a:lnTo>
                    <a:pt x="101849" y="28880"/>
                  </a:lnTo>
                  <a:lnTo>
                    <a:pt x="102171" y="28526"/>
                  </a:lnTo>
                  <a:lnTo>
                    <a:pt x="102525" y="28172"/>
                  </a:lnTo>
                  <a:lnTo>
                    <a:pt x="102846" y="27850"/>
                  </a:lnTo>
                  <a:lnTo>
                    <a:pt x="103232" y="27529"/>
                  </a:lnTo>
                  <a:lnTo>
                    <a:pt x="103618" y="27239"/>
                  </a:lnTo>
                  <a:lnTo>
                    <a:pt x="104004" y="26950"/>
                  </a:lnTo>
                  <a:lnTo>
                    <a:pt x="104422" y="26693"/>
                  </a:lnTo>
                  <a:lnTo>
                    <a:pt x="104872" y="26468"/>
                  </a:lnTo>
                  <a:lnTo>
                    <a:pt x="105322" y="26242"/>
                  </a:lnTo>
                  <a:lnTo>
                    <a:pt x="105773" y="26017"/>
                  </a:lnTo>
                  <a:lnTo>
                    <a:pt x="97315" y="5371"/>
                  </a:lnTo>
                  <a:lnTo>
                    <a:pt x="97315" y="5371"/>
                  </a:lnTo>
                  <a:lnTo>
                    <a:pt x="96832" y="5532"/>
                  </a:lnTo>
                  <a:lnTo>
                    <a:pt x="96382" y="5693"/>
                  </a:lnTo>
                  <a:lnTo>
                    <a:pt x="95900" y="5821"/>
                  </a:lnTo>
                  <a:lnTo>
                    <a:pt x="95385" y="5918"/>
                  </a:lnTo>
                  <a:lnTo>
                    <a:pt x="94903" y="6014"/>
                  </a:lnTo>
                  <a:lnTo>
                    <a:pt x="94420" y="6046"/>
                  </a:lnTo>
                  <a:lnTo>
                    <a:pt x="93938" y="6079"/>
                  </a:lnTo>
                  <a:lnTo>
                    <a:pt x="93456" y="6111"/>
                  </a:lnTo>
                  <a:lnTo>
                    <a:pt x="92973" y="6079"/>
                  </a:lnTo>
                  <a:lnTo>
                    <a:pt x="92491" y="6046"/>
                  </a:lnTo>
                  <a:lnTo>
                    <a:pt x="92041" y="5982"/>
                  </a:lnTo>
                  <a:lnTo>
                    <a:pt x="91558" y="5886"/>
                  </a:lnTo>
                  <a:lnTo>
                    <a:pt x="91076" y="5789"/>
                  </a:lnTo>
                  <a:lnTo>
                    <a:pt x="90626" y="5661"/>
                  </a:lnTo>
                  <a:lnTo>
                    <a:pt x="90175" y="5500"/>
                  </a:lnTo>
                  <a:lnTo>
                    <a:pt x="89725" y="5339"/>
                  </a:lnTo>
                  <a:lnTo>
                    <a:pt x="89307" y="5146"/>
                  </a:lnTo>
                  <a:lnTo>
                    <a:pt x="88889" y="4921"/>
                  </a:lnTo>
                  <a:lnTo>
                    <a:pt x="88471" y="4696"/>
                  </a:lnTo>
                  <a:lnTo>
                    <a:pt x="88053" y="4438"/>
                  </a:lnTo>
                  <a:lnTo>
                    <a:pt x="87667" y="4181"/>
                  </a:lnTo>
                  <a:lnTo>
                    <a:pt x="87281" y="3892"/>
                  </a:lnTo>
                  <a:lnTo>
                    <a:pt x="86927" y="3570"/>
                  </a:lnTo>
                  <a:lnTo>
                    <a:pt x="86574" y="3249"/>
                  </a:lnTo>
                  <a:lnTo>
                    <a:pt x="86252" y="2895"/>
                  </a:lnTo>
                  <a:lnTo>
                    <a:pt x="85930" y="2541"/>
                  </a:lnTo>
                  <a:lnTo>
                    <a:pt x="85609" y="2155"/>
                  </a:lnTo>
                  <a:lnTo>
                    <a:pt x="85319" y="1769"/>
                  </a:lnTo>
                  <a:lnTo>
                    <a:pt x="85062" y="1351"/>
                  </a:lnTo>
                  <a:lnTo>
                    <a:pt x="84805" y="901"/>
                  </a:lnTo>
                  <a:lnTo>
                    <a:pt x="84580" y="451"/>
                  </a:lnTo>
                  <a:lnTo>
                    <a:pt x="8438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2498;p49">
              <a:extLst>
                <a:ext uri="{FF2B5EF4-FFF2-40B4-BE49-F238E27FC236}">
                  <a16:creationId xmlns:a16="http://schemas.microsoft.com/office/drawing/2014/main" id="{0EFE8F77-9072-F7D3-7A61-DDEBCCBC04B5}"/>
                </a:ext>
              </a:extLst>
            </p:cNvPr>
            <p:cNvSpPr/>
            <p:nvPr/>
          </p:nvSpPr>
          <p:spPr>
            <a:xfrm>
              <a:off x="2070171" y="2624576"/>
              <a:ext cx="496740" cy="494591"/>
            </a:xfrm>
            <a:custGeom>
              <a:avLst/>
              <a:gdLst/>
              <a:ahLst/>
              <a:cxnLst/>
              <a:rect l="l" t="t" r="r" b="b"/>
              <a:pathLst>
                <a:path w="37209" h="37048" extrusionOk="0">
                  <a:moveTo>
                    <a:pt x="17945" y="0"/>
                  </a:moveTo>
                  <a:lnTo>
                    <a:pt x="17045" y="65"/>
                  </a:lnTo>
                  <a:lnTo>
                    <a:pt x="16112" y="161"/>
                  </a:lnTo>
                  <a:lnTo>
                    <a:pt x="15212" y="290"/>
                  </a:lnTo>
                  <a:lnTo>
                    <a:pt x="14311" y="483"/>
                  </a:lnTo>
                  <a:lnTo>
                    <a:pt x="13411" y="740"/>
                  </a:lnTo>
                  <a:lnTo>
                    <a:pt x="12478" y="1029"/>
                  </a:lnTo>
                  <a:lnTo>
                    <a:pt x="11610" y="1351"/>
                  </a:lnTo>
                  <a:lnTo>
                    <a:pt x="10710" y="1737"/>
                  </a:lnTo>
                  <a:lnTo>
                    <a:pt x="9873" y="2155"/>
                  </a:lnTo>
                  <a:lnTo>
                    <a:pt x="9037" y="2605"/>
                  </a:lnTo>
                  <a:lnTo>
                    <a:pt x="8265" y="3120"/>
                  </a:lnTo>
                  <a:lnTo>
                    <a:pt x="7526" y="3634"/>
                  </a:lnTo>
                  <a:lnTo>
                    <a:pt x="6786" y="4213"/>
                  </a:lnTo>
                  <a:lnTo>
                    <a:pt x="6111" y="4792"/>
                  </a:lnTo>
                  <a:lnTo>
                    <a:pt x="5435" y="5435"/>
                  </a:lnTo>
                  <a:lnTo>
                    <a:pt x="4824" y="6078"/>
                  </a:lnTo>
                  <a:lnTo>
                    <a:pt x="4213" y="6754"/>
                  </a:lnTo>
                  <a:lnTo>
                    <a:pt x="3667" y="7461"/>
                  </a:lnTo>
                  <a:lnTo>
                    <a:pt x="3152" y="8201"/>
                  </a:lnTo>
                  <a:lnTo>
                    <a:pt x="2670" y="8941"/>
                  </a:lnTo>
                  <a:lnTo>
                    <a:pt x="2219" y="9712"/>
                  </a:lnTo>
                  <a:lnTo>
                    <a:pt x="1834" y="10516"/>
                  </a:lnTo>
                  <a:lnTo>
                    <a:pt x="1448" y="11320"/>
                  </a:lnTo>
                  <a:lnTo>
                    <a:pt x="1126" y="12157"/>
                  </a:lnTo>
                  <a:lnTo>
                    <a:pt x="837" y="12993"/>
                  </a:lnTo>
                  <a:lnTo>
                    <a:pt x="612" y="13861"/>
                  </a:lnTo>
                  <a:lnTo>
                    <a:pt x="386" y="14697"/>
                  </a:lnTo>
                  <a:lnTo>
                    <a:pt x="226" y="15598"/>
                  </a:lnTo>
                  <a:lnTo>
                    <a:pt x="97" y="16466"/>
                  </a:lnTo>
                  <a:lnTo>
                    <a:pt x="33" y="17366"/>
                  </a:lnTo>
                  <a:lnTo>
                    <a:pt x="0" y="18267"/>
                  </a:lnTo>
                  <a:lnTo>
                    <a:pt x="0" y="19167"/>
                  </a:lnTo>
                  <a:lnTo>
                    <a:pt x="65" y="20068"/>
                  </a:lnTo>
                  <a:lnTo>
                    <a:pt x="161" y="21000"/>
                  </a:lnTo>
                  <a:lnTo>
                    <a:pt x="322" y="21901"/>
                  </a:lnTo>
                  <a:lnTo>
                    <a:pt x="515" y="22801"/>
                  </a:lnTo>
                  <a:lnTo>
                    <a:pt x="740" y="23702"/>
                  </a:lnTo>
                  <a:lnTo>
                    <a:pt x="1030" y="24602"/>
                  </a:lnTo>
                  <a:lnTo>
                    <a:pt x="1383" y="25503"/>
                  </a:lnTo>
                  <a:lnTo>
                    <a:pt x="1769" y="26371"/>
                  </a:lnTo>
                  <a:lnTo>
                    <a:pt x="2187" y="27207"/>
                  </a:lnTo>
                  <a:lnTo>
                    <a:pt x="2638" y="28043"/>
                  </a:lnTo>
                  <a:lnTo>
                    <a:pt x="3152" y="28815"/>
                  </a:lnTo>
                  <a:lnTo>
                    <a:pt x="3667" y="29555"/>
                  </a:lnTo>
                  <a:lnTo>
                    <a:pt x="4246" y="30294"/>
                  </a:lnTo>
                  <a:lnTo>
                    <a:pt x="4824" y="30970"/>
                  </a:lnTo>
                  <a:lnTo>
                    <a:pt x="5468" y="31613"/>
                  </a:lnTo>
                  <a:lnTo>
                    <a:pt x="6111" y="32256"/>
                  </a:lnTo>
                  <a:lnTo>
                    <a:pt x="6786" y="32835"/>
                  </a:lnTo>
                  <a:lnTo>
                    <a:pt x="7494" y="33382"/>
                  </a:lnTo>
                  <a:lnTo>
                    <a:pt x="8233" y="33896"/>
                  </a:lnTo>
                  <a:lnTo>
                    <a:pt x="9005" y="34379"/>
                  </a:lnTo>
                  <a:lnTo>
                    <a:pt x="9777" y="34829"/>
                  </a:lnTo>
                  <a:lnTo>
                    <a:pt x="10581" y="35215"/>
                  </a:lnTo>
                  <a:lnTo>
                    <a:pt x="11385" y="35569"/>
                  </a:lnTo>
                  <a:lnTo>
                    <a:pt x="12221" y="35922"/>
                  </a:lnTo>
                  <a:lnTo>
                    <a:pt x="13057" y="36180"/>
                  </a:lnTo>
                  <a:lnTo>
                    <a:pt x="13925" y="36437"/>
                  </a:lnTo>
                  <a:lnTo>
                    <a:pt x="14794" y="36630"/>
                  </a:lnTo>
                  <a:lnTo>
                    <a:pt x="15662" y="36791"/>
                  </a:lnTo>
                  <a:lnTo>
                    <a:pt x="16563" y="36919"/>
                  </a:lnTo>
                  <a:lnTo>
                    <a:pt x="17463" y="37016"/>
                  </a:lnTo>
                  <a:lnTo>
                    <a:pt x="18363" y="37048"/>
                  </a:lnTo>
                  <a:lnTo>
                    <a:pt x="19264" y="37016"/>
                  </a:lnTo>
                  <a:lnTo>
                    <a:pt x="20197" y="36984"/>
                  </a:lnTo>
                  <a:lnTo>
                    <a:pt x="21097" y="36887"/>
                  </a:lnTo>
                  <a:lnTo>
                    <a:pt x="21997" y="36726"/>
                  </a:lnTo>
                  <a:lnTo>
                    <a:pt x="22930" y="36533"/>
                  </a:lnTo>
                  <a:lnTo>
                    <a:pt x="23831" y="36308"/>
                  </a:lnTo>
                  <a:lnTo>
                    <a:pt x="24731" y="36019"/>
                  </a:lnTo>
                  <a:lnTo>
                    <a:pt x="25631" y="35665"/>
                  </a:lnTo>
                  <a:lnTo>
                    <a:pt x="26500" y="35279"/>
                  </a:lnTo>
                  <a:lnTo>
                    <a:pt x="27336" y="34861"/>
                  </a:lnTo>
                  <a:lnTo>
                    <a:pt x="28172" y="34411"/>
                  </a:lnTo>
                  <a:lnTo>
                    <a:pt x="28944" y="33928"/>
                  </a:lnTo>
                  <a:lnTo>
                    <a:pt x="29716" y="33382"/>
                  </a:lnTo>
                  <a:lnTo>
                    <a:pt x="30423" y="32835"/>
                  </a:lnTo>
                  <a:lnTo>
                    <a:pt x="31131" y="32224"/>
                  </a:lnTo>
                  <a:lnTo>
                    <a:pt x="31774" y="31613"/>
                  </a:lnTo>
                  <a:lnTo>
                    <a:pt x="32417" y="30938"/>
                  </a:lnTo>
                  <a:lnTo>
                    <a:pt x="32996" y="30262"/>
                  </a:lnTo>
                  <a:lnTo>
                    <a:pt x="33543" y="29555"/>
                  </a:lnTo>
                  <a:lnTo>
                    <a:pt x="34057" y="28847"/>
                  </a:lnTo>
                  <a:lnTo>
                    <a:pt x="34540" y="28075"/>
                  </a:lnTo>
                  <a:lnTo>
                    <a:pt x="34990" y="27304"/>
                  </a:lnTo>
                  <a:lnTo>
                    <a:pt x="35408" y="26532"/>
                  </a:lnTo>
                  <a:lnTo>
                    <a:pt x="35762" y="25696"/>
                  </a:lnTo>
                  <a:lnTo>
                    <a:pt x="36083" y="24892"/>
                  </a:lnTo>
                  <a:lnTo>
                    <a:pt x="36373" y="24056"/>
                  </a:lnTo>
                  <a:lnTo>
                    <a:pt x="36630" y="23187"/>
                  </a:lnTo>
                  <a:lnTo>
                    <a:pt x="36823" y="22319"/>
                  </a:lnTo>
                  <a:lnTo>
                    <a:pt x="36984" y="21451"/>
                  </a:lnTo>
                  <a:lnTo>
                    <a:pt x="37112" y="20550"/>
                  </a:lnTo>
                  <a:lnTo>
                    <a:pt x="37177" y="19650"/>
                  </a:lnTo>
                  <a:lnTo>
                    <a:pt x="37209" y="18749"/>
                  </a:lnTo>
                  <a:lnTo>
                    <a:pt x="37209" y="17849"/>
                  </a:lnTo>
                  <a:lnTo>
                    <a:pt x="37144" y="16948"/>
                  </a:lnTo>
                  <a:lnTo>
                    <a:pt x="37048" y="16048"/>
                  </a:lnTo>
                  <a:lnTo>
                    <a:pt x="36919" y="15147"/>
                  </a:lnTo>
                  <a:lnTo>
                    <a:pt x="36726" y="14215"/>
                  </a:lnTo>
                  <a:lnTo>
                    <a:pt x="36469" y="13314"/>
                  </a:lnTo>
                  <a:lnTo>
                    <a:pt x="36180" y="12414"/>
                  </a:lnTo>
                  <a:lnTo>
                    <a:pt x="35858" y="11546"/>
                  </a:lnTo>
                  <a:lnTo>
                    <a:pt x="35472" y="10645"/>
                  </a:lnTo>
                  <a:lnTo>
                    <a:pt x="35054" y="9809"/>
                  </a:lnTo>
                  <a:lnTo>
                    <a:pt x="34572" y="9005"/>
                  </a:lnTo>
                  <a:lnTo>
                    <a:pt x="34089" y="8233"/>
                  </a:lnTo>
                  <a:lnTo>
                    <a:pt x="33543" y="7461"/>
                  </a:lnTo>
                  <a:lnTo>
                    <a:pt x="32996" y="6754"/>
                  </a:lnTo>
                  <a:lnTo>
                    <a:pt x="32385" y="6046"/>
                  </a:lnTo>
                  <a:lnTo>
                    <a:pt x="31774" y="5403"/>
                  </a:lnTo>
                  <a:lnTo>
                    <a:pt x="31099" y="4792"/>
                  </a:lnTo>
                  <a:lnTo>
                    <a:pt x="30423" y="4213"/>
                  </a:lnTo>
                  <a:lnTo>
                    <a:pt x="29716" y="3634"/>
                  </a:lnTo>
                  <a:lnTo>
                    <a:pt x="28976" y="3120"/>
                  </a:lnTo>
                  <a:lnTo>
                    <a:pt x="28236" y="2670"/>
                  </a:lnTo>
                  <a:lnTo>
                    <a:pt x="27465" y="2219"/>
                  </a:lnTo>
                  <a:lnTo>
                    <a:pt x="26661" y="1801"/>
                  </a:lnTo>
                  <a:lnTo>
                    <a:pt x="25824" y="1448"/>
                  </a:lnTo>
                  <a:lnTo>
                    <a:pt x="25020" y="1126"/>
                  </a:lnTo>
                  <a:lnTo>
                    <a:pt x="24152" y="836"/>
                  </a:lnTo>
                  <a:lnTo>
                    <a:pt x="23316" y="579"/>
                  </a:lnTo>
                  <a:lnTo>
                    <a:pt x="22448" y="386"/>
                  </a:lnTo>
                  <a:lnTo>
                    <a:pt x="21547" y="225"/>
                  </a:lnTo>
                  <a:lnTo>
                    <a:pt x="20647" y="97"/>
                  </a:lnTo>
                  <a:lnTo>
                    <a:pt x="19746" y="33"/>
                  </a:lnTo>
                  <a:lnTo>
                    <a:pt x="188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2499;p49">
              <a:extLst>
                <a:ext uri="{FF2B5EF4-FFF2-40B4-BE49-F238E27FC236}">
                  <a16:creationId xmlns:a16="http://schemas.microsoft.com/office/drawing/2014/main" id="{8F1A4789-2A74-6138-7948-6DAACD025F9A}"/>
                </a:ext>
              </a:extLst>
            </p:cNvPr>
            <p:cNvSpPr/>
            <p:nvPr/>
          </p:nvSpPr>
          <p:spPr>
            <a:xfrm>
              <a:off x="2809467" y="2593658"/>
              <a:ext cx="96187" cy="95760"/>
            </a:xfrm>
            <a:custGeom>
              <a:avLst/>
              <a:gdLst/>
              <a:ahLst/>
              <a:cxnLst/>
              <a:rect l="l" t="t" r="r" b="b"/>
              <a:pathLst>
                <a:path w="7205" h="7173" extrusionOk="0">
                  <a:moveTo>
                    <a:pt x="3635" y="1"/>
                  </a:moveTo>
                  <a:lnTo>
                    <a:pt x="3281" y="33"/>
                  </a:lnTo>
                  <a:lnTo>
                    <a:pt x="2927" y="65"/>
                  </a:lnTo>
                  <a:lnTo>
                    <a:pt x="2574" y="162"/>
                  </a:lnTo>
                  <a:lnTo>
                    <a:pt x="2252" y="258"/>
                  </a:lnTo>
                  <a:lnTo>
                    <a:pt x="1898" y="419"/>
                  </a:lnTo>
                  <a:lnTo>
                    <a:pt x="1609" y="612"/>
                  </a:lnTo>
                  <a:lnTo>
                    <a:pt x="1319" y="837"/>
                  </a:lnTo>
                  <a:lnTo>
                    <a:pt x="1062" y="1062"/>
                  </a:lnTo>
                  <a:lnTo>
                    <a:pt x="805" y="1319"/>
                  </a:lnTo>
                  <a:lnTo>
                    <a:pt x="612" y="1609"/>
                  </a:lnTo>
                  <a:lnTo>
                    <a:pt x="419" y="1898"/>
                  </a:lnTo>
                  <a:lnTo>
                    <a:pt x="290" y="2188"/>
                  </a:lnTo>
                  <a:lnTo>
                    <a:pt x="162" y="2509"/>
                  </a:lnTo>
                  <a:lnTo>
                    <a:pt x="65" y="2863"/>
                  </a:lnTo>
                  <a:lnTo>
                    <a:pt x="1" y="3185"/>
                  </a:lnTo>
                  <a:lnTo>
                    <a:pt x="1" y="3538"/>
                  </a:lnTo>
                  <a:lnTo>
                    <a:pt x="1" y="3892"/>
                  </a:lnTo>
                  <a:lnTo>
                    <a:pt x="65" y="4246"/>
                  </a:lnTo>
                  <a:lnTo>
                    <a:pt x="129" y="4600"/>
                  </a:lnTo>
                  <a:lnTo>
                    <a:pt x="258" y="4953"/>
                  </a:lnTo>
                  <a:lnTo>
                    <a:pt x="419" y="5275"/>
                  </a:lnTo>
                  <a:lnTo>
                    <a:pt x="612" y="5597"/>
                  </a:lnTo>
                  <a:lnTo>
                    <a:pt x="805" y="5886"/>
                  </a:lnTo>
                  <a:lnTo>
                    <a:pt x="1062" y="6143"/>
                  </a:lnTo>
                  <a:lnTo>
                    <a:pt x="1319" y="6368"/>
                  </a:lnTo>
                  <a:lnTo>
                    <a:pt x="1577" y="6561"/>
                  </a:lnTo>
                  <a:lnTo>
                    <a:pt x="1898" y="6754"/>
                  </a:lnTo>
                  <a:lnTo>
                    <a:pt x="2188" y="6915"/>
                  </a:lnTo>
                  <a:lnTo>
                    <a:pt x="2509" y="7012"/>
                  </a:lnTo>
                  <a:lnTo>
                    <a:pt x="2863" y="7108"/>
                  </a:lnTo>
                  <a:lnTo>
                    <a:pt x="3217" y="7172"/>
                  </a:lnTo>
                  <a:lnTo>
                    <a:pt x="3892" y="7172"/>
                  </a:lnTo>
                  <a:lnTo>
                    <a:pt x="4246" y="7140"/>
                  </a:lnTo>
                  <a:lnTo>
                    <a:pt x="4600" y="7044"/>
                  </a:lnTo>
                  <a:lnTo>
                    <a:pt x="4953" y="6915"/>
                  </a:lnTo>
                  <a:lnTo>
                    <a:pt x="5307" y="6754"/>
                  </a:lnTo>
                  <a:lnTo>
                    <a:pt x="5597" y="6594"/>
                  </a:lnTo>
                  <a:lnTo>
                    <a:pt x="5886" y="6368"/>
                  </a:lnTo>
                  <a:lnTo>
                    <a:pt x="6143" y="6143"/>
                  </a:lnTo>
                  <a:lnTo>
                    <a:pt x="6400" y="5886"/>
                  </a:lnTo>
                  <a:lnTo>
                    <a:pt x="6593" y="5597"/>
                  </a:lnTo>
                  <a:lnTo>
                    <a:pt x="6786" y="5307"/>
                  </a:lnTo>
                  <a:lnTo>
                    <a:pt x="6915" y="4986"/>
                  </a:lnTo>
                  <a:lnTo>
                    <a:pt x="7044" y="4664"/>
                  </a:lnTo>
                  <a:lnTo>
                    <a:pt x="7140" y="4342"/>
                  </a:lnTo>
                  <a:lnTo>
                    <a:pt x="7172" y="3989"/>
                  </a:lnTo>
                  <a:lnTo>
                    <a:pt x="7204" y="3635"/>
                  </a:lnTo>
                  <a:lnTo>
                    <a:pt x="7204" y="3281"/>
                  </a:lnTo>
                  <a:lnTo>
                    <a:pt x="7140" y="2927"/>
                  </a:lnTo>
                  <a:lnTo>
                    <a:pt x="7076" y="2574"/>
                  </a:lnTo>
                  <a:lnTo>
                    <a:pt x="6947" y="2252"/>
                  </a:lnTo>
                  <a:lnTo>
                    <a:pt x="6786" y="1898"/>
                  </a:lnTo>
                  <a:lnTo>
                    <a:pt x="6593" y="1609"/>
                  </a:lnTo>
                  <a:lnTo>
                    <a:pt x="6400" y="1319"/>
                  </a:lnTo>
                  <a:lnTo>
                    <a:pt x="6143" y="1062"/>
                  </a:lnTo>
                  <a:lnTo>
                    <a:pt x="5886" y="837"/>
                  </a:lnTo>
                  <a:lnTo>
                    <a:pt x="5597" y="612"/>
                  </a:lnTo>
                  <a:lnTo>
                    <a:pt x="5307" y="451"/>
                  </a:lnTo>
                  <a:lnTo>
                    <a:pt x="4985" y="290"/>
                  </a:lnTo>
                  <a:lnTo>
                    <a:pt x="4664" y="162"/>
                  </a:lnTo>
                  <a:lnTo>
                    <a:pt x="4342" y="97"/>
                  </a:lnTo>
                  <a:lnTo>
                    <a:pt x="3989" y="33"/>
                  </a:lnTo>
                  <a:lnTo>
                    <a:pt x="36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2500;p49">
              <a:extLst>
                <a:ext uri="{FF2B5EF4-FFF2-40B4-BE49-F238E27FC236}">
                  <a16:creationId xmlns:a16="http://schemas.microsoft.com/office/drawing/2014/main" id="{D85592B5-23A4-6F59-F852-245276E67617}"/>
                </a:ext>
              </a:extLst>
            </p:cNvPr>
            <p:cNvSpPr/>
            <p:nvPr/>
          </p:nvSpPr>
          <p:spPr>
            <a:xfrm>
              <a:off x="1727997" y="3031578"/>
              <a:ext cx="96187" cy="95746"/>
            </a:xfrm>
            <a:custGeom>
              <a:avLst/>
              <a:gdLst/>
              <a:ahLst/>
              <a:cxnLst/>
              <a:rect l="l" t="t" r="r" b="b"/>
              <a:pathLst>
                <a:path w="7205" h="7172" extrusionOk="0">
                  <a:moveTo>
                    <a:pt x="3667" y="0"/>
                  </a:moveTo>
                  <a:lnTo>
                    <a:pt x="3313" y="33"/>
                  </a:lnTo>
                  <a:lnTo>
                    <a:pt x="2959" y="65"/>
                  </a:lnTo>
                  <a:lnTo>
                    <a:pt x="2605" y="161"/>
                  </a:lnTo>
                  <a:lnTo>
                    <a:pt x="2252" y="258"/>
                  </a:lnTo>
                  <a:lnTo>
                    <a:pt x="1898" y="418"/>
                  </a:lnTo>
                  <a:lnTo>
                    <a:pt x="1608" y="611"/>
                  </a:lnTo>
                  <a:lnTo>
                    <a:pt x="1319" y="837"/>
                  </a:lnTo>
                  <a:lnTo>
                    <a:pt x="1062" y="1062"/>
                  </a:lnTo>
                  <a:lnTo>
                    <a:pt x="805" y="1319"/>
                  </a:lnTo>
                  <a:lnTo>
                    <a:pt x="612" y="1608"/>
                  </a:lnTo>
                  <a:lnTo>
                    <a:pt x="419" y="1898"/>
                  </a:lnTo>
                  <a:lnTo>
                    <a:pt x="290" y="2187"/>
                  </a:lnTo>
                  <a:lnTo>
                    <a:pt x="161" y="2541"/>
                  </a:lnTo>
                  <a:lnTo>
                    <a:pt x="65" y="2863"/>
                  </a:lnTo>
                  <a:lnTo>
                    <a:pt x="33" y="3216"/>
                  </a:lnTo>
                  <a:lnTo>
                    <a:pt x="1" y="3538"/>
                  </a:lnTo>
                  <a:lnTo>
                    <a:pt x="1" y="3892"/>
                  </a:lnTo>
                  <a:lnTo>
                    <a:pt x="65" y="4245"/>
                  </a:lnTo>
                  <a:lnTo>
                    <a:pt x="129" y="4599"/>
                  </a:lnTo>
                  <a:lnTo>
                    <a:pt x="258" y="4953"/>
                  </a:lnTo>
                  <a:lnTo>
                    <a:pt x="419" y="5275"/>
                  </a:lnTo>
                  <a:lnTo>
                    <a:pt x="612" y="5596"/>
                  </a:lnTo>
                  <a:lnTo>
                    <a:pt x="837" y="5886"/>
                  </a:lnTo>
                  <a:lnTo>
                    <a:pt x="1062" y="6143"/>
                  </a:lnTo>
                  <a:lnTo>
                    <a:pt x="1319" y="6368"/>
                  </a:lnTo>
                  <a:lnTo>
                    <a:pt x="1608" y="6561"/>
                  </a:lnTo>
                  <a:lnTo>
                    <a:pt x="1898" y="6754"/>
                  </a:lnTo>
                  <a:lnTo>
                    <a:pt x="2220" y="6915"/>
                  </a:lnTo>
                  <a:lnTo>
                    <a:pt x="2541" y="7011"/>
                  </a:lnTo>
                  <a:lnTo>
                    <a:pt x="2863" y="7108"/>
                  </a:lnTo>
                  <a:lnTo>
                    <a:pt x="3216" y="7172"/>
                  </a:lnTo>
                  <a:lnTo>
                    <a:pt x="3924" y="7172"/>
                  </a:lnTo>
                  <a:lnTo>
                    <a:pt x="4278" y="7140"/>
                  </a:lnTo>
                  <a:lnTo>
                    <a:pt x="4631" y="7043"/>
                  </a:lnTo>
                  <a:lnTo>
                    <a:pt x="4953" y="6915"/>
                  </a:lnTo>
                  <a:lnTo>
                    <a:pt x="5307" y="6754"/>
                  </a:lnTo>
                  <a:lnTo>
                    <a:pt x="5596" y="6593"/>
                  </a:lnTo>
                  <a:lnTo>
                    <a:pt x="5886" y="6368"/>
                  </a:lnTo>
                  <a:lnTo>
                    <a:pt x="6143" y="6143"/>
                  </a:lnTo>
                  <a:lnTo>
                    <a:pt x="6400" y="5886"/>
                  </a:lnTo>
                  <a:lnTo>
                    <a:pt x="6593" y="5596"/>
                  </a:lnTo>
                  <a:lnTo>
                    <a:pt x="6786" y="5307"/>
                  </a:lnTo>
                  <a:lnTo>
                    <a:pt x="6915" y="4985"/>
                  </a:lnTo>
                  <a:lnTo>
                    <a:pt x="7043" y="4663"/>
                  </a:lnTo>
                  <a:lnTo>
                    <a:pt x="7140" y="4342"/>
                  </a:lnTo>
                  <a:lnTo>
                    <a:pt x="7204" y="3988"/>
                  </a:lnTo>
                  <a:lnTo>
                    <a:pt x="7204" y="3634"/>
                  </a:lnTo>
                  <a:lnTo>
                    <a:pt x="7204" y="3281"/>
                  </a:lnTo>
                  <a:lnTo>
                    <a:pt x="7140" y="2927"/>
                  </a:lnTo>
                  <a:lnTo>
                    <a:pt x="7076" y="2605"/>
                  </a:lnTo>
                  <a:lnTo>
                    <a:pt x="6947" y="2252"/>
                  </a:lnTo>
                  <a:lnTo>
                    <a:pt x="6786" y="1898"/>
                  </a:lnTo>
                  <a:lnTo>
                    <a:pt x="6593" y="1608"/>
                  </a:lnTo>
                  <a:lnTo>
                    <a:pt x="6400" y="1319"/>
                  </a:lnTo>
                  <a:lnTo>
                    <a:pt x="6143" y="1062"/>
                  </a:lnTo>
                  <a:lnTo>
                    <a:pt x="5886" y="837"/>
                  </a:lnTo>
                  <a:lnTo>
                    <a:pt x="5628" y="611"/>
                  </a:lnTo>
                  <a:lnTo>
                    <a:pt x="5307" y="451"/>
                  </a:lnTo>
                  <a:lnTo>
                    <a:pt x="5017" y="290"/>
                  </a:lnTo>
                  <a:lnTo>
                    <a:pt x="4696" y="161"/>
                  </a:lnTo>
                  <a:lnTo>
                    <a:pt x="4342" y="97"/>
                  </a:lnTo>
                  <a:lnTo>
                    <a:pt x="3988" y="33"/>
                  </a:lnTo>
                  <a:lnTo>
                    <a:pt x="3667" y="0"/>
                  </a:lnTo>
                  <a:close/>
                </a:path>
              </a:pathLst>
            </a:custGeom>
            <a:solidFill>
              <a:srgbClr val="0080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2501;p49">
              <a:extLst>
                <a:ext uri="{FF2B5EF4-FFF2-40B4-BE49-F238E27FC236}">
                  <a16:creationId xmlns:a16="http://schemas.microsoft.com/office/drawing/2014/main" id="{727436B8-AEC3-1C0E-8FA8-0A50E48D003F}"/>
                </a:ext>
              </a:extLst>
            </p:cNvPr>
            <p:cNvSpPr/>
            <p:nvPr/>
          </p:nvSpPr>
          <p:spPr>
            <a:xfrm>
              <a:off x="1279784" y="1714827"/>
              <a:ext cx="1639180" cy="1542152"/>
            </a:xfrm>
            <a:custGeom>
              <a:avLst/>
              <a:gdLst/>
              <a:ahLst/>
              <a:cxnLst/>
              <a:rect l="l" t="t" r="r" b="b"/>
              <a:pathLst>
                <a:path w="122785" h="115517" extrusionOk="0">
                  <a:moveTo>
                    <a:pt x="87731" y="1"/>
                  </a:moveTo>
                  <a:lnTo>
                    <a:pt x="0" y="74803"/>
                  </a:lnTo>
                  <a:lnTo>
                    <a:pt x="35054" y="115517"/>
                  </a:lnTo>
                  <a:lnTo>
                    <a:pt x="122784" y="40747"/>
                  </a:lnTo>
                  <a:lnTo>
                    <a:pt x="877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2502;p49">
              <a:extLst>
                <a:ext uri="{FF2B5EF4-FFF2-40B4-BE49-F238E27FC236}">
                  <a16:creationId xmlns:a16="http://schemas.microsoft.com/office/drawing/2014/main" id="{664AAC63-3F22-E03C-15DA-74FFE789836B}"/>
                </a:ext>
              </a:extLst>
            </p:cNvPr>
            <p:cNvSpPr/>
            <p:nvPr/>
          </p:nvSpPr>
          <p:spPr>
            <a:xfrm>
              <a:off x="1469968" y="1905879"/>
              <a:ext cx="1259666" cy="1160489"/>
            </a:xfrm>
            <a:custGeom>
              <a:avLst/>
              <a:gdLst/>
              <a:ahLst/>
              <a:cxnLst/>
              <a:rect l="l" t="t" r="r" b="b"/>
              <a:pathLst>
                <a:path w="94357" h="86928" extrusionOk="0">
                  <a:moveTo>
                    <a:pt x="65799" y="1"/>
                  </a:moveTo>
                  <a:lnTo>
                    <a:pt x="53610" y="10388"/>
                  </a:lnTo>
                  <a:lnTo>
                    <a:pt x="13347" y="44702"/>
                  </a:lnTo>
                  <a:lnTo>
                    <a:pt x="1126" y="55122"/>
                  </a:lnTo>
                  <a:lnTo>
                    <a:pt x="1448" y="55508"/>
                  </a:lnTo>
                  <a:lnTo>
                    <a:pt x="1737" y="55926"/>
                  </a:lnTo>
                  <a:lnTo>
                    <a:pt x="2027" y="56344"/>
                  </a:lnTo>
                  <a:lnTo>
                    <a:pt x="2252" y="56762"/>
                  </a:lnTo>
                  <a:lnTo>
                    <a:pt x="2477" y="57212"/>
                  </a:lnTo>
                  <a:lnTo>
                    <a:pt x="2702" y="57630"/>
                  </a:lnTo>
                  <a:lnTo>
                    <a:pt x="2863" y="58080"/>
                  </a:lnTo>
                  <a:lnTo>
                    <a:pt x="3024" y="58563"/>
                  </a:lnTo>
                  <a:lnTo>
                    <a:pt x="3152" y="59013"/>
                  </a:lnTo>
                  <a:lnTo>
                    <a:pt x="3249" y="59463"/>
                  </a:lnTo>
                  <a:lnTo>
                    <a:pt x="3345" y="59946"/>
                  </a:lnTo>
                  <a:lnTo>
                    <a:pt x="3410" y="60428"/>
                  </a:lnTo>
                  <a:lnTo>
                    <a:pt x="3442" y="60878"/>
                  </a:lnTo>
                  <a:lnTo>
                    <a:pt x="3474" y="61361"/>
                  </a:lnTo>
                  <a:lnTo>
                    <a:pt x="3474" y="61843"/>
                  </a:lnTo>
                  <a:lnTo>
                    <a:pt x="3442" y="62293"/>
                  </a:lnTo>
                  <a:lnTo>
                    <a:pt x="3378" y="62776"/>
                  </a:lnTo>
                  <a:lnTo>
                    <a:pt x="3313" y="63258"/>
                  </a:lnTo>
                  <a:lnTo>
                    <a:pt x="3217" y="63708"/>
                  </a:lnTo>
                  <a:lnTo>
                    <a:pt x="3120" y="64158"/>
                  </a:lnTo>
                  <a:lnTo>
                    <a:pt x="2959" y="64609"/>
                  </a:lnTo>
                  <a:lnTo>
                    <a:pt x="2799" y="65059"/>
                  </a:lnTo>
                  <a:lnTo>
                    <a:pt x="2638" y="65509"/>
                  </a:lnTo>
                  <a:lnTo>
                    <a:pt x="2413" y="65959"/>
                  </a:lnTo>
                  <a:lnTo>
                    <a:pt x="2188" y="66377"/>
                  </a:lnTo>
                  <a:lnTo>
                    <a:pt x="1930" y="66796"/>
                  </a:lnTo>
                  <a:lnTo>
                    <a:pt x="1673" y="67181"/>
                  </a:lnTo>
                  <a:lnTo>
                    <a:pt x="1384" y="67600"/>
                  </a:lnTo>
                  <a:lnTo>
                    <a:pt x="1062" y="67953"/>
                  </a:lnTo>
                  <a:lnTo>
                    <a:pt x="740" y="68339"/>
                  </a:lnTo>
                  <a:lnTo>
                    <a:pt x="355" y="68693"/>
                  </a:lnTo>
                  <a:lnTo>
                    <a:pt x="1" y="69015"/>
                  </a:lnTo>
                  <a:lnTo>
                    <a:pt x="14569" y="85962"/>
                  </a:lnTo>
                  <a:lnTo>
                    <a:pt x="14987" y="85673"/>
                  </a:lnTo>
                  <a:lnTo>
                    <a:pt x="15373" y="85351"/>
                  </a:lnTo>
                  <a:lnTo>
                    <a:pt x="15791" y="85094"/>
                  </a:lnTo>
                  <a:lnTo>
                    <a:pt x="16209" y="84837"/>
                  </a:lnTo>
                  <a:lnTo>
                    <a:pt x="16659" y="84612"/>
                  </a:lnTo>
                  <a:lnTo>
                    <a:pt x="17077" y="84419"/>
                  </a:lnTo>
                  <a:lnTo>
                    <a:pt x="17528" y="84226"/>
                  </a:lnTo>
                  <a:lnTo>
                    <a:pt x="17978" y="84065"/>
                  </a:lnTo>
                  <a:lnTo>
                    <a:pt x="18460" y="83936"/>
                  </a:lnTo>
                  <a:lnTo>
                    <a:pt x="18910" y="83808"/>
                  </a:lnTo>
                  <a:lnTo>
                    <a:pt x="19393" y="83744"/>
                  </a:lnTo>
                  <a:lnTo>
                    <a:pt x="19843" y="83679"/>
                  </a:lnTo>
                  <a:lnTo>
                    <a:pt x="20325" y="83615"/>
                  </a:lnTo>
                  <a:lnTo>
                    <a:pt x="20808" y="83583"/>
                  </a:lnTo>
                  <a:lnTo>
                    <a:pt x="21258" y="83583"/>
                  </a:lnTo>
                  <a:lnTo>
                    <a:pt x="21740" y="83615"/>
                  </a:lnTo>
                  <a:lnTo>
                    <a:pt x="22223" y="83647"/>
                  </a:lnTo>
                  <a:lnTo>
                    <a:pt x="22673" y="83711"/>
                  </a:lnTo>
                  <a:lnTo>
                    <a:pt x="23155" y="83808"/>
                  </a:lnTo>
                  <a:lnTo>
                    <a:pt x="23606" y="83936"/>
                  </a:lnTo>
                  <a:lnTo>
                    <a:pt x="24056" y="84065"/>
                  </a:lnTo>
                  <a:lnTo>
                    <a:pt x="24506" y="84194"/>
                  </a:lnTo>
                  <a:lnTo>
                    <a:pt x="24956" y="84387"/>
                  </a:lnTo>
                  <a:lnTo>
                    <a:pt x="25407" y="84580"/>
                  </a:lnTo>
                  <a:lnTo>
                    <a:pt x="25825" y="84805"/>
                  </a:lnTo>
                  <a:lnTo>
                    <a:pt x="26243" y="85030"/>
                  </a:lnTo>
                  <a:lnTo>
                    <a:pt x="26661" y="85287"/>
                  </a:lnTo>
                  <a:lnTo>
                    <a:pt x="27047" y="85577"/>
                  </a:lnTo>
                  <a:lnTo>
                    <a:pt x="27433" y="85898"/>
                  </a:lnTo>
                  <a:lnTo>
                    <a:pt x="27786" y="86220"/>
                  </a:lnTo>
                  <a:lnTo>
                    <a:pt x="28172" y="86574"/>
                  </a:lnTo>
                  <a:lnTo>
                    <a:pt x="28494" y="86927"/>
                  </a:lnTo>
                  <a:lnTo>
                    <a:pt x="40714" y="76508"/>
                  </a:lnTo>
                  <a:lnTo>
                    <a:pt x="80978" y="42194"/>
                  </a:lnTo>
                  <a:lnTo>
                    <a:pt x="93166" y="31806"/>
                  </a:lnTo>
                  <a:lnTo>
                    <a:pt x="92877" y="31420"/>
                  </a:lnTo>
                  <a:lnTo>
                    <a:pt x="92587" y="31002"/>
                  </a:lnTo>
                  <a:lnTo>
                    <a:pt x="92298" y="30584"/>
                  </a:lnTo>
                  <a:lnTo>
                    <a:pt x="92073" y="30166"/>
                  </a:lnTo>
                  <a:lnTo>
                    <a:pt x="91848" y="29716"/>
                  </a:lnTo>
                  <a:lnTo>
                    <a:pt x="91655" y="29266"/>
                  </a:lnTo>
                  <a:lnTo>
                    <a:pt x="91462" y="28848"/>
                  </a:lnTo>
                  <a:lnTo>
                    <a:pt x="91333" y="28365"/>
                  </a:lnTo>
                  <a:lnTo>
                    <a:pt x="91205" y="27915"/>
                  </a:lnTo>
                  <a:lnTo>
                    <a:pt x="91076" y="27465"/>
                  </a:lnTo>
                  <a:lnTo>
                    <a:pt x="91012" y="26982"/>
                  </a:lnTo>
                  <a:lnTo>
                    <a:pt x="90947" y="26532"/>
                  </a:lnTo>
                  <a:lnTo>
                    <a:pt x="90915" y="26050"/>
                  </a:lnTo>
                  <a:lnTo>
                    <a:pt x="90883" y="25567"/>
                  </a:lnTo>
                  <a:lnTo>
                    <a:pt x="90883" y="25117"/>
                  </a:lnTo>
                  <a:lnTo>
                    <a:pt x="90915" y="24635"/>
                  </a:lnTo>
                  <a:lnTo>
                    <a:pt x="90979" y="24184"/>
                  </a:lnTo>
                  <a:lnTo>
                    <a:pt x="91044" y="23702"/>
                  </a:lnTo>
                  <a:lnTo>
                    <a:pt x="91140" y="23252"/>
                  </a:lnTo>
                  <a:lnTo>
                    <a:pt x="91269" y="22802"/>
                  </a:lnTo>
                  <a:lnTo>
                    <a:pt x="91398" y="22351"/>
                  </a:lnTo>
                  <a:lnTo>
                    <a:pt x="91558" y="21901"/>
                  </a:lnTo>
                  <a:lnTo>
                    <a:pt x="91751" y="21451"/>
                  </a:lnTo>
                  <a:lnTo>
                    <a:pt x="91944" y="21033"/>
                  </a:lnTo>
                  <a:lnTo>
                    <a:pt x="92169" y="20615"/>
                  </a:lnTo>
                  <a:lnTo>
                    <a:pt x="92427" y="20197"/>
                  </a:lnTo>
                  <a:lnTo>
                    <a:pt x="92716" y="19779"/>
                  </a:lnTo>
                  <a:lnTo>
                    <a:pt x="93005" y="19393"/>
                  </a:lnTo>
                  <a:lnTo>
                    <a:pt x="93295" y="19007"/>
                  </a:lnTo>
                  <a:lnTo>
                    <a:pt x="93649" y="18653"/>
                  </a:lnTo>
                  <a:lnTo>
                    <a:pt x="94002" y="18299"/>
                  </a:lnTo>
                  <a:lnTo>
                    <a:pt x="94356" y="17946"/>
                  </a:lnTo>
                  <a:lnTo>
                    <a:pt x="79788" y="998"/>
                  </a:lnTo>
                  <a:lnTo>
                    <a:pt x="79402" y="1319"/>
                  </a:lnTo>
                  <a:lnTo>
                    <a:pt x="78984" y="1641"/>
                  </a:lnTo>
                  <a:lnTo>
                    <a:pt x="78566" y="1898"/>
                  </a:lnTo>
                  <a:lnTo>
                    <a:pt x="78148" y="2155"/>
                  </a:lnTo>
                  <a:lnTo>
                    <a:pt x="77698" y="2380"/>
                  </a:lnTo>
                  <a:lnTo>
                    <a:pt x="77247" y="2573"/>
                  </a:lnTo>
                  <a:lnTo>
                    <a:pt x="76797" y="2766"/>
                  </a:lnTo>
                  <a:lnTo>
                    <a:pt x="76347" y="2927"/>
                  </a:lnTo>
                  <a:lnTo>
                    <a:pt x="75897" y="3056"/>
                  </a:lnTo>
                  <a:lnTo>
                    <a:pt x="75414" y="3184"/>
                  </a:lnTo>
                  <a:lnTo>
                    <a:pt x="74964" y="3249"/>
                  </a:lnTo>
                  <a:lnTo>
                    <a:pt x="74482" y="3313"/>
                  </a:lnTo>
                  <a:lnTo>
                    <a:pt x="73999" y="3377"/>
                  </a:lnTo>
                  <a:lnTo>
                    <a:pt x="72584" y="3377"/>
                  </a:lnTo>
                  <a:lnTo>
                    <a:pt x="72102" y="3313"/>
                  </a:lnTo>
                  <a:lnTo>
                    <a:pt x="71652" y="3249"/>
                  </a:lnTo>
                  <a:lnTo>
                    <a:pt x="71169" y="3152"/>
                  </a:lnTo>
                  <a:lnTo>
                    <a:pt x="70719" y="3056"/>
                  </a:lnTo>
                  <a:lnTo>
                    <a:pt x="70237" y="2927"/>
                  </a:lnTo>
                  <a:lnTo>
                    <a:pt x="69786" y="2766"/>
                  </a:lnTo>
                  <a:lnTo>
                    <a:pt x="69336" y="2573"/>
                  </a:lnTo>
                  <a:lnTo>
                    <a:pt x="68918" y="2380"/>
                  </a:lnTo>
                  <a:lnTo>
                    <a:pt x="68500" y="2155"/>
                  </a:lnTo>
                  <a:lnTo>
                    <a:pt x="68082" y="1930"/>
                  </a:lnTo>
                  <a:lnTo>
                    <a:pt x="67664" y="1641"/>
                  </a:lnTo>
                  <a:lnTo>
                    <a:pt x="67246" y="1351"/>
                  </a:lnTo>
                  <a:lnTo>
                    <a:pt x="66860" y="1062"/>
                  </a:lnTo>
                  <a:lnTo>
                    <a:pt x="66506" y="708"/>
                  </a:lnTo>
                  <a:lnTo>
                    <a:pt x="66152" y="387"/>
                  </a:lnTo>
                  <a:lnTo>
                    <a:pt x="657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2503;p49">
              <a:extLst>
                <a:ext uri="{FF2B5EF4-FFF2-40B4-BE49-F238E27FC236}">
                  <a16:creationId xmlns:a16="http://schemas.microsoft.com/office/drawing/2014/main" id="{2CC564F4-D6FD-BC15-5476-7ED5F6B07FBB}"/>
                </a:ext>
              </a:extLst>
            </p:cNvPr>
            <p:cNvSpPr/>
            <p:nvPr/>
          </p:nvSpPr>
          <p:spPr>
            <a:xfrm>
              <a:off x="1837907" y="2250202"/>
              <a:ext cx="496740" cy="494164"/>
            </a:xfrm>
            <a:custGeom>
              <a:avLst/>
              <a:gdLst/>
              <a:ahLst/>
              <a:cxnLst/>
              <a:rect l="l" t="t" r="r" b="b"/>
              <a:pathLst>
                <a:path w="37209" h="37016" extrusionOk="0">
                  <a:moveTo>
                    <a:pt x="18267" y="0"/>
                  </a:moveTo>
                  <a:lnTo>
                    <a:pt x="17366" y="33"/>
                  </a:lnTo>
                  <a:lnTo>
                    <a:pt x="16466" y="97"/>
                  </a:lnTo>
                  <a:lnTo>
                    <a:pt x="15565" y="226"/>
                  </a:lnTo>
                  <a:lnTo>
                    <a:pt x="14697" y="386"/>
                  </a:lnTo>
                  <a:lnTo>
                    <a:pt x="13829" y="611"/>
                  </a:lnTo>
                  <a:lnTo>
                    <a:pt x="12960" y="869"/>
                  </a:lnTo>
                  <a:lnTo>
                    <a:pt x="12092" y="1158"/>
                  </a:lnTo>
                  <a:lnTo>
                    <a:pt x="11256" y="1480"/>
                  </a:lnTo>
                  <a:lnTo>
                    <a:pt x="10420" y="1866"/>
                  </a:lnTo>
                  <a:lnTo>
                    <a:pt x="9584" y="2316"/>
                  </a:lnTo>
                  <a:lnTo>
                    <a:pt x="8780" y="2766"/>
                  </a:lnTo>
                  <a:lnTo>
                    <a:pt x="8008" y="3281"/>
                  </a:lnTo>
                  <a:lnTo>
                    <a:pt x="7236" y="3827"/>
                  </a:lnTo>
                  <a:lnTo>
                    <a:pt x="6496" y="4438"/>
                  </a:lnTo>
                  <a:lnTo>
                    <a:pt x="5789" y="5082"/>
                  </a:lnTo>
                  <a:lnTo>
                    <a:pt x="5114" y="5757"/>
                  </a:lnTo>
                  <a:lnTo>
                    <a:pt x="4470" y="6432"/>
                  </a:lnTo>
                  <a:lnTo>
                    <a:pt x="3892" y="7172"/>
                  </a:lnTo>
                  <a:lnTo>
                    <a:pt x="3345" y="7912"/>
                  </a:lnTo>
                  <a:lnTo>
                    <a:pt x="2830" y="8651"/>
                  </a:lnTo>
                  <a:lnTo>
                    <a:pt x="2380" y="9455"/>
                  </a:lnTo>
                  <a:lnTo>
                    <a:pt x="1962" y="10227"/>
                  </a:lnTo>
                  <a:lnTo>
                    <a:pt x="1576" y="11063"/>
                  </a:lnTo>
                  <a:lnTo>
                    <a:pt x="1222" y="11899"/>
                  </a:lnTo>
                  <a:lnTo>
                    <a:pt x="933" y="12736"/>
                  </a:lnTo>
                  <a:lnTo>
                    <a:pt x="676" y="13572"/>
                  </a:lnTo>
                  <a:lnTo>
                    <a:pt x="451" y="14440"/>
                  </a:lnTo>
                  <a:lnTo>
                    <a:pt x="258" y="15308"/>
                  </a:lnTo>
                  <a:lnTo>
                    <a:pt x="129" y="16209"/>
                  </a:lnTo>
                  <a:lnTo>
                    <a:pt x="65" y="17077"/>
                  </a:lnTo>
                  <a:lnTo>
                    <a:pt x="0" y="17977"/>
                  </a:lnTo>
                  <a:lnTo>
                    <a:pt x="0" y="18846"/>
                  </a:lnTo>
                  <a:lnTo>
                    <a:pt x="32" y="19746"/>
                  </a:lnTo>
                  <a:lnTo>
                    <a:pt x="129" y="20647"/>
                  </a:lnTo>
                  <a:lnTo>
                    <a:pt x="225" y="21515"/>
                  </a:lnTo>
                  <a:lnTo>
                    <a:pt x="418" y="22383"/>
                  </a:lnTo>
                  <a:lnTo>
                    <a:pt x="611" y="23284"/>
                  </a:lnTo>
                  <a:lnTo>
                    <a:pt x="869" y="24152"/>
                  </a:lnTo>
                  <a:lnTo>
                    <a:pt x="1158" y="24988"/>
                  </a:lnTo>
                  <a:lnTo>
                    <a:pt x="1512" y="25824"/>
                  </a:lnTo>
                  <a:lnTo>
                    <a:pt x="1898" y="26661"/>
                  </a:lnTo>
                  <a:lnTo>
                    <a:pt x="2316" y="27464"/>
                  </a:lnTo>
                  <a:lnTo>
                    <a:pt x="2798" y="28268"/>
                  </a:lnTo>
                  <a:lnTo>
                    <a:pt x="3313" y="29072"/>
                  </a:lnTo>
                  <a:lnTo>
                    <a:pt x="3859" y="29812"/>
                  </a:lnTo>
                  <a:lnTo>
                    <a:pt x="4470" y="30552"/>
                  </a:lnTo>
                  <a:lnTo>
                    <a:pt x="5114" y="31259"/>
                  </a:lnTo>
                  <a:lnTo>
                    <a:pt x="5789" y="31935"/>
                  </a:lnTo>
                  <a:lnTo>
                    <a:pt x="6464" y="32546"/>
                  </a:lnTo>
                  <a:lnTo>
                    <a:pt x="7204" y="33157"/>
                  </a:lnTo>
                  <a:lnTo>
                    <a:pt x="7944" y="33703"/>
                  </a:lnTo>
                  <a:lnTo>
                    <a:pt x="8715" y="34186"/>
                  </a:lnTo>
                  <a:lnTo>
                    <a:pt x="9487" y="34668"/>
                  </a:lnTo>
                  <a:lnTo>
                    <a:pt x="10291" y="35086"/>
                  </a:lnTo>
                  <a:lnTo>
                    <a:pt x="11127" y="35472"/>
                  </a:lnTo>
                  <a:lnTo>
                    <a:pt x="11931" y="35794"/>
                  </a:lnTo>
                  <a:lnTo>
                    <a:pt x="12800" y="36115"/>
                  </a:lnTo>
                  <a:lnTo>
                    <a:pt x="13668" y="36373"/>
                  </a:lnTo>
                  <a:lnTo>
                    <a:pt x="14536" y="36566"/>
                  </a:lnTo>
                  <a:lnTo>
                    <a:pt x="15405" y="36759"/>
                  </a:lnTo>
                  <a:lnTo>
                    <a:pt x="16273" y="36887"/>
                  </a:lnTo>
                  <a:lnTo>
                    <a:pt x="17173" y="36984"/>
                  </a:lnTo>
                  <a:lnTo>
                    <a:pt x="18074" y="37016"/>
                  </a:lnTo>
                  <a:lnTo>
                    <a:pt x="18942" y="37016"/>
                  </a:lnTo>
                  <a:lnTo>
                    <a:pt x="19843" y="36984"/>
                  </a:lnTo>
                  <a:lnTo>
                    <a:pt x="20743" y="36919"/>
                  </a:lnTo>
                  <a:lnTo>
                    <a:pt x="21644" y="36791"/>
                  </a:lnTo>
                  <a:lnTo>
                    <a:pt x="22512" y="36630"/>
                  </a:lnTo>
                  <a:lnTo>
                    <a:pt x="23380" y="36405"/>
                  </a:lnTo>
                  <a:lnTo>
                    <a:pt x="24248" y="36147"/>
                  </a:lnTo>
                  <a:lnTo>
                    <a:pt x="25117" y="35858"/>
                  </a:lnTo>
                  <a:lnTo>
                    <a:pt x="25953" y="35536"/>
                  </a:lnTo>
                  <a:lnTo>
                    <a:pt x="26789" y="35151"/>
                  </a:lnTo>
                  <a:lnTo>
                    <a:pt x="27625" y="34732"/>
                  </a:lnTo>
                  <a:lnTo>
                    <a:pt x="28429" y="34250"/>
                  </a:lnTo>
                  <a:lnTo>
                    <a:pt x="29201" y="33736"/>
                  </a:lnTo>
                  <a:lnTo>
                    <a:pt x="29973" y="33189"/>
                  </a:lnTo>
                  <a:lnTo>
                    <a:pt x="30712" y="32578"/>
                  </a:lnTo>
                  <a:lnTo>
                    <a:pt x="31420" y="31935"/>
                  </a:lnTo>
                  <a:lnTo>
                    <a:pt x="32095" y="31259"/>
                  </a:lnTo>
                  <a:lnTo>
                    <a:pt x="32706" y="30584"/>
                  </a:lnTo>
                  <a:lnTo>
                    <a:pt x="33317" y="29876"/>
                  </a:lnTo>
                  <a:lnTo>
                    <a:pt x="33864" y="29137"/>
                  </a:lnTo>
                  <a:lnTo>
                    <a:pt x="34379" y="28365"/>
                  </a:lnTo>
                  <a:lnTo>
                    <a:pt x="34829" y="27593"/>
                  </a:lnTo>
                  <a:lnTo>
                    <a:pt x="35247" y="26789"/>
                  </a:lnTo>
                  <a:lnTo>
                    <a:pt x="35633" y="25953"/>
                  </a:lnTo>
                  <a:lnTo>
                    <a:pt x="35987" y="25149"/>
                  </a:lnTo>
                  <a:lnTo>
                    <a:pt x="36276" y="24281"/>
                  </a:lnTo>
                  <a:lnTo>
                    <a:pt x="36533" y="23445"/>
                  </a:lnTo>
                  <a:lnTo>
                    <a:pt x="36758" y="22576"/>
                  </a:lnTo>
                  <a:lnTo>
                    <a:pt x="36951" y="21708"/>
                  </a:lnTo>
                  <a:lnTo>
                    <a:pt x="37080" y="20808"/>
                  </a:lnTo>
                  <a:lnTo>
                    <a:pt x="37144" y="19939"/>
                  </a:lnTo>
                  <a:lnTo>
                    <a:pt x="37209" y="19039"/>
                  </a:lnTo>
                  <a:lnTo>
                    <a:pt x="37209" y="18170"/>
                  </a:lnTo>
                  <a:lnTo>
                    <a:pt x="37176" y="17270"/>
                  </a:lnTo>
                  <a:lnTo>
                    <a:pt x="37080" y="16370"/>
                  </a:lnTo>
                  <a:lnTo>
                    <a:pt x="36983" y="15501"/>
                  </a:lnTo>
                  <a:lnTo>
                    <a:pt x="36791" y="14633"/>
                  </a:lnTo>
                  <a:lnTo>
                    <a:pt x="36598" y="13765"/>
                  </a:lnTo>
                  <a:lnTo>
                    <a:pt x="36340" y="12896"/>
                  </a:lnTo>
                  <a:lnTo>
                    <a:pt x="36051" y="12028"/>
                  </a:lnTo>
                  <a:lnTo>
                    <a:pt x="35697" y="11192"/>
                  </a:lnTo>
                  <a:lnTo>
                    <a:pt x="35311" y="10356"/>
                  </a:lnTo>
                  <a:lnTo>
                    <a:pt x="34893" y="9552"/>
                  </a:lnTo>
                  <a:lnTo>
                    <a:pt x="34411" y="8748"/>
                  </a:lnTo>
                  <a:lnTo>
                    <a:pt x="33896" y="7976"/>
                  </a:lnTo>
                  <a:lnTo>
                    <a:pt x="33349" y="7204"/>
                  </a:lnTo>
                  <a:lnTo>
                    <a:pt x="32738" y="6464"/>
                  </a:lnTo>
                  <a:lnTo>
                    <a:pt x="32095" y="5757"/>
                  </a:lnTo>
                  <a:lnTo>
                    <a:pt x="31420" y="5082"/>
                  </a:lnTo>
                  <a:lnTo>
                    <a:pt x="30745" y="4471"/>
                  </a:lnTo>
                  <a:lnTo>
                    <a:pt x="30005" y="3860"/>
                  </a:lnTo>
                  <a:lnTo>
                    <a:pt x="29265" y="3313"/>
                  </a:lnTo>
                  <a:lnTo>
                    <a:pt x="28493" y="2830"/>
                  </a:lnTo>
                  <a:lnTo>
                    <a:pt x="27722" y="2348"/>
                  </a:lnTo>
                  <a:lnTo>
                    <a:pt x="26918" y="1930"/>
                  </a:lnTo>
                  <a:lnTo>
                    <a:pt x="26081" y="1544"/>
                  </a:lnTo>
                  <a:lnTo>
                    <a:pt x="25245" y="1222"/>
                  </a:lnTo>
                  <a:lnTo>
                    <a:pt x="24409" y="901"/>
                  </a:lnTo>
                  <a:lnTo>
                    <a:pt x="23541" y="644"/>
                  </a:lnTo>
                  <a:lnTo>
                    <a:pt x="22673" y="451"/>
                  </a:lnTo>
                  <a:lnTo>
                    <a:pt x="21804" y="258"/>
                  </a:lnTo>
                  <a:lnTo>
                    <a:pt x="20936" y="129"/>
                  </a:lnTo>
                  <a:lnTo>
                    <a:pt x="20036" y="33"/>
                  </a:lnTo>
                  <a:lnTo>
                    <a:pt x="191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2504;p49">
              <a:extLst>
                <a:ext uri="{FF2B5EF4-FFF2-40B4-BE49-F238E27FC236}">
                  <a16:creationId xmlns:a16="http://schemas.microsoft.com/office/drawing/2014/main" id="{E733A6C1-8A89-5E98-F565-85EFBC6EB959}"/>
                </a:ext>
              </a:extLst>
            </p:cNvPr>
            <p:cNvSpPr/>
            <p:nvPr/>
          </p:nvSpPr>
          <p:spPr>
            <a:xfrm>
              <a:off x="2476318" y="2061300"/>
              <a:ext cx="96173" cy="96187"/>
            </a:xfrm>
            <a:custGeom>
              <a:avLst/>
              <a:gdLst/>
              <a:ahLst/>
              <a:cxnLst/>
              <a:rect l="l" t="t" r="r" b="b"/>
              <a:pathLst>
                <a:path w="7204" h="7205" extrusionOk="0">
                  <a:moveTo>
                    <a:pt x="3538" y="0"/>
                  </a:moveTo>
                  <a:lnTo>
                    <a:pt x="3184" y="33"/>
                  </a:lnTo>
                  <a:lnTo>
                    <a:pt x="2830" y="97"/>
                  </a:lnTo>
                  <a:lnTo>
                    <a:pt x="2509" y="193"/>
                  </a:lnTo>
                  <a:lnTo>
                    <a:pt x="2187" y="322"/>
                  </a:lnTo>
                  <a:lnTo>
                    <a:pt x="1865" y="451"/>
                  </a:lnTo>
                  <a:lnTo>
                    <a:pt x="1544" y="644"/>
                  </a:lnTo>
                  <a:lnTo>
                    <a:pt x="1254" y="869"/>
                  </a:lnTo>
                  <a:lnTo>
                    <a:pt x="997" y="1126"/>
                  </a:lnTo>
                  <a:lnTo>
                    <a:pt x="740" y="1415"/>
                  </a:lnTo>
                  <a:lnTo>
                    <a:pt x="547" y="1705"/>
                  </a:lnTo>
                  <a:lnTo>
                    <a:pt x="386" y="1994"/>
                  </a:lnTo>
                  <a:lnTo>
                    <a:pt x="225" y="2316"/>
                  </a:lnTo>
                  <a:lnTo>
                    <a:pt x="129" y="2637"/>
                  </a:lnTo>
                  <a:lnTo>
                    <a:pt x="32" y="2991"/>
                  </a:lnTo>
                  <a:lnTo>
                    <a:pt x="0" y="3313"/>
                  </a:lnTo>
                  <a:lnTo>
                    <a:pt x="0" y="3667"/>
                  </a:lnTo>
                  <a:lnTo>
                    <a:pt x="32" y="4020"/>
                  </a:lnTo>
                  <a:lnTo>
                    <a:pt x="64" y="4342"/>
                  </a:lnTo>
                  <a:lnTo>
                    <a:pt x="161" y="4696"/>
                  </a:lnTo>
                  <a:lnTo>
                    <a:pt x="290" y="5017"/>
                  </a:lnTo>
                  <a:lnTo>
                    <a:pt x="450" y="5339"/>
                  </a:lnTo>
                  <a:lnTo>
                    <a:pt x="643" y="5660"/>
                  </a:lnTo>
                  <a:lnTo>
                    <a:pt x="868" y="5950"/>
                  </a:lnTo>
                  <a:lnTo>
                    <a:pt x="1126" y="6207"/>
                  </a:lnTo>
                  <a:lnTo>
                    <a:pt x="1383" y="6432"/>
                  </a:lnTo>
                  <a:lnTo>
                    <a:pt x="1672" y="6657"/>
                  </a:lnTo>
                  <a:lnTo>
                    <a:pt x="1994" y="6818"/>
                  </a:lnTo>
                  <a:lnTo>
                    <a:pt x="2316" y="6947"/>
                  </a:lnTo>
                  <a:lnTo>
                    <a:pt x="2637" y="7075"/>
                  </a:lnTo>
                  <a:lnTo>
                    <a:pt x="2991" y="7140"/>
                  </a:lnTo>
                  <a:lnTo>
                    <a:pt x="3313" y="7172"/>
                  </a:lnTo>
                  <a:lnTo>
                    <a:pt x="3666" y="7204"/>
                  </a:lnTo>
                  <a:lnTo>
                    <a:pt x="4020" y="7172"/>
                  </a:lnTo>
                  <a:lnTo>
                    <a:pt x="4342" y="7108"/>
                  </a:lnTo>
                  <a:lnTo>
                    <a:pt x="4695" y="7011"/>
                  </a:lnTo>
                  <a:lnTo>
                    <a:pt x="5017" y="6915"/>
                  </a:lnTo>
                  <a:lnTo>
                    <a:pt x="5339" y="6754"/>
                  </a:lnTo>
                  <a:lnTo>
                    <a:pt x="5660" y="6561"/>
                  </a:lnTo>
                  <a:lnTo>
                    <a:pt x="5950" y="6336"/>
                  </a:lnTo>
                  <a:lnTo>
                    <a:pt x="6207" y="6078"/>
                  </a:lnTo>
                  <a:lnTo>
                    <a:pt x="6464" y="5789"/>
                  </a:lnTo>
                  <a:lnTo>
                    <a:pt x="6657" y="5500"/>
                  </a:lnTo>
                  <a:lnTo>
                    <a:pt x="6818" y="5210"/>
                  </a:lnTo>
                  <a:lnTo>
                    <a:pt x="6979" y="4889"/>
                  </a:lnTo>
                  <a:lnTo>
                    <a:pt x="7075" y="4567"/>
                  </a:lnTo>
                  <a:lnTo>
                    <a:pt x="7140" y="4213"/>
                  </a:lnTo>
                  <a:lnTo>
                    <a:pt x="7204" y="3892"/>
                  </a:lnTo>
                  <a:lnTo>
                    <a:pt x="7204" y="3538"/>
                  </a:lnTo>
                  <a:lnTo>
                    <a:pt x="7172" y="3184"/>
                  </a:lnTo>
                  <a:lnTo>
                    <a:pt x="7140" y="2863"/>
                  </a:lnTo>
                  <a:lnTo>
                    <a:pt x="7043" y="2509"/>
                  </a:lnTo>
                  <a:lnTo>
                    <a:pt x="6914" y="2187"/>
                  </a:lnTo>
                  <a:lnTo>
                    <a:pt x="6754" y="1866"/>
                  </a:lnTo>
                  <a:lnTo>
                    <a:pt x="6561" y="1544"/>
                  </a:lnTo>
                  <a:lnTo>
                    <a:pt x="6336" y="1255"/>
                  </a:lnTo>
                  <a:lnTo>
                    <a:pt x="6078" y="997"/>
                  </a:lnTo>
                  <a:lnTo>
                    <a:pt x="5821" y="772"/>
                  </a:lnTo>
                  <a:lnTo>
                    <a:pt x="5532" y="579"/>
                  </a:lnTo>
                  <a:lnTo>
                    <a:pt x="5210" y="386"/>
                  </a:lnTo>
                  <a:lnTo>
                    <a:pt x="4888" y="258"/>
                  </a:lnTo>
                  <a:lnTo>
                    <a:pt x="4567" y="129"/>
                  </a:lnTo>
                  <a:lnTo>
                    <a:pt x="4213" y="65"/>
                  </a:lnTo>
                  <a:lnTo>
                    <a:pt x="3891" y="33"/>
                  </a:lnTo>
                  <a:lnTo>
                    <a:pt x="353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2505;p49">
              <a:extLst>
                <a:ext uri="{FF2B5EF4-FFF2-40B4-BE49-F238E27FC236}">
                  <a16:creationId xmlns:a16="http://schemas.microsoft.com/office/drawing/2014/main" id="{6D5283B3-5D18-7578-9C18-A47C3F029A97}"/>
                </a:ext>
              </a:extLst>
            </p:cNvPr>
            <p:cNvSpPr/>
            <p:nvPr/>
          </p:nvSpPr>
          <p:spPr>
            <a:xfrm>
              <a:off x="1589757" y="2817337"/>
              <a:ext cx="96173" cy="95760"/>
            </a:xfrm>
            <a:custGeom>
              <a:avLst/>
              <a:gdLst/>
              <a:ahLst/>
              <a:cxnLst/>
              <a:rect l="l" t="t" r="r" b="b"/>
              <a:pathLst>
                <a:path w="7204" h="7173" extrusionOk="0">
                  <a:moveTo>
                    <a:pt x="3538" y="1"/>
                  </a:moveTo>
                  <a:lnTo>
                    <a:pt x="3184" y="33"/>
                  </a:lnTo>
                  <a:lnTo>
                    <a:pt x="2830" y="65"/>
                  </a:lnTo>
                  <a:lnTo>
                    <a:pt x="2509" y="162"/>
                  </a:lnTo>
                  <a:lnTo>
                    <a:pt x="2155" y="290"/>
                  </a:lnTo>
                  <a:lnTo>
                    <a:pt x="1833" y="451"/>
                  </a:lnTo>
                  <a:lnTo>
                    <a:pt x="1544" y="644"/>
                  </a:lnTo>
                  <a:lnTo>
                    <a:pt x="1254" y="869"/>
                  </a:lnTo>
                  <a:lnTo>
                    <a:pt x="965" y="1126"/>
                  </a:lnTo>
                  <a:lnTo>
                    <a:pt x="740" y="1384"/>
                  </a:lnTo>
                  <a:lnTo>
                    <a:pt x="547" y="1673"/>
                  </a:lnTo>
                  <a:lnTo>
                    <a:pt x="354" y="1995"/>
                  </a:lnTo>
                  <a:lnTo>
                    <a:pt x="225" y="2316"/>
                  </a:lnTo>
                  <a:lnTo>
                    <a:pt x="129" y="2638"/>
                  </a:lnTo>
                  <a:lnTo>
                    <a:pt x="32" y="2960"/>
                  </a:lnTo>
                  <a:lnTo>
                    <a:pt x="0" y="3313"/>
                  </a:lnTo>
                  <a:lnTo>
                    <a:pt x="0" y="3667"/>
                  </a:lnTo>
                  <a:lnTo>
                    <a:pt x="0" y="3989"/>
                  </a:lnTo>
                  <a:lnTo>
                    <a:pt x="65" y="4342"/>
                  </a:lnTo>
                  <a:lnTo>
                    <a:pt x="161" y="4664"/>
                  </a:lnTo>
                  <a:lnTo>
                    <a:pt x="290" y="5018"/>
                  </a:lnTo>
                  <a:lnTo>
                    <a:pt x="418" y="5339"/>
                  </a:lnTo>
                  <a:lnTo>
                    <a:pt x="611" y="5629"/>
                  </a:lnTo>
                  <a:lnTo>
                    <a:pt x="836" y="5918"/>
                  </a:lnTo>
                  <a:lnTo>
                    <a:pt x="1094" y="6175"/>
                  </a:lnTo>
                  <a:lnTo>
                    <a:pt x="1383" y="6433"/>
                  </a:lnTo>
                  <a:lnTo>
                    <a:pt x="1673" y="6626"/>
                  </a:lnTo>
                  <a:lnTo>
                    <a:pt x="1994" y="6786"/>
                  </a:lnTo>
                  <a:lnTo>
                    <a:pt x="2316" y="6947"/>
                  </a:lnTo>
                  <a:lnTo>
                    <a:pt x="2637" y="7044"/>
                  </a:lnTo>
                  <a:lnTo>
                    <a:pt x="2959" y="7108"/>
                  </a:lnTo>
                  <a:lnTo>
                    <a:pt x="3313" y="7172"/>
                  </a:lnTo>
                  <a:lnTo>
                    <a:pt x="3666" y="7172"/>
                  </a:lnTo>
                  <a:lnTo>
                    <a:pt x="3988" y="7140"/>
                  </a:lnTo>
                  <a:lnTo>
                    <a:pt x="4342" y="7108"/>
                  </a:lnTo>
                  <a:lnTo>
                    <a:pt x="4695" y="7012"/>
                  </a:lnTo>
                  <a:lnTo>
                    <a:pt x="5017" y="6883"/>
                  </a:lnTo>
                  <a:lnTo>
                    <a:pt x="5339" y="6722"/>
                  </a:lnTo>
                  <a:lnTo>
                    <a:pt x="5628" y="6529"/>
                  </a:lnTo>
                  <a:lnTo>
                    <a:pt x="5950" y="6304"/>
                  </a:lnTo>
                  <a:lnTo>
                    <a:pt x="6207" y="6047"/>
                  </a:lnTo>
                  <a:lnTo>
                    <a:pt x="6432" y="5790"/>
                  </a:lnTo>
                  <a:lnTo>
                    <a:pt x="6657" y="5500"/>
                  </a:lnTo>
                  <a:lnTo>
                    <a:pt x="6818" y="5179"/>
                  </a:lnTo>
                  <a:lnTo>
                    <a:pt x="6947" y="4857"/>
                  </a:lnTo>
                  <a:lnTo>
                    <a:pt x="7075" y="4535"/>
                  </a:lnTo>
                  <a:lnTo>
                    <a:pt x="7140" y="4214"/>
                  </a:lnTo>
                  <a:lnTo>
                    <a:pt x="7172" y="3860"/>
                  </a:lnTo>
                  <a:lnTo>
                    <a:pt x="7204" y="3506"/>
                  </a:lnTo>
                  <a:lnTo>
                    <a:pt x="7172" y="3185"/>
                  </a:lnTo>
                  <a:lnTo>
                    <a:pt x="7107" y="2831"/>
                  </a:lnTo>
                  <a:lnTo>
                    <a:pt x="7011" y="2509"/>
                  </a:lnTo>
                  <a:lnTo>
                    <a:pt x="6914" y="2156"/>
                  </a:lnTo>
                  <a:lnTo>
                    <a:pt x="6754" y="1866"/>
                  </a:lnTo>
                  <a:lnTo>
                    <a:pt x="6561" y="1545"/>
                  </a:lnTo>
                  <a:lnTo>
                    <a:pt x="6336" y="1255"/>
                  </a:lnTo>
                  <a:lnTo>
                    <a:pt x="6078" y="998"/>
                  </a:lnTo>
                  <a:lnTo>
                    <a:pt x="5789" y="741"/>
                  </a:lnTo>
                  <a:lnTo>
                    <a:pt x="5499" y="548"/>
                  </a:lnTo>
                  <a:lnTo>
                    <a:pt x="5210" y="387"/>
                  </a:lnTo>
                  <a:lnTo>
                    <a:pt x="4888" y="226"/>
                  </a:lnTo>
                  <a:lnTo>
                    <a:pt x="4535" y="130"/>
                  </a:lnTo>
                  <a:lnTo>
                    <a:pt x="4213" y="65"/>
                  </a:lnTo>
                  <a:lnTo>
                    <a:pt x="3859" y="1"/>
                  </a:lnTo>
                  <a:close/>
                </a:path>
              </a:pathLst>
            </a:custGeom>
            <a:solidFill>
              <a:srgbClr val="F053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2506;p49">
              <a:extLst>
                <a:ext uri="{FF2B5EF4-FFF2-40B4-BE49-F238E27FC236}">
                  <a16:creationId xmlns:a16="http://schemas.microsoft.com/office/drawing/2014/main" id="{50044F52-5FD8-D082-2CBA-EBC2C7F1E53E}"/>
                </a:ext>
              </a:extLst>
            </p:cNvPr>
            <p:cNvSpPr/>
            <p:nvPr/>
          </p:nvSpPr>
          <p:spPr>
            <a:xfrm>
              <a:off x="457197" y="1550395"/>
              <a:ext cx="1139009" cy="1399627"/>
            </a:xfrm>
            <a:custGeom>
              <a:avLst/>
              <a:gdLst/>
              <a:ahLst/>
              <a:cxnLst/>
              <a:rect l="l" t="t" r="r" b="b"/>
              <a:pathLst>
                <a:path w="85319" h="104841" extrusionOk="0">
                  <a:moveTo>
                    <a:pt x="37240" y="1"/>
                  </a:moveTo>
                  <a:lnTo>
                    <a:pt x="36790" y="33"/>
                  </a:lnTo>
                  <a:lnTo>
                    <a:pt x="36308" y="97"/>
                  </a:lnTo>
                  <a:lnTo>
                    <a:pt x="35825" y="162"/>
                  </a:lnTo>
                  <a:lnTo>
                    <a:pt x="35375" y="290"/>
                  </a:lnTo>
                  <a:lnTo>
                    <a:pt x="34925" y="387"/>
                  </a:lnTo>
                  <a:lnTo>
                    <a:pt x="34475" y="547"/>
                  </a:lnTo>
                  <a:lnTo>
                    <a:pt x="34057" y="708"/>
                  </a:lnTo>
                  <a:lnTo>
                    <a:pt x="33606" y="869"/>
                  </a:lnTo>
                  <a:lnTo>
                    <a:pt x="33188" y="1094"/>
                  </a:lnTo>
                  <a:lnTo>
                    <a:pt x="32802" y="1287"/>
                  </a:lnTo>
                  <a:lnTo>
                    <a:pt x="32384" y="1544"/>
                  </a:lnTo>
                  <a:lnTo>
                    <a:pt x="31999" y="1802"/>
                  </a:lnTo>
                  <a:lnTo>
                    <a:pt x="31645" y="2059"/>
                  </a:lnTo>
                  <a:lnTo>
                    <a:pt x="31291" y="2381"/>
                  </a:lnTo>
                  <a:lnTo>
                    <a:pt x="30937" y="2670"/>
                  </a:lnTo>
                  <a:lnTo>
                    <a:pt x="30616" y="3024"/>
                  </a:lnTo>
                  <a:lnTo>
                    <a:pt x="30326" y="3345"/>
                  </a:lnTo>
                  <a:lnTo>
                    <a:pt x="30037" y="3731"/>
                  </a:lnTo>
                  <a:lnTo>
                    <a:pt x="29747" y="4117"/>
                  </a:lnTo>
                  <a:lnTo>
                    <a:pt x="29522" y="4503"/>
                  </a:lnTo>
                  <a:lnTo>
                    <a:pt x="29265" y="4921"/>
                  </a:lnTo>
                  <a:lnTo>
                    <a:pt x="29072" y="5339"/>
                  </a:lnTo>
                  <a:lnTo>
                    <a:pt x="28879" y="5789"/>
                  </a:lnTo>
                  <a:lnTo>
                    <a:pt x="611" y="77151"/>
                  </a:lnTo>
                  <a:lnTo>
                    <a:pt x="450" y="77601"/>
                  </a:lnTo>
                  <a:lnTo>
                    <a:pt x="322" y="78051"/>
                  </a:lnTo>
                  <a:lnTo>
                    <a:pt x="193" y="78502"/>
                  </a:lnTo>
                  <a:lnTo>
                    <a:pt x="96" y="78984"/>
                  </a:lnTo>
                  <a:lnTo>
                    <a:pt x="32" y="79434"/>
                  </a:lnTo>
                  <a:lnTo>
                    <a:pt x="0" y="79884"/>
                  </a:lnTo>
                  <a:lnTo>
                    <a:pt x="0" y="80367"/>
                  </a:lnTo>
                  <a:lnTo>
                    <a:pt x="0" y="80817"/>
                  </a:lnTo>
                  <a:lnTo>
                    <a:pt x="32" y="81267"/>
                  </a:lnTo>
                  <a:lnTo>
                    <a:pt x="96" y="81718"/>
                  </a:lnTo>
                  <a:lnTo>
                    <a:pt x="161" y="82168"/>
                  </a:lnTo>
                  <a:lnTo>
                    <a:pt x="289" y="82618"/>
                  </a:lnTo>
                  <a:lnTo>
                    <a:pt x="386" y="83068"/>
                  </a:lnTo>
                  <a:lnTo>
                    <a:pt x="547" y="83518"/>
                  </a:lnTo>
                  <a:lnTo>
                    <a:pt x="708" y="83937"/>
                  </a:lnTo>
                  <a:lnTo>
                    <a:pt x="900" y="84355"/>
                  </a:lnTo>
                  <a:lnTo>
                    <a:pt x="1126" y="84773"/>
                  </a:lnTo>
                  <a:lnTo>
                    <a:pt x="1351" y="85191"/>
                  </a:lnTo>
                  <a:lnTo>
                    <a:pt x="1576" y="85577"/>
                  </a:lnTo>
                  <a:lnTo>
                    <a:pt x="1865" y="85963"/>
                  </a:lnTo>
                  <a:lnTo>
                    <a:pt x="2155" y="86349"/>
                  </a:lnTo>
                  <a:lnTo>
                    <a:pt x="2444" y="86702"/>
                  </a:lnTo>
                  <a:lnTo>
                    <a:pt x="2766" y="87056"/>
                  </a:lnTo>
                  <a:lnTo>
                    <a:pt x="3119" y="87378"/>
                  </a:lnTo>
                  <a:lnTo>
                    <a:pt x="3473" y="87699"/>
                  </a:lnTo>
                  <a:lnTo>
                    <a:pt x="3859" y="88021"/>
                  </a:lnTo>
                  <a:lnTo>
                    <a:pt x="4245" y="88310"/>
                  </a:lnTo>
                  <a:lnTo>
                    <a:pt x="4663" y="88567"/>
                  </a:lnTo>
                  <a:lnTo>
                    <a:pt x="5081" y="88825"/>
                  </a:lnTo>
                  <a:lnTo>
                    <a:pt x="5531" y="89082"/>
                  </a:lnTo>
                  <a:lnTo>
                    <a:pt x="5982" y="89307"/>
                  </a:lnTo>
                  <a:lnTo>
                    <a:pt x="6464" y="89500"/>
                  </a:lnTo>
                  <a:lnTo>
                    <a:pt x="43672" y="104100"/>
                  </a:lnTo>
                  <a:lnTo>
                    <a:pt x="44155" y="104261"/>
                  </a:lnTo>
                  <a:lnTo>
                    <a:pt x="44637" y="104422"/>
                  </a:lnTo>
                  <a:lnTo>
                    <a:pt x="45119" y="104551"/>
                  </a:lnTo>
                  <a:lnTo>
                    <a:pt x="45634" y="104647"/>
                  </a:lnTo>
                  <a:lnTo>
                    <a:pt x="46116" y="104744"/>
                  </a:lnTo>
                  <a:lnTo>
                    <a:pt x="46599" y="104776"/>
                  </a:lnTo>
                  <a:lnTo>
                    <a:pt x="47081" y="104808"/>
                  </a:lnTo>
                  <a:lnTo>
                    <a:pt x="47564" y="104840"/>
                  </a:lnTo>
                  <a:lnTo>
                    <a:pt x="48046" y="104808"/>
                  </a:lnTo>
                  <a:lnTo>
                    <a:pt x="48528" y="104776"/>
                  </a:lnTo>
                  <a:lnTo>
                    <a:pt x="49011" y="104711"/>
                  </a:lnTo>
                  <a:lnTo>
                    <a:pt x="49461" y="104647"/>
                  </a:lnTo>
                  <a:lnTo>
                    <a:pt x="49911" y="104551"/>
                  </a:lnTo>
                  <a:lnTo>
                    <a:pt x="50394" y="104422"/>
                  </a:lnTo>
                  <a:lnTo>
                    <a:pt x="50812" y="104293"/>
                  </a:lnTo>
                  <a:lnTo>
                    <a:pt x="51262" y="104133"/>
                  </a:lnTo>
                  <a:lnTo>
                    <a:pt x="51680" y="103940"/>
                  </a:lnTo>
                  <a:lnTo>
                    <a:pt x="52098" y="103747"/>
                  </a:lnTo>
                  <a:lnTo>
                    <a:pt x="52516" y="103522"/>
                  </a:lnTo>
                  <a:lnTo>
                    <a:pt x="52902" y="103264"/>
                  </a:lnTo>
                  <a:lnTo>
                    <a:pt x="53288" y="103007"/>
                  </a:lnTo>
                  <a:lnTo>
                    <a:pt x="53674" y="102750"/>
                  </a:lnTo>
                  <a:lnTo>
                    <a:pt x="54028" y="102460"/>
                  </a:lnTo>
                  <a:lnTo>
                    <a:pt x="54349" y="102139"/>
                  </a:lnTo>
                  <a:lnTo>
                    <a:pt x="54671" y="101817"/>
                  </a:lnTo>
                  <a:lnTo>
                    <a:pt x="54992" y="101463"/>
                  </a:lnTo>
                  <a:lnTo>
                    <a:pt x="55282" y="101110"/>
                  </a:lnTo>
                  <a:lnTo>
                    <a:pt x="55539" y="100724"/>
                  </a:lnTo>
                  <a:lnTo>
                    <a:pt x="55796" y="100306"/>
                  </a:lnTo>
                  <a:lnTo>
                    <a:pt x="56021" y="99920"/>
                  </a:lnTo>
                  <a:lnTo>
                    <a:pt x="56247" y="99470"/>
                  </a:lnTo>
                  <a:lnTo>
                    <a:pt x="56440" y="99051"/>
                  </a:lnTo>
                  <a:lnTo>
                    <a:pt x="84675" y="27690"/>
                  </a:lnTo>
                  <a:lnTo>
                    <a:pt x="84868" y="27240"/>
                  </a:lnTo>
                  <a:lnTo>
                    <a:pt x="84997" y="26757"/>
                  </a:lnTo>
                  <a:lnTo>
                    <a:pt x="85094" y="26307"/>
                  </a:lnTo>
                  <a:lnTo>
                    <a:pt x="85190" y="25857"/>
                  </a:lnTo>
                  <a:lnTo>
                    <a:pt x="85254" y="25374"/>
                  </a:lnTo>
                  <a:lnTo>
                    <a:pt x="85286" y="24924"/>
                  </a:lnTo>
                  <a:lnTo>
                    <a:pt x="85319" y="24474"/>
                  </a:lnTo>
                  <a:lnTo>
                    <a:pt x="85286" y="23992"/>
                  </a:lnTo>
                  <a:lnTo>
                    <a:pt x="85254" y="23541"/>
                  </a:lnTo>
                  <a:lnTo>
                    <a:pt x="85222" y="23091"/>
                  </a:lnTo>
                  <a:lnTo>
                    <a:pt x="85126" y="22641"/>
                  </a:lnTo>
                  <a:lnTo>
                    <a:pt x="85029" y="22191"/>
                  </a:lnTo>
                  <a:lnTo>
                    <a:pt x="84901" y="21740"/>
                  </a:lnTo>
                  <a:lnTo>
                    <a:pt x="84772" y="21322"/>
                  </a:lnTo>
                  <a:lnTo>
                    <a:pt x="84579" y="20872"/>
                  </a:lnTo>
                  <a:lnTo>
                    <a:pt x="84386" y="20454"/>
                  </a:lnTo>
                  <a:lnTo>
                    <a:pt x="84193" y="20036"/>
                  </a:lnTo>
                  <a:lnTo>
                    <a:pt x="83968" y="19618"/>
                  </a:lnTo>
                  <a:lnTo>
                    <a:pt x="83711" y="19232"/>
                  </a:lnTo>
                  <a:lnTo>
                    <a:pt x="83453" y="18846"/>
                  </a:lnTo>
                  <a:lnTo>
                    <a:pt x="83164" y="18492"/>
                  </a:lnTo>
                  <a:lnTo>
                    <a:pt x="82842" y="18106"/>
                  </a:lnTo>
                  <a:lnTo>
                    <a:pt x="82521" y="17753"/>
                  </a:lnTo>
                  <a:lnTo>
                    <a:pt x="82199" y="17431"/>
                  </a:lnTo>
                  <a:lnTo>
                    <a:pt x="81813" y="17110"/>
                  </a:lnTo>
                  <a:lnTo>
                    <a:pt x="81460" y="16788"/>
                  </a:lnTo>
                  <a:lnTo>
                    <a:pt x="81041" y="16499"/>
                  </a:lnTo>
                  <a:lnTo>
                    <a:pt x="80623" y="16241"/>
                  </a:lnTo>
                  <a:lnTo>
                    <a:pt x="80205" y="15984"/>
                  </a:lnTo>
                  <a:lnTo>
                    <a:pt x="79755" y="15727"/>
                  </a:lnTo>
                  <a:lnTo>
                    <a:pt x="79305" y="15534"/>
                  </a:lnTo>
                  <a:lnTo>
                    <a:pt x="78822" y="15309"/>
                  </a:lnTo>
                  <a:lnTo>
                    <a:pt x="41614" y="740"/>
                  </a:lnTo>
                  <a:lnTo>
                    <a:pt x="41132" y="547"/>
                  </a:lnTo>
                  <a:lnTo>
                    <a:pt x="40649" y="387"/>
                  </a:lnTo>
                  <a:lnTo>
                    <a:pt x="40167" y="258"/>
                  </a:lnTo>
                  <a:lnTo>
                    <a:pt x="39685" y="162"/>
                  </a:lnTo>
                  <a:lnTo>
                    <a:pt x="39202" y="97"/>
                  </a:lnTo>
                  <a:lnTo>
                    <a:pt x="38720" y="33"/>
                  </a:lnTo>
                  <a:lnTo>
                    <a:pt x="3820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2507;p49">
              <a:extLst>
                <a:ext uri="{FF2B5EF4-FFF2-40B4-BE49-F238E27FC236}">
                  <a16:creationId xmlns:a16="http://schemas.microsoft.com/office/drawing/2014/main" id="{80685DCD-F142-C3D1-29DA-225E734D4317}"/>
                </a:ext>
              </a:extLst>
            </p:cNvPr>
            <p:cNvSpPr/>
            <p:nvPr/>
          </p:nvSpPr>
          <p:spPr>
            <a:xfrm>
              <a:off x="552503" y="1563705"/>
              <a:ext cx="616089" cy="1242485"/>
            </a:xfrm>
            <a:custGeom>
              <a:avLst/>
              <a:gdLst/>
              <a:ahLst/>
              <a:cxnLst/>
              <a:rect l="l" t="t" r="r" b="b"/>
              <a:pathLst>
                <a:path w="46149" h="93070" extrusionOk="0">
                  <a:moveTo>
                    <a:pt x="35150" y="1"/>
                  </a:moveTo>
                  <a:lnTo>
                    <a:pt x="0" y="88760"/>
                  </a:lnTo>
                  <a:lnTo>
                    <a:pt x="10999" y="93070"/>
                  </a:lnTo>
                  <a:lnTo>
                    <a:pt x="46149" y="4310"/>
                  </a:lnTo>
                  <a:lnTo>
                    <a:pt x="3515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2508;p49">
              <a:extLst>
                <a:ext uri="{FF2B5EF4-FFF2-40B4-BE49-F238E27FC236}">
                  <a16:creationId xmlns:a16="http://schemas.microsoft.com/office/drawing/2014/main" id="{FCA229B2-4D45-22D3-BE61-959BA4C821D2}"/>
                </a:ext>
              </a:extLst>
            </p:cNvPr>
            <p:cNvSpPr/>
            <p:nvPr/>
          </p:nvSpPr>
          <p:spPr>
            <a:xfrm>
              <a:off x="821692" y="1805420"/>
              <a:ext cx="425478" cy="895585"/>
            </a:xfrm>
            <a:custGeom>
              <a:avLst/>
              <a:gdLst/>
              <a:ahLst/>
              <a:cxnLst/>
              <a:rect l="l" t="t" r="r" b="b"/>
              <a:pathLst>
                <a:path w="31871" h="67085" extrusionOk="0">
                  <a:moveTo>
                    <a:pt x="25599" y="0"/>
                  </a:moveTo>
                  <a:lnTo>
                    <a:pt x="0" y="64608"/>
                  </a:lnTo>
                  <a:lnTo>
                    <a:pt x="6271" y="67085"/>
                  </a:lnTo>
                  <a:lnTo>
                    <a:pt x="31870" y="2445"/>
                  </a:lnTo>
                  <a:lnTo>
                    <a:pt x="255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2509;p49">
              <a:extLst>
                <a:ext uri="{FF2B5EF4-FFF2-40B4-BE49-F238E27FC236}">
                  <a16:creationId xmlns:a16="http://schemas.microsoft.com/office/drawing/2014/main" id="{9373ABDC-CAAD-C94C-FAAA-943BF7663978}"/>
                </a:ext>
              </a:extLst>
            </p:cNvPr>
            <p:cNvSpPr/>
            <p:nvPr/>
          </p:nvSpPr>
          <p:spPr>
            <a:xfrm>
              <a:off x="1100320" y="1391984"/>
              <a:ext cx="1351541" cy="1691979"/>
            </a:xfrm>
            <a:custGeom>
              <a:avLst/>
              <a:gdLst/>
              <a:ahLst/>
              <a:cxnLst/>
              <a:rect l="l" t="t" r="r" b="b"/>
              <a:pathLst>
                <a:path w="101239" h="126740" extrusionOk="0">
                  <a:moveTo>
                    <a:pt x="53514" y="0"/>
                  </a:moveTo>
                  <a:lnTo>
                    <a:pt x="1" y="101913"/>
                  </a:lnTo>
                  <a:lnTo>
                    <a:pt x="47757" y="126740"/>
                  </a:lnTo>
                  <a:lnTo>
                    <a:pt x="101238" y="24827"/>
                  </a:lnTo>
                  <a:lnTo>
                    <a:pt x="535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2510;p49">
              <a:extLst>
                <a:ext uri="{FF2B5EF4-FFF2-40B4-BE49-F238E27FC236}">
                  <a16:creationId xmlns:a16="http://schemas.microsoft.com/office/drawing/2014/main" id="{27FAC5BB-6E4C-9FE9-4D33-599AE339F5D4}"/>
                </a:ext>
              </a:extLst>
            </p:cNvPr>
            <p:cNvSpPr/>
            <p:nvPr/>
          </p:nvSpPr>
          <p:spPr>
            <a:xfrm>
              <a:off x="1263897" y="1550822"/>
              <a:ext cx="1024386" cy="1375157"/>
            </a:xfrm>
            <a:custGeom>
              <a:avLst/>
              <a:gdLst/>
              <a:ahLst/>
              <a:cxnLst/>
              <a:rect l="l" t="t" r="r" b="b"/>
              <a:pathLst>
                <a:path w="76733" h="103008" extrusionOk="0">
                  <a:moveTo>
                    <a:pt x="52806" y="1"/>
                  </a:moveTo>
                  <a:lnTo>
                    <a:pt x="52549" y="419"/>
                  </a:lnTo>
                  <a:lnTo>
                    <a:pt x="52291" y="869"/>
                  </a:lnTo>
                  <a:lnTo>
                    <a:pt x="52002" y="1255"/>
                  </a:lnTo>
                  <a:lnTo>
                    <a:pt x="51712" y="1673"/>
                  </a:lnTo>
                  <a:lnTo>
                    <a:pt x="51391" y="2027"/>
                  </a:lnTo>
                  <a:lnTo>
                    <a:pt x="51037" y="2381"/>
                  </a:lnTo>
                  <a:lnTo>
                    <a:pt x="50683" y="2734"/>
                  </a:lnTo>
                  <a:lnTo>
                    <a:pt x="50330" y="3024"/>
                  </a:lnTo>
                  <a:lnTo>
                    <a:pt x="49944" y="3346"/>
                  </a:lnTo>
                  <a:lnTo>
                    <a:pt x="49558" y="3603"/>
                  </a:lnTo>
                  <a:lnTo>
                    <a:pt x="49172" y="3860"/>
                  </a:lnTo>
                  <a:lnTo>
                    <a:pt x="48754" y="4117"/>
                  </a:lnTo>
                  <a:lnTo>
                    <a:pt x="48336" y="4310"/>
                  </a:lnTo>
                  <a:lnTo>
                    <a:pt x="47886" y="4503"/>
                  </a:lnTo>
                  <a:lnTo>
                    <a:pt x="47435" y="4696"/>
                  </a:lnTo>
                  <a:lnTo>
                    <a:pt x="46985" y="4857"/>
                  </a:lnTo>
                  <a:lnTo>
                    <a:pt x="46535" y="4986"/>
                  </a:lnTo>
                  <a:lnTo>
                    <a:pt x="46085" y="5082"/>
                  </a:lnTo>
                  <a:lnTo>
                    <a:pt x="45602" y="5179"/>
                  </a:lnTo>
                  <a:lnTo>
                    <a:pt x="45152" y="5243"/>
                  </a:lnTo>
                  <a:lnTo>
                    <a:pt x="44670" y="5275"/>
                  </a:lnTo>
                  <a:lnTo>
                    <a:pt x="44187" y="5307"/>
                  </a:lnTo>
                  <a:lnTo>
                    <a:pt x="43705" y="5307"/>
                  </a:lnTo>
                  <a:lnTo>
                    <a:pt x="43222" y="5275"/>
                  </a:lnTo>
                  <a:lnTo>
                    <a:pt x="42740" y="5243"/>
                  </a:lnTo>
                  <a:lnTo>
                    <a:pt x="42258" y="5179"/>
                  </a:lnTo>
                  <a:lnTo>
                    <a:pt x="41775" y="5082"/>
                  </a:lnTo>
                  <a:lnTo>
                    <a:pt x="41325" y="4953"/>
                  </a:lnTo>
                  <a:lnTo>
                    <a:pt x="40843" y="4793"/>
                  </a:lnTo>
                  <a:lnTo>
                    <a:pt x="40360" y="4632"/>
                  </a:lnTo>
                  <a:lnTo>
                    <a:pt x="39910" y="4439"/>
                  </a:lnTo>
                  <a:lnTo>
                    <a:pt x="39428" y="4214"/>
                  </a:lnTo>
                  <a:lnTo>
                    <a:pt x="31999" y="18396"/>
                  </a:lnTo>
                  <a:lnTo>
                    <a:pt x="7461" y="65156"/>
                  </a:lnTo>
                  <a:lnTo>
                    <a:pt x="0" y="79306"/>
                  </a:lnTo>
                  <a:lnTo>
                    <a:pt x="451" y="79563"/>
                  </a:lnTo>
                  <a:lnTo>
                    <a:pt x="869" y="79852"/>
                  </a:lnTo>
                  <a:lnTo>
                    <a:pt x="1287" y="80142"/>
                  </a:lnTo>
                  <a:lnTo>
                    <a:pt x="1673" y="80431"/>
                  </a:lnTo>
                  <a:lnTo>
                    <a:pt x="2026" y="80753"/>
                  </a:lnTo>
                  <a:lnTo>
                    <a:pt x="2380" y="81075"/>
                  </a:lnTo>
                  <a:lnTo>
                    <a:pt x="2734" y="81428"/>
                  </a:lnTo>
                  <a:lnTo>
                    <a:pt x="3055" y="81814"/>
                  </a:lnTo>
                  <a:lnTo>
                    <a:pt x="3345" y="82200"/>
                  </a:lnTo>
                  <a:lnTo>
                    <a:pt x="3602" y="82586"/>
                  </a:lnTo>
                  <a:lnTo>
                    <a:pt x="3859" y="82972"/>
                  </a:lnTo>
                  <a:lnTo>
                    <a:pt x="4085" y="83390"/>
                  </a:lnTo>
                  <a:lnTo>
                    <a:pt x="4310" y="83808"/>
                  </a:lnTo>
                  <a:lnTo>
                    <a:pt x="4503" y="84258"/>
                  </a:lnTo>
                  <a:lnTo>
                    <a:pt x="4663" y="84676"/>
                  </a:lnTo>
                  <a:lnTo>
                    <a:pt x="4824" y="85127"/>
                  </a:lnTo>
                  <a:lnTo>
                    <a:pt x="4953" y="85609"/>
                  </a:lnTo>
                  <a:lnTo>
                    <a:pt x="5081" y="86059"/>
                  </a:lnTo>
                  <a:lnTo>
                    <a:pt x="5146" y="86509"/>
                  </a:lnTo>
                  <a:lnTo>
                    <a:pt x="5210" y="86992"/>
                  </a:lnTo>
                  <a:lnTo>
                    <a:pt x="5242" y="87474"/>
                  </a:lnTo>
                  <a:lnTo>
                    <a:pt x="5274" y="87957"/>
                  </a:lnTo>
                  <a:lnTo>
                    <a:pt x="5274" y="88407"/>
                  </a:lnTo>
                  <a:lnTo>
                    <a:pt x="5242" y="88889"/>
                  </a:lnTo>
                  <a:lnTo>
                    <a:pt x="5178" y="89372"/>
                  </a:lnTo>
                  <a:lnTo>
                    <a:pt x="5114" y="89854"/>
                  </a:lnTo>
                  <a:lnTo>
                    <a:pt x="5017" y="90336"/>
                  </a:lnTo>
                  <a:lnTo>
                    <a:pt x="4889" y="90819"/>
                  </a:lnTo>
                  <a:lnTo>
                    <a:pt x="4728" y="91269"/>
                  </a:lnTo>
                  <a:lnTo>
                    <a:pt x="4567" y="91751"/>
                  </a:lnTo>
                  <a:lnTo>
                    <a:pt x="4374" y="92202"/>
                  </a:lnTo>
                  <a:lnTo>
                    <a:pt x="4149" y="92652"/>
                  </a:lnTo>
                  <a:lnTo>
                    <a:pt x="24023" y="103007"/>
                  </a:lnTo>
                  <a:lnTo>
                    <a:pt x="24248" y="102557"/>
                  </a:lnTo>
                  <a:lnTo>
                    <a:pt x="24538" y="102139"/>
                  </a:lnTo>
                  <a:lnTo>
                    <a:pt x="24795" y="101721"/>
                  </a:lnTo>
                  <a:lnTo>
                    <a:pt x="25117" y="101335"/>
                  </a:lnTo>
                  <a:lnTo>
                    <a:pt x="25438" y="100949"/>
                  </a:lnTo>
                  <a:lnTo>
                    <a:pt x="25760" y="100595"/>
                  </a:lnTo>
                  <a:lnTo>
                    <a:pt x="26114" y="100274"/>
                  </a:lnTo>
                  <a:lnTo>
                    <a:pt x="26467" y="99952"/>
                  </a:lnTo>
                  <a:lnTo>
                    <a:pt x="26853" y="99663"/>
                  </a:lnTo>
                  <a:lnTo>
                    <a:pt x="27239" y="99405"/>
                  </a:lnTo>
                  <a:lnTo>
                    <a:pt x="27625" y="99148"/>
                  </a:lnTo>
                  <a:lnTo>
                    <a:pt x="28043" y="98891"/>
                  </a:lnTo>
                  <a:lnTo>
                    <a:pt x="28461" y="98666"/>
                  </a:lnTo>
                  <a:lnTo>
                    <a:pt x="28912" y="98473"/>
                  </a:lnTo>
                  <a:lnTo>
                    <a:pt x="29330" y="98312"/>
                  </a:lnTo>
                  <a:lnTo>
                    <a:pt x="29780" y="98151"/>
                  </a:lnTo>
                  <a:lnTo>
                    <a:pt x="30230" y="98022"/>
                  </a:lnTo>
                  <a:lnTo>
                    <a:pt x="30680" y="97894"/>
                  </a:lnTo>
                  <a:lnTo>
                    <a:pt x="31163" y="97830"/>
                  </a:lnTo>
                  <a:lnTo>
                    <a:pt x="31613" y="97733"/>
                  </a:lnTo>
                  <a:lnTo>
                    <a:pt x="32095" y="97701"/>
                  </a:lnTo>
                  <a:lnTo>
                    <a:pt x="32578" y="97669"/>
                  </a:lnTo>
                  <a:lnTo>
                    <a:pt x="33060" y="97669"/>
                  </a:lnTo>
                  <a:lnTo>
                    <a:pt x="33542" y="97701"/>
                  </a:lnTo>
                  <a:lnTo>
                    <a:pt x="33993" y="97733"/>
                  </a:lnTo>
                  <a:lnTo>
                    <a:pt x="34475" y="97797"/>
                  </a:lnTo>
                  <a:lnTo>
                    <a:pt x="34957" y="97894"/>
                  </a:lnTo>
                  <a:lnTo>
                    <a:pt x="35440" y="98022"/>
                  </a:lnTo>
                  <a:lnTo>
                    <a:pt x="35922" y="98151"/>
                  </a:lnTo>
                  <a:lnTo>
                    <a:pt x="36372" y="98312"/>
                  </a:lnTo>
                  <a:lnTo>
                    <a:pt x="36823" y="98505"/>
                  </a:lnTo>
                  <a:lnTo>
                    <a:pt x="37305" y="98730"/>
                  </a:lnTo>
                  <a:lnTo>
                    <a:pt x="44734" y="84548"/>
                  </a:lnTo>
                  <a:lnTo>
                    <a:pt x="69304" y="37788"/>
                  </a:lnTo>
                  <a:lnTo>
                    <a:pt x="76732" y="23606"/>
                  </a:lnTo>
                  <a:lnTo>
                    <a:pt x="76314" y="23381"/>
                  </a:lnTo>
                  <a:lnTo>
                    <a:pt x="75864" y="23091"/>
                  </a:lnTo>
                  <a:lnTo>
                    <a:pt x="75478" y="22802"/>
                  </a:lnTo>
                  <a:lnTo>
                    <a:pt x="75092" y="22512"/>
                  </a:lnTo>
                  <a:lnTo>
                    <a:pt x="74739" y="22191"/>
                  </a:lnTo>
                  <a:lnTo>
                    <a:pt x="74385" y="21837"/>
                  </a:lnTo>
                  <a:lnTo>
                    <a:pt x="74063" y="21483"/>
                  </a:lnTo>
                  <a:lnTo>
                    <a:pt x="73742" y="21130"/>
                  </a:lnTo>
                  <a:lnTo>
                    <a:pt x="73452" y="20744"/>
                  </a:lnTo>
                  <a:lnTo>
                    <a:pt x="73163" y="20358"/>
                  </a:lnTo>
                  <a:lnTo>
                    <a:pt x="72938" y="19972"/>
                  </a:lnTo>
                  <a:lnTo>
                    <a:pt x="72680" y="19554"/>
                  </a:lnTo>
                  <a:lnTo>
                    <a:pt x="72487" y="19136"/>
                  </a:lnTo>
                  <a:lnTo>
                    <a:pt x="72294" y="18685"/>
                  </a:lnTo>
                  <a:lnTo>
                    <a:pt x="72134" y="18267"/>
                  </a:lnTo>
                  <a:lnTo>
                    <a:pt x="71973" y="17817"/>
                  </a:lnTo>
                  <a:lnTo>
                    <a:pt x="71844" y="17367"/>
                  </a:lnTo>
                  <a:lnTo>
                    <a:pt x="71748" y="16885"/>
                  </a:lnTo>
                  <a:lnTo>
                    <a:pt x="71651" y="16434"/>
                  </a:lnTo>
                  <a:lnTo>
                    <a:pt x="71587" y="15952"/>
                  </a:lnTo>
                  <a:lnTo>
                    <a:pt x="71555" y="15502"/>
                  </a:lnTo>
                  <a:lnTo>
                    <a:pt x="71555" y="15019"/>
                  </a:lnTo>
                  <a:lnTo>
                    <a:pt x="71555" y="14537"/>
                  </a:lnTo>
                  <a:lnTo>
                    <a:pt x="71587" y="14055"/>
                  </a:lnTo>
                  <a:lnTo>
                    <a:pt x="71619" y="13604"/>
                  </a:lnTo>
                  <a:lnTo>
                    <a:pt x="71716" y="13122"/>
                  </a:lnTo>
                  <a:lnTo>
                    <a:pt x="71812" y="12640"/>
                  </a:lnTo>
                  <a:lnTo>
                    <a:pt x="71941" y="12157"/>
                  </a:lnTo>
                  <a:lnTo>
                    <a:pt x="72069" y="11707"/>
                  </a:lnTo>
                  <a:lnTo>
                    <a:pt x="72262" y="11225"/>
                  </a:lnTo>
                  <a:lnTo>
                    <a:pt x="72455" y="10774"/>
                  </a:lnTo>
                  <a:lnTo>
                    <a:pt x="72680" y="10324"/>
                  </a:lnTo>
                  <a:lnTo>
                    <a:pt x="5280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2511;p49">
              <a:extLst>
                <a:ext uri="{FF2B5EF4-FFF2-40B4-BE49-F238E27FC236}">
                  <a16:creationId xmlns:a16="http://schemas.microsoft.com/office/drawing/2014/main" id="{198ABB81-180F-CCC3-CDCF-0E4078979F3D}"/>
                </a:ext>
              </a:extLst>
            </p:cNvPr>
            <p:cNvSpPr/>
            <p:nvPr/>
          </p:nvSpPr>
          <p:spPr>
            <a:xfrm>
              <a:off x="1519777" y="2005910"/>
              <a:ext cx="496740" cy="494604"/>
            </a:xfrm>
            <a:custGeom>
              <a:avLst/>
              <a:gdLst/>
              <a:ahLst/>
              <a:cxnLst/>
              <a:rect l="l" t="t" r="r" b="b"/>
              <a:pathLst>
                <a:path w="37209" h="37049" extrusionOk="0">
                  <a:moveTo>
                    <a:pt x="18331" y="1"/>
                  </a:moveTo>
                  <a:lnTo>
                    <a:pt x="17431" y="33"/>
                  </a:lnTo>
                  <a:lnTo>
                    <a:pt x="16530" y="129"/>
                  </a:lnTo>
                  <a:lnTo>
                    <a:pt x="15630" y="258"/>
                  </a:lnTo>
                  <a:lnTo>
                    <a:pt x="14761" y="419"/>
                  </a:lnTo>
                  <a:lnTo>
                    <a:pt x="13893" y="612"/>
                  </a:lnTo>
                  <a:lnTo>
                    <a:pt x="13025" y="869"/>
                  </a:lnTo>
                  <a:lnTo>
                    <a:pt x="12189" y="1159"/>
                  </a:lnTo>
                  <a:lnTo>
                    <a:pt x="11352" y="1480"/>
                  </a:lnTo>
                  <a:lnTo>
                    <a:pt x="10549" y="1834"/>
                  </a:lnTo>
                  <a:lnTo>
                    <a:pt x="9745" y="2252"/>
                  </a:lnTo>
                  <a:lnTo>
                    <a:pt x="8973" y="2670"/>
                  </a:lnTo>
                  <a:lnTo>
                    <a:pt x="8201" y="3152"/>
                  </a:lnTo>
                  <a:lnTo>
                    <a:pt x="7461" y="3667"/>
                  </a:lnTo>
                  <a:lnTo>
                    <a:pt x="6754" y="4246"/>
                  </a:lnTo>
                  <a:lnTo>
                    <a:pt x="6078" y="4825"/>
                  </a:lnTo>
                  <a:lnTo>
                    <a:pt x="5403" y="5468"/>
                  </a:lnTo>
                  <a:lnTo>
                    <a:pt x="4792" y="6111"/>
                  </a:lnTo>
                  <a:lnTo>
                    <a:pt x="4181" y="6819"/>
                  </a:lnTo>
                  <a:lnTo>
                    <a:pt x="3602" y="7558"/>
                  </a:lnTo>
                  <a:lnTo>
                    <a:pt x="3088" y="8330"/>
                  </a:lnTo>
                  <a:lnTo>
                    <a:pt x="2573" y="9134"/>
                  </a:lnTo>
                  <a:lnTo>
                    <a:pt x="2123" y="9938"/>
                  </a:lnTo>
                  <a:lnTo>
                    <a:pt x="1673" y="10806"/>
                  </a:lnTo>
                  <a:lnTo>
                    <a:pt x="1319" y="11675"/>
                  </a:lnTo>
                  <a:lnTo>
                    <a:pt x="997" y="12543"/>
                  </a:lnTo>
                  <a:lnTo>
                    <a:pt x="708" y="13443"/>
                  </a:lnTo>
                  <a:lnTo>
                    <a:pt x="483" y="14312"/>
                  </a:lnTo>
                  <a:lnTo>
                    <a:pt x="290" y="15212"/>
                  </a:lnTo>
                  <a:lnTo>
                    <a:pt x="129" y="16113"/>
                  </a:lnTo>
                  <a:lnTo>
                    <a:pt x="32" y="17013"/>
                  </a:lnTo>
                  <a:lnTo>
                    <a:pt x="0" y="17914"/>
                  </a:lnTo>
                  <a:lnTo>
                    <a:pt x="0" y="18814"/>
                  </a:lnTo>
                  <a:lnTo>
                    <a:pt x="32" y="19714"/>
                  </a:lnTo>
                  <a:lnTo>
                    <a:pt x="97" y="20583"/>
                  </a:lnTo>
                  <a:lnTo>
                    <a:pt x="225" y="21483"/>
                  </a:lnTo>
                  <a:lnTo>
                    <a:pt x="386" y="22352"/>
                  </a:lnTo>
                  <a:lnTo>
                    <a:pt x="611" y="23220"/>
                  </a:lnTo>
                  <a:lnTo>
                    <a:pt x="836" y="24056"/>
                  </a:lnTo>
                  <a:lnTo>
                    <a:pt x="1126" y="24924"/>
                  </a:lnTo>
                  <a:lnTo>
                    <a:pt x="1447" y="25728"/>
                  </a:lnTo>
                  <a:lnTo>
                    <a:pt x="1833" y="26564"/>
                  </a:lnTo>
                  <a:lnTo>
                    <a:pt x="2219" y="27336"/>
                  </a:lnTo>
                  <a:lnTo>
                    <a:pt x="2669" y="28108"/>
                  </a:lnTo>
                  <a:lnTo>
                    <a:pt x="3152" y="28880"/>
                  </a:lnTo>
                  <a:lnTo>
                    <a:pt x="3666" y="29620"/>
                  </a:lnTo>
                  <a:lnTo>
                    <a:pt x="4245" y="30327"/>
                  </a:lnTo>
                  <a:lnTo>
                    <a:pt x="4824" y="31002"/>
                  </a:lnTo>
                  <a:lnTo>
                    <a:pt x="5467" y="31646"/>
                  </a:lnTo>
                  <a:lnTo>
                    <a:pt x="6143" y="32289"/>
                  </a:lnTo>
                  <a:lnTo>
                    <a:pt x="6818" y="32868"/>
                  </a:lnTo>
                  <a:lnTo>
                    <a:pt x="7558" y="33446"/>
                  </a:lnTo>
                  <a:lnTo>
                    <a:pt x="8330" y="33993"/>
                  </a:lnTo>
                  <a:lnTo>
                    <a:pt x="9134" y="34476"/>
                  </a:lnTo>
                  <a:lnTo>
                    <a:pt x="9970" y="34958"/>
                  </a:lnTo>
                  <a:lnTo>
                    <a:pt x="10838" y="35376"/>
                  </a:lnTo>
                  <a:lnTo>
                    <a:pt x="11706" y="35730"/>
                  </a:lnTo>
                  <a:lnTo>
                    <a:pt x="12607" y="36051"/>
                  </a:lnTo>
                  <a:lnTo>
                    <a:pt x="13475" y="36341"/>
                  </a:lnTo>
                  <a:lnTo>
                    <a:pt x="14375" y="36566"/>
                  </a:lnTo>
                  <a:lnTo>
                    <a:pt x="15276" y="36759"/>
                  </a:lnTo>
                  <a:lnTo>
                    <a:pt x="16176" y="36888"/>
                  </a:lnTo>
                  <a:lnTo>
                    <a:pt x="17077" y="36984"/>
                  </a:lnTo>
                  <a:lnTo>
                    <a:pt x="17977" y="37048"/>
                  </a:lnTo>
                  <a:lnTo>
                    <a:pt x="18878" y="37048"/>
                  </a:lnTo>
                  <a:lnTo>
                    <a:pt x="19778" y="37016"/>
                  </a:lnTo>
                  <a:lnTo>
                    <a:pt x="20679" y="36952"/>
                  </a:lnTo>
                  <a:lnTo>
                    <a:pt x="21547" y="36823"/>
                  </a:lnTo>
                  <a:lnTo>
                    <a:pt x="22447" y="36662"/>
                  </a:lnTo>
                  <a:lnTo>
                    <a:pt x="23316" y="36437"/>
                  </a:lnTo>
                  <a:lnTo>
                    <a:pt x="24152" y="36212"/>
                  </a:lnTo>
                  <a:lnTo>
                    <a:pt x="25020" y="35923"/>
                  </a:lnTo>
                  <a:lnTo>
                    <a:pt x="25856" y="35601"/>
                  </a:lnTo>
                  <a:lnTo>
                    <a:pt x="26660" y="35215"/>
                  </a:lnTo>
                  <a:lnTo>
                    <a:pt x="27464" y="34829"/>
                  </a:lnTo>
                  <a:lnTo>
                    <a:pt x="28236" y="34379"/>
                  </a:lnTo>
                  <a:lnTo>
                    <a:pt x="29008" y="33897"/>
                  </a:lnTo>
                  <a:lnTo>
                    <a:pt x="29715" y="33382"/>
                  </a:lnTo>
                  <a:lnTo>
                    <a:pt x="30455" y="32835"/>
                  </a:lnTo>
                  <a:lnTo>
                    <a:pt x="31130" y="32224"/>
                  </a:lnTo>
                  <a:lnTo>
                    <a:pt x="31774" y="31613"/>
                  </a:lnTo>
                  <a:lnTo>
                    <a:pt x="32417" y="30938"/>
                  </a:lnTo>
                  <a:lnTo>
                    <a:pt x="33028" y="30231"/>
                  </a:lnTo>
                  <a:lnTo>
                    <a:pt x="33575" y="29523"/>
                  </a:lnTo>
                  <a:lnTo>
                    <a:pt x="34121" y="28751"/>
                  </a:lnTo>
                  <a:lnTo>
                    <a:pt x="34636" y="27947"/>
                  </a:lnTo>
                  <a:lnTo>
                    <a:pt x="35086" y="27111"/>
                  </a:lnTo>
                  <a:lnTo>
                    <a:pt x="35504" y="26243"/>
                  </a:lnTo>
                  <a:lnTo>
                    <a:pt x="35890" y="25374"/>
                  </a:lnTo>
                  <a:lnTo>
                    <a:pt x="36212" y="24506"/>
                  </a:lnTo>
                  <a:lnTo>
                    <a:pt x="36501" y="23638"/>
                  </a:lnTo>
                  <a:lnTo>
                    <a:pt x="36726" y="22737"/>
                  </a:lnTo>
                  <a:lnTo>
                    <a:pt x="36919" y="21837"/>
                  </a:lnTo>
                  <a:lnTo>
                    <a:pt x="37048" y="20937"/>
                  </a:lnTo>
                  <a:lnTo>
                    <a:pt x="37144" y="20036"/>
                  </a:lnTo>
                  <a:lnTo>
                    <a:pt x="37209" y="19136"/>
                  </a:lnTo>
                  <a:lnTo>
                    <a:pt x="37209" y="18235"/>
                  </a:lnTo>
                  <a:lnTo>
                    <a:pt x="37176" y="17367"/>
                  </a:lnTo>
                  <a:lnTo>
                    <a:pt x="37080" y="16466"/>
                  </a:lnTo>
                  <a:lnTo>
                    <a:pt x="36983" y="15598"/>
                  </a:lnTo>
                  <a:lnTo>
                    <a:pt x="36823" y="14698"/>
                  </a:lnTo>
                  <a:lnTo>
                    <a:pt x="36598" y="13829"/>
                  </a:lnTo>
                  <a:lnTo>
                    <a:pt x="36372" y="12993"/>
                  </a:lnTo>
                  <a:lnTo>
                    <a:pt x="36083" y="12157"/>
                  </a:lnTo>
                  <a:lnTo>
                    <a:pt x="35729" y="11321"/>
                  </a:lnTo>
                  <a:lnTo>
                    <a:pt x="35375" y="10517"/>
                  </a:lnTo>
                  <a:lnTo>
                    <a:pt x="34957" y="9713"/>
                  </a:lnTo>
                  <a:lnTo>
                    <a:pt x="34539" y="8941"/>
                  </a:lnTo>
                  <a:lnTo>
                    <a:pt x="34025" y="8201"/>
                  </a:lnTo>
                  <a:lnTo>
                    <a:pt x="33510" y="7462"/>
                  </a:lnTo>
                  <a:lnTo>
                    <a:pt x="32964" y="6754"/>
                  </a:lnTo>
                  <a:lnTo>
                    <a:pt x="32353" y="6047"/>
                  </a:lnTo>
                  <a:lnTo>
                    <a:pt x="31741" y="5404"/>
                  </a:lnTo>
                  <a:lnTo>
                    <a:pt x="31066" y="4793"/>
                  </a:lnTo>
                  <a:lnTo>
                    <a:pt x="30359" y="4182"/>
                  </a:lnTo>
                  <a:lnTo>
                    <a:pt x="29619" y="3603"/>
                  </a:lnTo>
                  <a:lnTo>
                    <a:pt x="28847" y="3088"/>
                  </a:lnTo>
                  <a:lnTo>
                    <a:pt x="28043" y="2574"/>
                  </a:lnTo>
                  <a:lnTo>
                    <a:pt x="27207" y="2123"/>
                  </a:lnTo>
                  <a:lnTo>
                    <a:pt x="26371" y="1705"/>
                  </a:lnTo>
                  <a:lnTo>
                    <a:pt x="25503" y="1319"/>
                  </a:lnTo>
                  <a:lnTo>
                    <a:pt x="24602" y="998"/>
                  </a:lnTo>
                  <a:lnTo>
                    <a:pt x="23734" y="708"/>
                  </a:lnTo>
                  <a:lnTo>
                    <a:pt x="22833" y="483"/>
                  </a:lnTo>
                  <a:lnTo>
                    <a:pt x="21933" y="290"/>
                  </a:lnTo>
                  <a:lnTo>
                    <a:pt x="21032" y="162"/>
                  </a:lnTo>
                  <a:lnTo>
                    <a:pt x="20132" y="65"/>
                  </a:lnTo>
                  <a:lnTo>
                    <a:pt x="1923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2512;p49">
              <a:extLst>
                <a:ext uri="{FF2B5EF4-FFF2-40B4-BE49-F238E27FC236}">
                  <a16:creationId xmlns:a16="http://schemas.microsoft.com/office/drawing/2014/main" id="{23AD4CF4-9B89-025E-3239-602BF4866BCA}"/>
                </a:ext>
              </a:extLst>
            </p:cNvPr>
            <p:cNvSpPr/>
            <p:nvPr/>
          </p:nvSpPr>
          <p:spPr>
            <a:xfrm>
              <a:off x="1981727" y="1683067"/>
              <a:ext cx="96187" cy="95746"/>
            </a:xfrm>
            <a:custGeom>
              <a:avLst/>
              <a:gdLst/>
              <a:ahLst/>
              <a:cxnLst/>
              <a:rect l="l" t="t" r="r" b="b"/>
              <a:pathLst>
                <a:path w="7205" h="7172" extrusionOk="0">
                  <a:moveTo>
                    <a:pt x="3538" y="0"/>
                  </a:moveTo>
                  <a:lnTo>
                    <a:pt x="3217" y="32"/>
                  </a:lnTo>
                  <a:lnTo>
                    <a:pt x="2863" y="96"/>
                  </a:lnTo>
                  <a:lnTo>
                    <a:pt x="2541" y="161"/>
                  </a:lnTo>
                  <a:lnTo>
                    <a:pt x="2187" y="289"/>
                  </a:lnTo>
                  <a:lnTo>
                    <a:pt x="1898" y="450"/>
                  </a:lnTo>
                  <a:lnTo>
                    <a:pt x="1609" y="611"/>
                  </a:lnTo>
                  <a:lnTo>
                    <a:pt x="1319" y="836"/>
                  </a:lnTo>
                  <a:lnTo>
                    <a:pt x="1062" y="1061"/>
                  </a:lnTo>
                  <a:lnTo>
                    <a:pt x="805" y="1319"/>
                  </a:lnTo>
                  <a:lnTo>
                    <a:pt x="612" y="1608"/>
                  </a:lnTo>
                  <a:lnTo>
                    <a:pt x="419" y="1930"/>
                  </a:lnTo>
                  <a:lnTo>
                    <a:pt x="258" y="2283"/>
                  </a:lnTo>
                  <a:lnTo>
                    <a:pt x="129" y="2605"/>
                  </a:lnTo>
                  <a:lnTo>
                    <a:pt x="65" y="2959"/>
                  </a:lnTo>
                  <a:lnTo>
                    <a:pt x="1" y="3312"/>
                  </a:lnTo>
                  <a:lnTo>
                    <a:pt x="1" y="3666"/>
                  </a:lnTo>
                  <a:lnTo>
                    <a:pt x="33" y="3988"/>
                  </a:lnTo>
                  <a:lnTo>
                    <a:pt x="65" y="4342"/>
                  </a:lnTo>
                  <a:lnTo>
                    <a:pt x="161" y="4663"/>
                  </a:lnTo>
                  <a:lnTo>
                    <a:pt x="290" y="4985"/>
                  </a:lnTo>
                  <a:lnTo>
                    <a:pt x="419" y="5306"/>
                  </a:lnTo>
                  <a:lnTo>
                    <a:pt x="612" y="5596"/>
                  </a:lnTo>
                  <a:lnTo>
                    <a:pt x="837" y="5885"/>
                  </a:lnTo>
                  <a:lnTo>
                    <a:pt x="1062" y="6142"/>
                  </a:lnTo>
                  <a:lnTo>
                    <a:pt x="1319" y="6368"/>
                  </a:lnTo>
                  <a:lnTo>
                    <a:pt x="1609" y="6593"/>
                  </a:lnTo>
                  <a:lnTo>
                    <a:pt x="1930" y="6786"/>
                  </a:lnTo>
                  <a:lnTo>
                    <a:pt x="2284" y="6946"/>
                  </a:lnTo>
                  <a:lnTo>
                    <a:pt x="2606" y="7043"/>
                  </a:lnTo>
                  <a:lnTo>
                    <a:pt x="2959" y="7139"/>
                  </a:lnTo>
                  <a:lnTo>
                    <a:pt x="3313" y="7172"/>
                  </a:lnTo>
                  <a:lnTo>
                    <a:pt x="4021" y="7172"/>
                  </a:lnTo>
                  <a:lnTo>
                    <a:pt x="4342" y="7107"/>
                  </a:lnTo>
                  <a:lnTo>
                    <a:pt x="4696" y="7011"/>
                  </a:lnTo>
                  <a:lnTo>
                    <a:pt x="5018" y="6914"/>
                  </a:lnTo>
                  <a:lnTo>
                    <a:pt x="5307" y="6753"/>
                  </a:lnTo>
                  <a:lnTo>
                    <a:pt x="5629" y="6561"/>
                  </a:lnTo>
                  <a:lnTo>
                    <a:pt x="5886" y="6368"/>
                  </a:lnTo>
                  <a:lnTo>
                    <a:pt x="6175" y="6142"/>
                  </a:lnTo>
                  <a:lnTo>
                    <a:pt x="6400" y="5853"/>
                  </a:lnTo>
                  <a:lnTo>
                    <a:pt x="6625" y="5564"/>
                  </a:lnTo>
                  <a:lnTo>
                    <a:pt x="6786" y="5274"/>
                  </a:lnTo>
                  <a:lnTo>
                    <a:pt x="6947" y="4920"/>
                  </a:lnTo>
                  <a:lnTo>
                    <a:pt x="7076" y="4599"/>
                  </a:lnTo>
                  <a:lnTo>
                    <a:pt x="7140" y="4245"/>
                  </a:lnTo>
                  <a:lnTo>
                    <a:pt x="7204" y="3891"/>
                  </a:lnTo>
                  <a:lnTo>
                    <a:pt x="7204" y="3538"/>
                  </a:lnTo>
                  <a:lnTo>
                    <a:pt x="7204" y="3184"/>
                  </a:lnTo>
                  <a:lnTo>
                    <a:pt x="7140" y="2862"/>
                  </a:lnTo>
                  <a:lnTo>
                    <a:pt x="7044" y="2508"/>
                  </a:lnTo>
                  <a:lnTo>
                    <a:pt x="6915" y="2187"/>
                  </a:lnTo>
                  <a:lnTo>
                    <a:pt x="6786" y="1897"/>
                  </a:lnTo>
                  <a:lnTo>
                    <a:pt x="6593" y="1608"/>
                  </a:lnTo>
                  <a:lnTo>
                    <a:pt x="6400" y="1319"/>
                  </a:lnTo>
                  <a:lnTo>
                    <a:pt x="6143" y="1061"/>
                  </a:lnTo>
                  <a:lnTo>
                    <a:pt x="5886" y="804"/>
                  </a:lnTo>
                  <a:lnTo>
                    <a:pt x="5596" y="611"/>
                  </a:lnTo>
                  <a:lnTo>
                    <a:pt x="5275" y="418"/>
                  </a:lnTo>
                  <a:lnTo>
                    <a:pt x="4953" y="257"/>
                  </a:lnTo>
                  <a:lnTo>
                    <a:pt x="4599" y="161"/>
                  </a:lnTo>
                  <a:lnTo>
                    <a:pt x="4246" y="64"/>
                  </a:lnTo>
                  <a:lnTo>
                    <a:pt x="3892" y="32"/>
                  </a:lnTo>
                  <a:lnTo>
                    <a:pt x="353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2513;p49">
              <a:extLst>
                <a:ext uri="{FF2B5EF4-FFF2-40B4-BE49-F238E27FC236}">
                  <a16:creationId xmlns:a16="http://schemas.microsoft.com/office/drawing/2014/main" id="{4BDEF6CC-2F9B-BC49-C25D-B959F5FA8F7B}"/>
                </a:ext>
              </a:extLst>
            </p:cNvPr>
            <p:cNvSpPr/>
            <p:nvPr/>
          </p:nvSpPr>
          <p:spPr>
            <a:xfrm>
              <a:off x="1440771" y="2713020"/>
              <a:ext cx="96614" cy="95746"/>
            </a:xfrm>
            <a:custGeom>
              <a:avLst/>
              <a:gdLst/>
              <a:ahLst/>
              <a:cxnLst/>
              <a:rect l="l" t="t" r="r" b="b"/>
              <a:pathLst>
                <a:path w="7237" h="7172" extrusionOk="0">
                  <a:moveTo>
                    <a:pt x="3217" y="0"/>
                  </a:moveTo>
                  <a:lnTo>
                    <a:pt x="2863" y="64"/>
                  </a:lnTo>
                  <a:lnTo>
                    <a:pt x="2542" y="161"/>
                  </a:lnTo>
                  <a:lnTo>
                    <a:pt x="2220" y="290"/>
                  </a:lnTo>
                  <a:lnTo>
                    <a:pt x="1898" y="418"/>
                  </a:lnTo>
                  <a:lnTo>
                    <a:pt x="1609" y="611"/>
                  </a:lnTo>
                  <a:lnTo>
                    <a:pt x="1319" y="804"/>
                  </a:lnTo>
                  <a:lnTo>
                    <a:pt x="1062" y="1061"/>
                  </a:lnTo>
                  <a:lnTo>
                    <a:pt x="837" y="1319"/>
                  </a:lnTo>
                  <a:lnTo>
                    <a:pt x="612" y="1608"/>
                  </a:lnTo>
                  <a:lnTo>
                    <a:pt x="419" y="1930"/>
                  </a:lnTo>
                  <a:lnTo>
                    <a:pt x="258" y="2251"/>
                  </a:lnTo>
                  <a:lnTo>
                    <a:pt x="162" y="2605"/>
                  </a:lnTo>
                  <a:lnTo>
                    <a:pt x="65" y="2927"/>
                  </a:lnTo>
                  <a:lnTo>
                    <a:pt x="33" y="3280"/>
                  </a:lnTo>
                  <a:lnTo>
                    <a:pt x="1" y="3634"/>
                  </a:lnTo>
                  <a:lnTo>
                    <a:pt x="33" y="3988"/>
                  </a:lnTo>
                  <a:lnTo>
                    <a:pt x="97" y="4310"/>
                  </a:lnTo>
                  <a:lnTo>
                    <a:pt x="194" y="4663"/>
                  </a:lnTo>
                  <a:lnTo>
                    <a:pt x="290" y="4985"/>
                  </a:lnTo>
                  <a:lnTo>
                    <a:pt x="451" y="5274"/>
                  </a:lnTo>
                  <a:lnTo>
                    <a:pt x="612" y="5596"/>
                  </a:lnTo>
                  <a:lnTo>
                    <a:pt x="837" y="5853"/>
                  </a:lnTo>
                  <a:lnTo>
                    <a:pt x="1062" y="6110"/>
                  </a:lnTo>
                  <a:lnTo>
                    <a:pt x="1352" y="6368"/>
                  </a:lnTo>
                  <a:lnTo>
                    <a:pt x="1641" y="6561"/>
                  </a:lnTo>
                  <a:lnTo>
                    <a:pt x="1963" y="6754"/>
                  </a:lnTo>
                  <a:lnTo>
                    <a:pt x="2284" y="6914"/>
                  </a:lnTo>
                  <a:lnTo>
                    <a:pt x="2638" y="7043"/>
                  </a:lnTo>
                  <a:lnTo>
                    <a:pt x="2960" y="7107"/>
                  </a:lnTo>
                  <a:lnTo>
                    <a:pt x="3313" y="7172"/>
                  </a:lnTo>
                  <a:lnTo>
                    <a:pt x="3667" y="7172"/>
                  </a:lnTo>
                  <a:lnTo>
                    <a:pt x="4021" y="7140"/>
                  </a:lnTo>
                  <a:lnTo>
                    <a:pt x="4375" y="7107"/>
                  </a:lnTo>
                  <a:lnTo>
                    <a:pt x="4696" y="7011"/>
                  </a:lnTo>
                  <a:lnTo>
                    <a:pt x="5018" y="6882"/>
                  </a:lnTo>
                  <a:lnTo>
                    <a:pt x="5339" y="6754"/>
                  </a:lnTo>
                  <a:lnTo>
                    <a:pt x="5629" y="6561"/>
                  </a:lnTo>
                  <a:lnTo>
                    <a:pt x="5918" y="6336"/>
                  </a:lnTo>
                  <a:lnTo>
                    <a:pt x="6176" y="6110"/>
                  </a:lnTo>
                  <a:lnTo>
                    <a:pt x="6401" y="5853"/>
                  </a:lnTo>
                  <a:lnTo>
                    <a:pt x="6626" y="5564"/>
                  </a:lnTo>
                  <a:lnTo>
                    <a:pt x="6819" y="5242"/>
                  </a:lnTo>
                  <a:lnTo>
                    <a:pt x="6980" y="4921"/>
                  </a:lnTo>
                  <a:lnTo>
                    <a:pt x="7076" y="4567"/>
                  </a:lnTo>
                  <a:lnTo>
                    <a:pt x="7172" y="4213"/>
                  </a:lnTo>
                  <a:lnTo>
                    <a:pt x="7205" y="3859"/>
                  </a:lnTo>
                  <a:lnTo>
                    <a:pt x="7237" y="3538"/>
                  </a:lnTo>
                  <a:lnTo>
                    <a:pt x="7205" y="3184"/>
                  </a:lnTo>
                  <a:lnTo>
                    <a:pt x="7140" y="2830"/>
                  </a:lnTo>
                  <a:lnTo>
                    <a:pt x="7076" y="2509"/>
                  </a:lnTo>
                  <a:lnTo>
                    <a:pt x="6947" y="2187"/>
                  </a:lnTo>
                  <a:lnTo>
                    <a:pt x="6787" y="1865"/>
                  </a:lnTo>
                  <a:lnTo>
                    <a:pt x="6626" y="1576"/>
                  </a:lnTo>
                  <a:lnTo>
                    <a:pt x="6401" y="1287"/>
                  </a:lnTo>
                  <a:lnTo>
                    <a:pt x="6176" y="1029"/>
                  </a:lnTo>
                  <a:lnTo>
                    <a:pt x="5886" y="804"/>
                  </a:lnTo>
                  <a:lnTo>
                    <a:pt x="5597" y="579"/>
                  </a:lnTo>
                  <a:lnTo>
                    <a:pt x="5275" y="386"/>
                  </a:lnTo>
                  <a:lnTo>
                    <a:pt x="4953" y="257"/>
                  </a:lnTo>
                  <a:lnTo>
                    <a:pt x="4600" y="129"/>
                  </a:lnTo>
                  <a:lnTo>
                    <a:pt x="4278" y="64"/>
                  </a:lnTo>
                  <a:lnTo>
                    <a:pt x="39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2514;p49">
              <a:extLst>
                <a:ext uri="{FF2B5EF4-FFF2-40B4-BE49-F238E27FC236}">
                  <a16:creationId xmlns:a16="http://schemas.microsoft.com/office/drawing/2014/main" id="{A625E666-7219-3612-46DB-2F46C9D39BB2}"/>
                </a:ext>
              </a:extLst>
            </p:cNvPr>
            <p:cNvSpPr/>
            <p:nvPr/>
          </p:nvSpPr>
          <p:spPr>
            <a:xfrm>
              <a:off x="735825" y="2764110"/>
              <a:ext cx="1561469" cy="1425366"/>
            </a:xfrm>
            <a:custGeom>
              <a:avLst/>
              <a:gdLst/>
              <a:ahLst/>
              <a:cxnLst/>
              <a:rect l="l" t="t" r="r" b="b"/>
              <a:pathLst>
                <a:path w="116964" h="106769" extrusionOk="0">
                  <a:moveTo>
                    <a:pt x="0" y="0"/>
                  </a:moveTo>
                  <a:lnTo>
                    <a:pt x="0" y="106769"/>
                  </a:lnTo>
                  <a:lnTo>
                    <a:pt x="109889" y="106769"/>
                  </a:lnTo>
                  <a:lnTo>
                    <a:pt x="110275" y="106737"/>
                  </a:lnTo>
                  <a:lnTo>
                    <a:pt x="111014" y="106608"/>
                  </a:lnTo>
                  <a:lnTo>
                    <a:pt x="111754" y="106447"/>
                  </a:lnTo>
                  <a:lnTo>
                    <a:pt x="112429" y="106190"/>
                  </a:lnTo>
                  <a:lnTo>
                    <a:pt x="113072" y="105869"/>
                  </a:lnTo>
                  <a:lnTo>
                    <a:pt x="113683" y="105515"/>
                  </a:lnTo>
                  <a:lnTo>
                    <a:pt x="114262" y="105065"/>
                  </a:lnTo>
                  <a:lnTo>
                    <a:pt x="114809" y="104614"/>
                  </a:lnTo>
                  <a:lnTo>
                    <a:pt x="115259" y="104068"/>
                  </a:lnTo>
                  <a:lnTo>
                    <a:pt x="115710" y="103489"/>
                  </a:lnTo>
                  <a:lnTo>
                    <a:pt x="116063" y="102878"/>
                  </a:lnTo>
                  <a:lnTo>
                    <a:pt x="116385" y="102235"/>
                  </a:lnTo>
                  <a:lnTo>
                    <a:pt x="116642" y="101559"/>
                  </a:lnTo>
                  <a:lnTo>
                    <a:pt x="116835" y="100852"/>
                  </a:lnTo>
                  <a:lnTo>
                    <a:pt x="116932" y="100112"/>
                  </a:lnTo>
                  <a:lnTo>
                    <a:pt x="116964" y="99726"/>
                  </a:lnTo>
                  <a:lnTo>
                    <a:pt x="116964" y="99340"/>
                  </a:lnTo>
                  <a:lnTo>
                    <a:pt x="116964" y="7429"/>
                  </a:lnTo>
                  <a:lnTo>
                    <a:pt x="116964" y="7043"/>
                  </a:lnTo>
                  <a:lnTo>
                    <a:pt x="116932" y="6689"/>
                  </a:lnTo>
                  <a:lnTo>
                    <a:pt x="116835" y="5950"/>
                  </a:lnTo>
                  <a:lnTo>
                    <a:pt x="116642" y="5242"/>
                  </a:lnTo>
                  <a:lnTo>
                    <a:pt x="116385" y="4535"/>
                  </a:lnTo>
                  <a:lnTo>
                    <a:pt x="116063" y="3891"/>
                  </a:lnTo>
                  <a:lnTo>
                    <a:pt x="115710" y="3280"/>
                  </a:lnTo>
                  <a:lnTo>
                    <a:pt x="115259" y="2702"/>
                  </a:lnTo>
                  <a:lnTo>
                    <a:pt x="114809" y="2187"/>
                  </a:lnTo>
                  <a:lnTo>
                    <a:pt x="114262" y="1705"/>
                  </a:lnTo>
                  <a:lnTo>
                    <a:pt x="113683" y="1286"/>
                  </a:lnTo>
                  <a:lnTo>
                    <a:pt x="113072" y="901"/>
                  </a:lnTo>
                  <a:lnTo>
                    <a:pt x="112429" y="611"/>
                  </a:lnTo>
                  <a:lnTo>
                    <a:pt x="111754" y="354"/>
                  </a:lnTo>
                  <a:lnTo>
                    <a:pt x="111014" y="161"/>
                  </a:lnTo>
                  <a:lnTo>
                    <a:pt x="110275" y="64"/>
                  </a:lnTo>
                  <a:lnTo>
                    <a:pt x="109889" y="32"/>
                  </a:lnTo>
                  <a:lnTo>
                    <a:pt x="1095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2515;p49">
              <a:extLst>
                <a:ext uri="{FF2B5EF4-FFF2-40B4-BE49-F238E27FC236}">
                  <a16:creationId xmlns:a16="http://schemas.microsoft.com/office/drawing/2014/main" id="{94A0CA1F-334F-F833-23A4-57D247D61AA7}"/>
                </a:ext>
              </a:extLst>
            </p:cNvPr>
            <p:cNvSpPr/>
            <p:nvPr/>
          </p:nvSpPr>
          <p:spPr>
            <a:xfrm>
              <a:off x="1465683" y="2842675"/>
              <a:ext cx="60115" cy="19758"/>
            </a:xfrm>
            <a:custGeom>
              <a:avLst/>
              <a:gdLst/>
              <a:ahLst/>
              <a:cxnLst/>
              <a:rect l="l" t="t" r="r" b="b"/>
              <a:pathLst>
                <a:path w="4503" h="1480" extrusionOk="0">
                  <a:moveTo>
                    <a:pt x="740" y="0"/>
                  </a:moveTo>
                  <a:lnTo>
                    <a:pt x="579" y="32"/>
                  </a:lnTo>
                  <a:lnTo>
                    <a:pt x="450" y="65"/>
                  </a:lnTo>
                  <a:lnTo>
                    <a:pt x="322" y="129"/>
                  </a:lnTo>
                  <a:lnTo>
                    <a:pt x="225" y="225"/>
                  </a:lnTo>
                  <a:lnTo>
                    <a:pt x="129" y="322"/>
                  </a:lnTo>
                  <a:lnTo>
                    <a:pt x="65" y="451"/>
                  </a:lnTo>
                  <a:lnTo>
                    <a:pt x="0" y="611"/>
                  </a:lnTo>
                  <a:lnTo>
                    <a:pt x="0" y="740"/>
                  </a:lnTo>
                  <a:lnTo>
                    <a:pt x="0" y="901"/>
                  </a:lnTo>
                  <a:lnTo>
                    <a:pt x="65" y="1029"/>
                  </a:lnTo>
                  <a:lnTo>
                    <a:pt x="129" y="1158"/>
                  </a:lnTo>
                  <a:lnTo>
                    <a:pt x="225" y="1254"/>
                  </a:lnTo>
                  <a:lnTo>
                    <a:pt x="322" y="1351"/>
                  </a:lnTo>
                  <a:lnTo>
                    <a:pt x="450" y="1415"/>
                  </a:lnTo>
                  <a:lnTo>
                    <a:pt x="579" y="1480"/>
                  </a:lnTo>
                  <a:lnTo>
                    <a:pt x="3891" y="1480"/>
                  </a:lnTo>
                  <a:lnTo>
                    <a:pt x="4052" y="1415"/>
                  </a:lnTo>
                  <a:lnTo>
                    <a:pt x="4181" y="1351"/>
                  </a:lnTo>
                  <a:lnTo>
                    <a:pt x="4277" y="1254"/>
                  </a:lnTo>
                  <a:lnTo>
                    <a:pt x="4374" y="1158"/>
                  </a:lnTo>
                  <a:lnTo>
                    <a:pt x="4438" y="1029"/>
                  </a:lnTo>
                  <a:lnTo>
                    <a:pt x="4470" y="901"/>
                  </a:lnTo>
                  <a:lnTo>
                    <a:pt x="4502" y="740"/>
                  </a:lnTo>
                  <a:lnTo>
                    <a:pt x="4470" y="611"/>
                  </a:lnTo>
                  <a:lnTo>
                    <a:pt x="4438" y="451"/>
                  </a:lnTo>
                  <a:lnTo>
                    <a:pt x="4374" y="322"/>
                  </a:lnTo>
                  <a:lnTo>
                    <a:pt x="4277" y="225"/>
                  </a:lnTo>
                  <a:lnTo>
                    <a:pt x="4181" y="129"/>
                  </a:lnTo>
                  <a:lnTo>
                    <a:pt x="4052" y="65"/>
                  </a:lnTo>
                  <a:lnTo>
                    <a:pt x="3891" y="32"/>
                  </a:lnTo>
                  <a:lnTo>
                    <a:pt x="37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2516;p49">
              <a:extLst>
                <a:ext uri="{FF2B5EF4-FFF2-40B4-BE49-F238E27FC236}">
                  <a16:creationId xmlns:a16="http://schemas.microsoft.com/office/drawing/2014/main" id="{F02F3698-AC43-6903-D52C-C3434DC2FD9B}"/>
                </a:ext>
              </a:extLst>
            </p:cNvPr>
            <p:cNvSpPr/>
            <p:nvPr/>
          </p:nvSpPr>
          <p:spPr>
            <a:xfrm>
              <a:off x="1390122" y="4103609"/>
              <a:ext cx="60115" cy="19758"/>
            </a:xfrm>
            <a:custGeom>
              <a:avLst/>
              <a:gdLst/>
              <a:ahLst/>
              <a:cxnLst/>
              <a:rect l="l" t="t" r="r" b="b"/>
              <a:pathLst>
                <a:path w="4503" h="1480" extrusionOk="0">
                  <a:moveTo>
                    <a:pt x="611" y="0"/>
                  </a:moveTo>
                  <a:lnTo>
                    <a:pt x="450" y="32"/>
                  </a:lnTo>
                  <a:lnTo>
                    <a:pt x="322" y="129"/>
                  </a:lnTo>
                  <a:lnTo>
                    <a:pt x="225" y="193"/>
                  </a:lnTo>
                  <a:lnTo>
                    <a:pt x="129" y="322"/>
                  </a:lnTo>
                  <a:lnTo>
                    <a:pt x="64" y="450"/>
                  </a:lnTo>
                  <a:lnTo>
                    <a:pt x="32" y="579"/>
                  </a:lnTo>
                  <a:lnTo>
                    <a:pt x="0" y="740"/>
                  </a:lnTo>
                  <a:lnTo>
                    <a:pt x="32" y="868"/>
                  </a:lnTo>
                  <a:lnTo>
                    <a:pt x="64" y="1029"/>
                  </a:lnTo>
                  <a:lnTo>
                    <a:pt x="129" y="1158"/>
                  </a:lnTo>
                  <a:lnTo>
                    <a:pt x="225" y="1254"/>
                  </a:lnTo>
                  <a:lnTo>
                    <a:pt x="322" y="1351"/>
                  </a:lnTo>
                  <a:lnTo>
                    <a:pt x="450" y="1415"/>
                  </a:lnTo>
                  <a:lnTo>
                    <a:pt x="611" y="1447"/>
                  </a:lnTo>
                  <a:lnTo>
                    <a:pt x="740" y="1479"/>
                  </a:lnTo>
                  <a:lnTo>
                    <a:pt x="3763" y="1479"/>
                  </a:lnTo>
                  <a:lnTo>
                    <a:pt x="3924" y="1447"/>
                  </a:lnTo>
                  <a:lnTo>
                    <a:pt x="4052" y="1415"/>
                  </a:lnTo>
                  <a:lnTo>
                    <a:pt x="4181" y="1351"/>
                  </a:lnTo>
                  <a:lnTo>
                    <a:pt x="4277" y="1254"/>
                  </a:lnTo>
                  <a:lnTo>
                    <a:pt x="4374" y="1158"/>
                  </a:lnTo>
                  <a:lnTo>
                    <a:pt x="4438" y="1029"/>
                  </a:lnTo>
                  <a:lnTo>
                    <a:pt x="4502" y="868"/>
                  </a:lnTo>
                  <a:lnTo>
                    <a:pt x="4502" y="740"/>
                  </a:lnTo>
                  <a:lnTo>
                    <a:pt x="4502" y="579"/>
                  </a:lnTo>
                  <a:lnTo>
                    <a:pt x="4438" y="450"/>
                  </a:lnTo>
                  <a:lnTo>
                    <a:pt x="4374" y="322"/>
                  </a:lnTo>
                  <a:lnTo>
                    <a:pt x="4277" y="193"/>
                  </a:lnTo>
                  <a:lnTo>
                    <a:pt x="4181" y="129"/>
                  </a:lnTo>
                  <a:lnTo>
                    <a:pt x="4052" y="32"/>
                  </a:lnTo>
                  <a:lnTo>
                    <a:pt x="39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2517;p49">
              <a:extLst>
                <a:ext uri="{FF2B5EF4-FFF2-40B4-BE49-F238E27FC236}">
                  <a16:creationId xmlns:a16="http://schemas.microsoft.com/office/drawing/2014/main" id="{84601273-6159-D417-38C0-2A580D31EF16}"/>
                </a:ext>
              </a:extLst>
            </p:cNvPr>
            <p:cNvSpPr/>
            <p:nvPr/>
          </p:nvSpPr>
          <p:spPr>
            <a:xfrm>
              <a:off x="1229548" y="4103609"/>
              <a:ext cx="60115" cy="19758"/>
            </a:xfrm>
            <a:custGeom>
              <a:avLst/>
              <a:gdLst/>
              <a:ahLst/>
              <a:cxnLst/>
              <a:rect l="l" t="t" r="r" b="b"/>
              <a:pathLst>
                <a:path w="4503" h="1480" extrusionOk="0">
                  <a:moveTo>
                    <a:pt x="612" y="0"/>
                  </a:moveTo>
                  <a:lnTo>
                    <a:pt x="451" y="32"/>
                  </a:lnTo>
                  <a:lnTo>
                    <a:pt x="322" y="129"/>
                  </a:lnTo>
                  <a:lnTo>
                    <a:pt x="226" y="193"/>
                  </a:lnTo>
                  <a:lnTo>
                    <a:pt x="129" y="322"/>
                  </a:lnTo>
                  <a:lnTo>
                    <a:pt x="65" y="450"/>
                  </a:lnTo>
                  <a:lnTo>
                    <a:pt x="33" y="579"/>
                  </a:lnTo>
                  <a:lnTo>
                    <a:pt x="1" y="740"/>
                  </a:lnTo>
                  <a:lnTo>
                    <a:pt x="33" y="868"/>
                  </a:lnTo>
                  <a:lnTo>
                    <a:pt x="65" y="1029"/>
                  </a:lnTo>
                  <a:lnTo>
                    <a:pt x="129" y="1158"/>
                  </a:lnTo>
                  <a:lnTo>
                    <a:pt x="226" y="1254"/>
                  </a:lnTo>
                  <a:lnTo>
                    <a:pt x="322" y="1351"/>
                  </a:lnTo>
                  <a:lnTo>
                    <a:pt x="451" y="1415"/>
                  </a:lnTo>
                  <a:lnTo>
                    <a:pt x="612" y="1447"/>
                  </a:lnTo>
                  <a:lnTo>
                    <a:pt x="740" y="1479"/>
                  </a:lnTo>
                  <a:lnTo>
                    <a:pt x="3763" y="1479"/>
                  </a:lnTo>
                  <a:lnTo>
                    <a:pt x="3924" y="1447"/>
                  </a:lnTo>
                  <a:lnTo>
                    <a:pt x="4053" y="1415"/>
                  </a:lnTo>
                  <a:lnTo>
                    <a:pt x="4181" y="1351"/>
                  </a:lnTo>
                  <a:lnTo>
                    <a:pt x="4278" y="1254"/>
                  </a:lnTo>
                  <a:lnTo>
                    <a:pt x="4374" y="1158"/>
                  </a:lnTo>
                  <a:lnTo>
                    <a:pt x="4439" y="1029"/>
                  </a:lnTo>
                  <a:lnTo>
                    <a:pt x="4503" y="868"/>
                  </a:lnTo>
                  <a:lnTo>
                    <a:pt x="4503" y="740"/>
                  </a:lnTo>
                  <a:lnTo>
                    <a:pt x="4503" y="579"/>
                  </a:lnTo>
                  <a:lnTo>
                    <a:pt x="4439" y="450"/>
                  </a:lnTo>
                  <a:lnTo>
                    <a:pt x="4374" y="322"/>
                  </a:lnTo>
                  <a:lnTo>
                    <a:pt x="4278" y="193"/>
                  </a:lnTo>
                  <a:lnTo>
                    <a:pt x="4181" y="129"/>
                  </a:lnTo>
                  <a:lnTo>
                    <a:pt x="4053" y="32"/>
                  </a:lnTo>
                  <a:lnTo>
                    <a:pt x="39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2518;p49">
              <a:extLst>
                <a:ext uri="{FF2B5EF4-FFF2-40B4-BE49-F238E27FC236}">
                  <a16:creationId xmlns:a16="http://schemas.microsoft.com/office/drawing/2014/main" id="{3D47AF53-9254-FBDF-117B-5EFE28E4F70A}"/>
                </a:ext>
              </a:extLst>
            </p:cNvPr>
            <p:cNvSpPr/>
            <p:nvPr/>
          </p:nvSpPr>
          <p:spPr>
            <a:xfrm>
              <a:off x="1309835" y="4103609"/>
              <a:ext cx="60115" cy="19758"/>
            </a:xfrm>
            <a:custGeom>
              <a:avLst/>
              <a:gdLst/>
              <a:ahLst/>
              <a:cxnLst/>
              <a:rect l="l" t="t" r="r" b="b"/>
              <a:pathLst>
                <a:path w="4503" h="1480" extrusionOk="0">
                  <a:moveTo>
                    <a:pt x="611" y="0"/>
                  </a:moveTo>
                  <a:lnTo>
                    <a:pt x="451" y="32"/>
                  </a:lnTo>
                  <a:lnTo>
                    <a:pt x="322" y="129"/>
                  </a:lnTo>
                  <a:lnTo>
                    <a:pt x="225" y="193"/>
                  </a:lnTo>
                  <a:lnTo>
                    <a:pt x="129" y="322"/>
                  </a:lnTo>
                  <a:lnTo>
                    <a:pt x="65" y="450"/>
                  </a:lnTo>
                  <a:lnTo>
                    <a:pt x="33" y="579"/>
                  </a:lnTo>
                  <a:lnTo>
                    <a:pt x="0" y="740"/>
                  </a:lnTo>
                  <a:lnTo>
                    <a:pt x="33" y="868"/>
                  </a:lnTo>
                  <a:lnTo>
                    <a:pt x="65" y="1029"/>
                  </a:lnTo>
                  <a:lnTo>
                    <a:pt x="129" y="1158"/>
                  </a:lnTo>
                  <a:lnTo>
                    <a:pt x="225" y="1254"/>
                  </a:lnTo>
                  <a:lnTo>
                    <a:pt x="322" y="1351"/>
                  </a:lnTo>
                  <a:lnTo>
                    <a:pt x="451" y="1415"/>
                  </a:lnTo>
                  <a:lnTo>
                    <a:pt x="611" y="1447"/>
                  </a:lnTo>
                  <a:lnTo>
                    <a:pt x="740" y="1479"/>
                  </a:lnTo>
                  <a:lnTo>
                    <a:pt x="3763" y="1479"/>
                  </a:lnTo>
                  <a:lnTo>
                    <a:pt x="3924" y="1447"/>
                  </a:lnTo>
                  <a:lnTo>
                    <a:pt x="4052" y="1415"/>
                  </a:lnTo>
                  <a:lnTo>
                    <a:pt x="4181" y="1351"/>
                  </a:lnTo>
                  <a:lnTo>
                    <a:pt x="4278" y="1254"/>
                  </a:lnTo>
                  <a:lnTo>
                    <a:pt x="4374" y="1158"/>
                  </a:lnTo>
                  <a:lnTo>
                    <a:pt x="4438" y="1029"/>
                  </a:lnTo>
                  <a:lnTo>
                    <a:pt x="4503" y="868"/>
                  </a:lnTo>
                  <a:lnTo>
                    <a:pt x="4503" y="740"/>
                  </a:lnTo>
                  <a:lnTo>
                    <a:pt x="4503" y="579"/>
                  </a:lnTo>
                  <a:lnTo>
                    <a:pt x="4438" y="450"/>
                  </a:lnTo>
                  <a:lnTo>
                    <a:pt x="4374" y="322"/>
                  </a:lnTo>
                  <a:lnTo>
                    <a:pt x="4278" y="193"/>
                  </a:lnTo>
                  <a:lnTo>
                    <a:pt x="4181" y="129"/>
                  </a:lnTo>
                  <a:lnTo>
                    <a:pt x="4052" y="32"/>
                  </a:lnTo>
                  <a:lnTo>
                    <a:pt x="39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2519;p49">
              <a:extLst>
                <a:ext uri="{FF2B5EF4-FFF2-40B4-BE49-F238E27FC236}">
                  <a16:creationId xmlns:a16="http://schemas.microsoft.com/office/drawing/2014/main" id="{859381C3-4913-85B4-F2F4-DDB4458AC26C}"/>
                </a:ext>
              </a:extLst>
            </p:cNvPr>
            <p:cNvSpPr/>
            <p:nvPr/>
          </p:nvSpPr>
          <p:spPr>
            <a:xfrm>
              <a:off x="1385396" y="2842675"/>
              <a:ext cx="60115" cy="19758"/>
            </a:xfrm>
            <a:custGeom>
              <a:avLst/>
              <a:gdLst/>
              <a:ahLst/>
              <a:cxnLst/>
              <a:rect l="l" t="t" r="r" b="b"/>
              <a:pathLst>
                <a:path w="4503" h="1480" extrusionOk="0">
                  <a:moveTo>
                    <a:pt x="740" y="0"/>
                  </a:moveTo>
                  <a:lnTo>
                    <a:pt x="611" y="32"/>
                  </a:lnTo>
                  <a:lnTo>
                    <a:pt x="451" y="65"/>
                  </a:lnTo>
                  <a:lnTo>
                    <a:pt x="322" y="129"/>
                  </a:lnTo>
                  <a:lnTo>
                    <a:pt x="226" y="225"/>
                  </a:lnTo>
                  <a:lnTo>
                    <a:pt x="129" y="322"/>
                  </a:lnTo>
                  <a:lnTo>
                    <a:pt x="65" y="451"/>
                  </a:lnTo>
                  <a:lnTo>
                    <a:pt x="0" y="611"/>
                  </a:lnTo>
                  <a:lnTo>
                    <a:pt x="0" y="740"/>
                  </a:lnTo>
                  <a:lnTo>
                    <a:pt x="0" y="901"/>
                  </a:lnTo>
                  <a:lnTo>
                    <a:pt x="65" y="1029"/>
                  </a:lnTo>
                  <a:lnTo>
                    <a:pt x="129" y="1158"/>
                  </a:lnTo>
                  <a:lnTo>
                    <a:pt x="226" y="1254"/>
                  </a:lnTo>
                  <a:lnTo>
                    <a:pt x="322" y="1351"/>
                  </a:lnTo>
                  <a:lnTo>
                    <a:pt x="451" y="1415"/>
                  </a:lnTo>
                  <a:lnTo>
                    <a:pt x="611" y="1480"/>
                  </a:lnTo>
                  <a:lnTo>
                    <a:pt x="3892" y="1480"/>
                  </a:lnTo>
                  <a:lnTo>
                    <a:pt x="4052" y="1415"/>
                  </a:lnTo>
                  <a:lnTo>
                    <a:pt x="4181" y="1351"/>
                  </a:lnTo>
                  <a:lnTo>
                    <a:pt x="4278" y="1254"/>
                  </a:lnTo>
                  <a:lnTo>
                    <a:pt x="4374" y="1158"/>
                  </a:lnTo>
                  <a:lnTo>
                    <a:pt x="4438" y="1029"/>
                  </a:lnTo>
                  <a:lnTo>
                    <a:pt x="4471" y="901"/>
                  </a:lnTo>
                  <a:lnTo>
                    <a:pt x="4503" y="740"/>
                  </a:lnTo>
                  <a:lnTo>
                    <a:pt x="4471" y="611"/>
                  </a:lnTo>
                  <a:lnTo>
                    <a:pt x="4438" y="451"/>
                  </a:lnTo>
                  <a:lnTo>
                    <a:pt x="4374" y="322"/>
                  </a:lnTo>
                  <a:lnTo>
                    <a:pt x="4278" y="225"/>
                  </a:lnTo>
                  <a:lnTo>
                    <a:pt x="4181" y="129"/>
                  </a:lnTo>
                  <a:lnTo>
                    <a:pt x="4052" y="65"/>
                  </a:lnTo>
                  <a:lnTo>
                    <a:pt x="3892" y="32"/>
                  </a:lnTo>
                  <a:lnTo>
                    <a:pt x="37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2520;p49">
              <a:extLst>
                <a:ext uri="{FF2B5EF4-FFF2-40B4-BE49-F238E27FC236}">
                  <a16:creationId xmlns:a16="http://schemas.microsoft.com/office/drawing/2014/main" id="{5BCBFA0B-248B-80E9-C88E-701C150E6917}"/>
                </a:ext>
              </a:extLst>
            </p:cNvPr>
            <p:cNvSpPr/>
            <p:nvPr/>
          </p:nvSpPr>
          <p:spPr>
            <a:xfrm>
              <a:off x="1305109" y="2842675"/>
              <a:ext cx="60115" cy="19758"/>
            </a:xfrm>
            <a:custGeom>
              <a:avLst/>
              <a:gdLst/>
              <a:ahLst/>
              <a:cxnLst/>
              <a:rect l="l" t="t" r="r" b="b"/>
              <a:pathLst>
                <a:path w="4503" h="1480" extrusionOk="0">
                  <a:moveTo>
                    <a:pt x="740" y="0"/>
                  </a:moveTo>
                  <a:lnTo>
                    <a:pt x="612" y="32"/>
                  </a:lnTo>
                  <a:lnTo>
                    <a:pt x="451" y="65"/>
                  </a:lnTo>
                  <a:lnTo>
                    <a:pt x="322" y="129"/>
                  </a:lnTo>
                  <a:lnTo>
                    <a:pt x="226" y="225"/>
                  </a:lnTo>
                  <a:lnTo>
                    <a:pt x="129" y="322"/>
                  </a:lnTo>
                  <a:lnTo>
                    <a:pt x="65" y="451"/>
                  </a:lnTo>
                  <a:lnTo>
                    <a:pt x="33" y="611"/>
                  </a:lnTo>
                  <a:lnTo>
                    <a:pt x="1" y="740"/>
                  </a:lnTo>
                  <a:lnTo>
                    <a:pt x="33" y="901"/>
                  </a:lnTo>
                  <a:lnTo>
                    <a:pt x="65" y="1029"/>
                  </a:lnTo>
                  <a:lnTo>
                    <a:pt x="129" y="1158"/>
                  </a:lnTo>
                  <a:lnTo>
                    <a:pt x="226" y="1254"/>
                  </a:lnTo>
                  <a:lnTo>
                    <a:pt x="322" y="1351"/>
                  </a:lnTo>
                  <a:lnTo>
                    <a:pt x="451" y="1415"/>
                  </a:lnTo>
                  <a:lnTo>
                    <a:pt x="612" y="1480"/>
                  </a:lnTo>
                  <a:lnTo>
                    <a:pt x="3892" y="1480"/>
                  </a:lnTo>
                  <a:lnTo>
                    <a:pt x="4053" y="1415"/>
                  </a:lnTo>
                  <a:lnTo>
                    <a:pt x="4181" y="1351"/>
                  </a:lnTo>
                  <a:lnTo>
                    <a:pt x="4278" y="1254"/>
                  </a:lnTo>
                  <a:lnTo>
                    <a:pt x="4374" y="1158"/>
                  </a:lnTo>
                  <a:lnTo>
                    <a:pt x="4439" y="1029"/>
                  </a:lnTo>
                  <a:lnTo>
                    <a:pt x="4471" y="901"/>
                  </a:lnTo>
                  <a:lnTo>
                    <a:pt x="4503" y="740"/>
                  </a:lnTo>
                  <a:lnTo>
                    <a:pt x="4471" y="611"/>
                  </a:lnTo>
                  <a:lnTo>
                    <a:pt x="4439" y="451"/>
                  </a:lnTo>
                  <a:lnTo>
                    <a:pt x="4374" y="322"/>
                  </a:lnTo>
                  <a:lnTo>
                    <a:pt x="4278" y="225"/>
                  </a:lnTo>
                  <a:lnTo>
                    <a:pt x="4181" y="129"/>
                  </a:lnTo>
                  <a:lnTo>
                    <a:pt x="4053" y="65"/>
                  </a:lnTo>
                  <a:lnTo>
                    <a:pt x="3892" y="32"/>
                  </a:lnTo>
                  <a:lnTo>
                    <a:pt x="37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2521;p49">
              <a:extLst>
                <a:ext uri="{FF2B5EF4-FFF2-40B4-BE49-F238E27FC236}">
                  <a16:creationId xmlns:a16="http://schemas.microsoft.com/office/drawing/2014/main" id="{BEC42539-2EF3-E3B6-3721-2ABE6AC93B22}"/>
                </a:ext>
              </a:extLst>
            </p:cNvPr>
            <p:cNvSpPr/>
            <p:nvPr/>
          </p:nvSpPr>
          <p:spPr>
            <a:xfrm>
              <a:off x="1626243" y="2842675"/>
              <a:ext cx="60128" cy="19758"/>
            </a:xfrm>
            <a:custGeom>
              <a:avLst/>
              <a:gdLst/>
              <a:ahLst/>
              <a:cxnLst/>
              <a:rect l="l" t="t" r="r" b="b"/>
              <a:pathLst>
                <a:path w="4504" h="1480" extrusionOk="0">
                  <a:moveTo>
                    <a:pt x="740" y="0"/>
                  </a:moveTo>
                  <a:lnTo>
                    <a:pt x="580" y="32"/>
                  </a:lnTo>
                  <a:lnTo>
                    <a:pt x="451" y="65"/>
                  </a:lnTo>
                  <a:lnTo>
                    <a:pt x="322" y="129"/>
                  </a:lnTo>
                  <a:lnTo>
                    <a:pt x="226" y="225"/>
                  </a:lnTo>
                  <a:lnTo>
                    <a:pt x="129" y="322"/>
                  </a:lnTo>
                  <a:lnTo>
                    <a:pt x="65" y="451"/>
                  </a:lnTo>
                  <a:lnTo>
                    <a:pt x="1" y="611"/>
                  </a:lnTo>
                  <a:lnTo>
                    <a:pt x="1" y="740"/>
                  </a:lnTo>
                  <a:lnTo>
                    <a:pt x="1" y="901"/>
                  </a:lnTo>
                  <a:lnTo>
                    <a:pt x="65" y="1029"/>
                  </a:lnTo>
                  <a:lnTo>
                    <a:pt x="129" y="1158"/>
                  </a:lnTo>
                  <a:lnTo>
                    <a:pt x="226" y="1254"/>
                  </a:lnTo>
                  <a:lnTo>
                    <a:pt x="322" y="1351"/>
                  </a:lnTo>
                  <a:lnTo>
                    <a:pt x="451" y="1415"/>
                  </a:lnTo>
                  <a:lnTo>
                    <a:pt x="580" y="1480"/>
                  </a:lnTo>
                  <a:lnTo>
                    <a:pt x="3892" y="1480"/>
                  </a:lnTo>
                  <a:lnTo>
                    <a:pt x="4053" y="1415"/>
                  </a:lnTo>
                  <a:lnTo>
                    <a:pt x="4181" y="1351"/>
                  </a:lnTo>
                  <a:lnTo>
                    <a:pt x="4278" y="1254"/>
                  </a:lnTo>
                  <a:lnTo>
                    <a:pt x="4374" y="1158"/>
                  </a:lnTo>
                  <a:lnTo>
                    <a:pt x="4439" y="1029"/>
                  </a:lnTo>
                  <a:lnTo>
                    <a:pt x="4471" y="901"/>
                  </a:lnTo>
                  <a:lnTo>
                    <a:pt x="4503" y="740"/>
                  </a:lnTo>
                  <a:lnTo>
                    <a:pt x="4471" y="611"/>
                  </a:lnTo>
                  <a:lnTo>
                    <a:pt x="4439" y="451"/>
                  </a:lnTo>
                  <a:lnTo>
                    <a:pt x="4374" y="322"/>
                  </a:lnTo>
                  <a:lnTo>
                    <a:pt x="4278" y="225"/>
                  </a:lnTo>
                  <a:lnTo>
                    <a:pt x="4181" y="129"/>
                  </a:lnTo>
                  <a:lnTo>
                    <a:pt x="4053" y="65"/>
                  </a:lnTo>
                  <a:lnTo>
                    <a:pt x="3892" y="32"/>
                  </a:lnTo>
                  <a:lnTo>
                    <a:pt x="37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2522;p49">
              <a:extLst>
                <a:ext uri="{FF2B5EF4-FFF2-40B4-BE49-F238E27FC236}">
                  <a16:creationId xmlns:a16="http://schemas.microsoft.com/office/drawing/2014/main" id="{0FE70EEF-8070-D628-55FB-3CA01A555DA7}"/>
                </a:ext>
              </a:extLst>
            </p:cNvPr>
            <p:cNvSpPr/>
            <p:nvPr/>
          </p:nvSpPr>
          <p:spPr>
            <a:xfrm>
              <a:off x="1470395" y="4103609"/>
              <a:ext cx="60128" cy="19758"/>
            </a:xfrm>
            <a:custGeom>
              <a:avLst/>
              <a:gdLst/>
              <a:ahLst/>
              <a:cxnLst/>
              <a:rect l="l" t="t" r="r" b="b"/>
              <a:pathLst>
                <a:path w="4504" h="1480" extrusionOk="0">
                  <a:moveTo>
                    <a:pt x="612" y="0"/>
                  </a:moveTo>
                  <a:lnTo>
                    <a:pt x="451" y="32"/>
                  </a:lnTo>
                  <a:lnTo>
                    <a:pt x="323" y="129"/>
                  </a:lnTo>
                  <a:lnTo>
                    <a:pt x="226" y="193"/>
                  </a:lnTo>
                  <a:lnTo>
                    <a:pt x="130" y="322"/>
                  </a:lnTo>
                  <a:lnTo>
                    <a:pt x="65" y="450"/>
                  </a:lnTo>
                  <a:lnTo>
                    <a:pt x="33" y="579"/>
                  </a:lnTo>
                  <a:lnTo>
                    <a:pt x="1" y="740"/>
                  </a:lnTo>
                  <a:lnTo>
                    <a:pt x="33" y="868"/>
                  </a:lnTo>
                  <a:lnTo>
                    <a:pt x="65" y="1029"/>
                  </a:lnTo>
                  <a:lnTo>
                    <a:pt x="130" y="1158"/>
                  </a:lnTo>
                  <a:lnTo>
                    <a:pt x="226" y="1254"/>
                  </a:lnTo>
                  <a:lnTo>
                    <a:pt x="323" y="1351"/>
                  </a:lnTo>
                  <a:lnTo>
                    <a:pt x="451" y="1415"/>
                  </a:lnTo>
                  <a:lnTo>
                    <a:pt x="612" y="1447"/>
                  </a:lnTo>
                  <a:lnTo>
                    <a:pt x="741" y="1479"/>
                  </a:lnTo>
                  <a:lnTo>
                    <a:pt x="3764" y="1479"/>
                  </a:lnTo>
                  <a:lnTo>
                    <a:pt x="3892" y="1447"/>
                  </a:lnTo>
                  <a:lnTo>
                    <a:pt x="4053" y="1415"/>
                  </a:lnTo>
                  <a:lnTo>
                    <a:pt x="4182" y="1351"/>
                  </a:lnTo>
                  <a:lnTo>
                    <a:pt x="4278" y="1254"/>
                  </a:lnTo>
                  <a:lnTo>
                    <a:pt x="4375" y="1158"/>
                  </a:lnTo>
                  <a:lnTo>
                    <a:pt x="4439" y="1029"/>
                  </a:lnTo>
                  <a:lnTo>
                    <a:pt x="4503" y="868"/>
                  </a:lnTo>
                  <a:lnTo>
                    <a:pt x="4503" y="740"/>
                  </a:lnTo>
                  <a:lnTo>
                    <a:pt x="4503" y="579"/>
                  </a:lnTo>
                  <a:lnTo>
                    <a:pt x="4439" y="450"/>
                  </a:lnTo>
                  <a:lnTo>
                    <a:pt x="4375" y="322"/>
                  </a:lnTo>
                  <a:lnTo>
                    <a:pt x="4278" y="193"/>
                  </a:lnTo>
                  <a:lnTo>
                    <a:pt x="4182" y="129"/>
                  </a:lnTo>
                  <a:lnTo>
                    <a:pt x="4053" y="32"/>
                  </a:lnTo>
                  <a:lnTo>
                    <a:pt x="38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2523;p49">
              <a:extLst>
                <a:ext uri="{FF2B5EF4-FFF2-40B4-BE49-F238E27FC236}">
                  <a16:creationId xmlns:a16="http://schemas.microsoft.com/office/drawing/2014/main" id="{C7DBD0A5-0300-83E6-A6E7-DF479E81F281}"/>
                </a:ext>
              </a:extLst>
            </p:cNvPr>
            <p:cNvSpPr/>
            <p:nvPr/>
          </p:nvSpPr>
          <p:spPr>
            <a:xfrm>
              <a:off x="1706530" y="2842675"/>
              <a:ext cx="60115" cy="19758"/>
            </a:xfrm>
            <a:custGeom>
              <a:avLst/>
              <a:gdLst/>
              <a:ahLst/>
              <a:cxnLst/>
              <a:rect l="l" t="t" r="r" b="b"/>
              <a:pathLst>
                <a:path w="4503" h="1480" extrusionOk="0">
                  <a:moveTo>
                    <a:pt x="740" y="0"/>
                  </a:moveTo>
                  <a:lnTo>
                    <a:pt x="579" y="32"/>
                  </a:lnTo>
                  <a:lnTo>
                    <a:pt x="451" y="65"/>
                  </a:lnTo>
                  <a:lnTo>
                    <a:pt x="322" y="129"/>
                  </a:lnTo>
                  <a:lnTo>
                    <a:pt x="226" y="225"/>
                  </a:lnTo>
                  <a:lnTo>
                    <a:pt x="129" y="322"/>
                  </a:lnTo>
                  <a:lnTo>
                    <a:pt x="65" y="451"/>
                  </a:lnTo>
                  <a:lnTo>
                    <a:pt x="1" y="611"/>
                  </a:lnTo>
                  <a:lnTo>
                    <a:pt x="1" y="740"/>
                  </a:lnTo>
                  <a:lnTo>
                    <a:pt x="1" y="901"/>
                  </a:lnTo>
                  <a:lnTo>
                    <a:pt x="65" y="1029"/>
                  </a:lnTo>
                  <a:lnTo>
                    <a:pt x="129" y="1158"/>
                  </a:lnTo>
                  <a:lnTo>
                    <a:pt x="226" y="1254"/>
                  </a:lnTo>
                  <a:lnTo>
                    <a:pt x="322" y="1351"/>
                  </a:lnTo>
                  <a:lnTo>
                    <a:pt x="451" y="1415"/>
                  </a:lnTo>
                  <a:lnTo>
                    <a:pt x="579" y="1480"/>
                  </a:lnTo>
                  <a:lnTo>
                    <a:pt x="3892" y="1480"/>
                  </a:lnTo>
                  <a:lnTo>
                    <a:pt x="4053" y="1415"/>
                  </a:lnTo>
                  <a:lnTo>
                    <a:pt x="4149" y="1351"/>
                  </a:lnTo>
                  <a:lnTo>
                    <a:pt x="4278" y="1254"/>
                  </a:lnTo>
                  <a:lnTo>
                    <a:pt x="4374" y="1158"/>
                  </a:lnTo>
                  <a:lnTo>
                    <a:pt x="4439" y="1029"/>
                  </a:lnTo>
                  <a:lnTo>
                    <a:pt x="4471" y="901"/>
                  </a:lnTo>
                  <a:lnTo>
                    <a:pt x="4503" y="740"/>
                  </a:lnTo>
                  <a:lnTo>
                    <a:pt x="4471" y="611"/>
                  </a:lnTo>
                  <a:lnTo>
                    <a:pt x="4439" y="451"/>
                  </a:lnTo>
                  <a:lnTo>
                    <a:pt x="4374" y="322"/>
                  </a:lnTo>
                  <a:lnTo>
                    <a:pt x="4278" y="225"/>
                  </a:lnTo>
                  <a:lnTo>
                    <a:pt x="4149" y="129"/>
                  </a:lnTo>
                  <a:lnTo>
                    <a:pt x="4053" y="65"/>
                  </a:lnTo>
                  <a:lnTo>
                    <a:pt x="3892" y="32"/>
                  </a:lnTo>
                  <a:lnTo>
                    <a:pt x="37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2524;p49">
              <a:extLst>
                <a:ext uri="{FF2B5EF4-FFF2-40B4-BE49-F238E27FC236}">
                  <a16:creationId xmlns:a16="http://schemas.microsoft.com/office/drawing/2014/main" id="{DEF75EE8-055A-CFC6-7183-115CBEF83EF0}"/>
                </a:ext>
              </a:extLst>
            </p:cNvPr>
            <p:cNvSpPr/>
            <p:nvPr/>
          </p:nvSpPr>
          <p:spPr>
            <a:xfrm>
              <a:off x="1630969" y="4103609"/>
              <a:ext cx="60115" cy="19758"/>
            </a:xfrm>
            <a:custGeom>
              <a:avLst/>
              <a:gdLst/>
              <a:ahLst/>
              <a:cxnLst/>
              <a:rect l="l" t="t" r="r" b="b"/>
              <a:pathLst>
                <a:path w="4503" h="1480" extrusionOk="0">
                  <a:moveTo>
                    <a:pt x="612" y="0"/>
                  </a:moveTo>
                  <a:lnTo>
                    <a:pt x="451" y="32"/>
                  </a:lnTo>
                  <a:lnTo>
                    <a:pt x="322" y="129"/>
                  </a:lnTo>
                  <a:lnTo>
                    <a:pt x="226" y="193"/>
                  </a:lnTo>
                  <a:lnTo>
                    <a:pt x="129" y="322"/>
                  </a:lnTo>
                  <a:lnTo>
                    <a:pt x="65" y="450"/>
                  </a:lnTo>
                  <a:lnTo>
                    <a:pt x="33" y="579"/>
                  </a:lnTo>
                  <a:lnTo>
                    <a:pt x="1" y="740"/>
                  </a:lnTo>
                  <a:lnTo>
                    <a:pt x="33" y="868"/>
                  </a:lnTo>
                  <a:lnTo>
                    <a:pt x="65" y="1029"/>
                  </a:lnTo>
                  <a:lnTo>
                    <a:pt x="129" y="1158"/>
                  </a:lnTo>
                  <a:lnTo>
                    <a:pt x="226" y="1254"/>
                  </a:lnTo>
                  <a:lnTo>
                    <a:pt x="322" y="1351"/>
                  </a:lnTo>
                  <a:lnTo>
                    <a:pt x="451" y="1415"/>
                  </a:lnTo>
                  <a:lnTo>
                    <a:pt x="612" y="1447"/>
                  </a:lnTo>
                  <a:lnTo>
                    <a:pt x="740" y="1479"/>
                  </a:lnTo>
                  <a:lnTo>
                    <a:pt x="3763" y="1479"/>
                  </a:lnTo>
                  <a:lnTo>
                    <a:pt x="3892" y="1447"/>
                  </a:lnTo>
                  <a:lnTo>
                    <a:pt x="4053" y="1415"/>
                  </a:lnTo>
                  <a:lnTo>
                    <a:pt x="4181" y="1351"/>
                  </a:lnTo>
                  <a:lnTo>
                    <a:pt x="4278" y="1254"/>
                  </a:lnTo>
                  <a:lnTo>
                    <a:pt x="4374" y="1158"/>
                  </a:lnTo>
                  <a:lnTo>
                    <a:pt x="4439" y="1029"/>
                  </a:lnTo>
                  <a:lnTo>
                    <a:pt x="4471" y="868"/>
                  </a:lnTo>
                  <a:lnTo>
                    <a:pt x="4503" y="740"/>
                  </a:lnTo>
                  <a:lnTo>
                    <a:pt x="4471" y="579"/>
                  </a:lnTo>
                  <a:lnTo>
                    <a:pt x="4439" y="450"/>
                  </a:lnTo>
                  <a:lnTo>
                    <a:pt x="4374" y="322"/>
                  </a:lnTo>
                  <a:lnTo>
                    <a:pt x="4278" y="193"/>
                  </a:lnTo>
                  <a:lnTo>
                    <a:pt x="4181" y="129"/>
                  </a:lnTo>
                  <a:lnTo>
                    <a:pt x="4053" y="32"/>
                  </a:lnTo>
                  <a:lnTo>
                    <a:pt x="38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2525;p49">
              <a:extLst>
                <a:ext uri="{FF2B5EF4-FFF2-40B4-BE49-F238E27FC236}">
                  <a16:creationId xmlns:a16="http://schemas.microsoft.com/office/drawing/2014/main" id="{1E5BCDF1-0492-0F95-9605-73CDF596FCFA}"/>
                </a:ext>
              </a:extLst>
            </p:cNvPr>
            <p:cNvSpPr/>
            <p:nvPr/>
          </p:nvSpPr>
          <p:spPr>
            <a:xfrm>
              <a:off x="1545956" y="2842675"/>
              <a:ext cx="60128" cy="19758"/>
            </a:xfrm>
            <a:custGeom>
              <a:avLst/>
              <a:gdLst/>
              <a:ahLst/>
              <a:cxnLst/>
              <a:rect l="l" t="t" r="r" b="b"/>
              <a:pathLst>
                <a:path w="4504" h="1480" extrusionOk="0">
                  <a:moveTo>
                    <a:pt x="741" y="0"/>
                  </a:moveTo>
                  <a:lnTo>
                    <a:pt x="580" y="32"/>
                  </a:lnTo>
                  <a:lnTo>
                    <a:pt x="451" y="65"/>
                  </a:lnTo>
                  <a:lnTo>
                    <a:pt x="323" y="129"/>
                  </a:lnTo>
                  <a:lnTo>
                    <a:pt x="226" y="225"/>
                  </a:lnTo>
                  <a:lnTo>
                    <a:pt x="130" y="322"/>
                  </a:lnTo>
                  <a:lnTo>
                    <a:pt x="65" y="451"/>
                  </a:lnTo>
                  <a:lnTo>
                    <a:pt x="1" y="611"/>
                  </a:lnTo>
                  <a:lnTo>
                    <a:pt x="1" y="740"/>
                  </a:lnTo>
                  <a:lnTo>
                    <a:pt x="1" y="901"/>
                  </a:lnTo>
                  <a:lnTo>
                    <a:pt x="65" y="1029"/>
                  </a:lnTo>
                  <a:lnTo>
                    <a:pt x="130" y="1158"/>
                  </a:lnTo>
                  <a:lnTo>
                    <a:pt x="226" y="1254"/>
                  </a:lnTo>
                  <a:lnTo>
                    <a:pt x="323" y="1351"/>
                  </a:lnTo>
                  <a:lnTo>
                    <a:pt x="451" y="1415"/>
                  </a:lnTo>
                  <a:lnTo>
                    <a:pt x="580" y="1480"/>
                  </a:lnTo>
                  <a:lnTo>
                    <a:pt x="3892" y="1480"/>
                  </a:lnTo>
                  <a:lnTo>
                    <a:pt x="4053" y="1415"/>
                  </a:lnTo>
                  <a:lnTo>
                    <a:pt x="4182" y="1351"/>
                  </a:lnTo>
                  <a:lnTo>
                    <a:pt x="4278" y="1254"/>
                  </a:lnTo>
                  <a:lnTo>
                    <a:pt x="4375" y="1158"/>
                  </a:lnTo>
                  <a:lnTo>
                    <a:pt x="4439" y="1029"/>
                  </a:lnTo>
                  <a:lnTo>
                    <a:pt x="4471" y="901"/>
                  </a:lnTo>
                  <a:lnTo>
                    <a:pt x="4503" y="740"/>
                  </a:lnTo>
                  <a:lnTo>
                    <a:pt x="4471" y="611"/>
                  </a:lnTo>
                  <a:lnTo>
                    <a:pt x="4439" y="451"/>
                  </a:lnTo>
                  <a:lnTo>
                    <a:pt x="4375" y="322"/>
                  </a:lnTo>
                  <a:lnTo>
                    <a:pt x="4278" y="225"/>
                  </a:lnTo>
                  <a:lnTo>
                    <a:pt x="4182" y="129"/>
                  </a:lnTo>
                  <a:lnTo>
                    <a:pt x="4053" y="65"/>
                  </a:lnTo>
                  <a:lnTo>
                    <a:pt x="3892" y="32"/>
                  </a:lnTo>
                  <a:lnTo>
                    <a:pt x="376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2526;p49">
              <a:extLst>
                <a:ext uri="{FF2B5EF4-FFF2-40B4-BE49-F238E27FC236}">
                  <a16:creationId xmlns:a16="http://schemas.microsoft.com/office/drawing/2014/main" id="{0E5A8C16-A282-24B4-AE28-7DB41BB632E0}"/>
                </a:ext>
              </a:extLst>
            </p:cNvPr>
            <p:cNvSpPr/>
            <p:nvPr/>
          </p:nvSpPr>
          <p:spPr>
            <a:xfrm>
              <a:off x="1550682" y="4103609"/>
              <a:ext cx="60128" cy="19758"/>
            </a:xfrm>
            <a:custGeom>
              <a:avLst/>
              <a:gdLst/>
              <a:ahLst/>
              <a:cxnLst/>
              <a:rect l="l" t="t" r="r" b="b"/>
              <a:pathLst>
                <a:path w="4504" h="1480" extrusionOk="0">
                  <a:moveTo>
                    <a:pt x="612" y="0"/>
                  </a:moveTo>
                  <a:lnTo>
                    <a:pt x="451" y="32"/>
                  </a:lnTo>
                  <a:lnTo>
                    <a:pt x="322" y="129"/>
                  </a:lnTo>
                  <a:lnTo>
                    <a:pt x="226" y="193"/>
                  </a:lnTo>
                  <a:lnTo>
                    <a:pt x="129" y="322"/>
                  </a:lnTo>
                  <a:lnTo>
                    <a:pt x="65" y="450"/>
                  </a:lnTo>
                  <a:lnTo>
                    <a:pt x="33" y="579"/>
                  </a:lnTo>
                  <a:lnTo>
                    <a:pt x="1" y="740"/>
                  </a:lnTo>
                  <a:lnTo>
                    <a:pt x="33" y="868"/>
                  </a:lnTo>
                  <a:lnTo>
                    <a:pt x="65" y="1029"/>
                  </a:lnTo>
                  <a:lnTo>
                    <a:pt x="129" y="1158"/>
                  </a:lnTo>
                  <a:lnTo>
                    <a:pt x="226" y="1254"/>
                  </a:lnTo>
                  <a:lnTo>
                    <a:pt x="322" y="1351"/>
                  </a:lnTo>
                  <a:lnTo>
                    <a:pt x="451" y="1415"/>
                  </a:lnTo>
                  <a:lnTo>
                    <a:pt x="612" y="1447"/>
                  </a:lnTo>
                  <a:lnTo>
                    <a:pt x="740" y="1479"/>
                  </a:lnTo>
                  <a:lnTo>
                    <a:pt x="3763" y="1479"/>
                  </a:lnTo>
                  <a:lnTo>
                    <a:pt x="3892" y="1447"/>
                  </a:lnTo>
                  <a:lnTo>
                    <a:pt x="4053" y="1415"/>
                  </a:lnTo>
                  <a:lnTo>
                    <a:pt x="4181" y="1351"/>
                  </a:lnTo>
                  <a:lnTo>
                    <a:pt x="4278" y="1254"/>
                  </a:lnTo>
                  <a:lnTo>
                    <a:pt x="4374" y="1158"/>
                  </a:lnTo>
                  <a:lnTo>
                    <a:pt x="4439" y="1029"/>
                  </a:lnTo>
                  <a:lnTo>
                    <a:pt x="4471" y="868"/>
                  </a:lnTo>
                  <a:lnTo>
                    <a:pt x="4503" y="740"/>
                  </a:lnTo>
                  <a:lnTo>
                    <a:pt x="4471" y="579"/>
                  </a:lnTo>
                  <a:lnTo>
                    <a:pt x="4439" y="450"/>
                  </a:lnTo>
                  <a:lnTo>
                    <a:pt x="4374" y="322"/>
                  </a:lnTo>
                  <a:lnTo>
                    <a:pt x="4278" y="193"/>
                  </a:lnTo>
                  <a:lnTo>
                    <a:pt x="4181" y="129"/>
                  </a:lnTo>
                  <a:lnTo>
                    <a:pt x="4053" y="32"/>
                  </a:lnTo>
                  <a:lnTo>
                    <a:pt x="38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2527;p49">
              <a:extLst>
                <a:ext uri="{FF2B5EF4-FFF2-40B4-BE49-F238E27FC236}">
                  <a16:creationId xmlns:a16="http://schemas.microsoft.com/office/drawing/2014/main" id="{0FEFCBCD-0A60-DE20-297E-5435D868E27A}"/>
                </a:ext>
              </a:extLst>
            </p:cNvPr>
            <p:cNvSpPr/>
            <p:nvPr/>
          </p:nvSpPr>
          <p:spPr>
            <a:xfrm>
              <a:off x="748280" y="4103609"/>
              <a:ext cx="59688" cy="19758"/>
            </a:xfrm>
            <a:custGeom>
              <a:avLst/>
              <a:gdLst/>
              <a:ahLst/>
              <a:cxnLst/>
              <a:rect l="l" t="t" r="r" b="b"/>
              <a:pathLst>
                <a:path w="4471" h="1480" extrusionOk="0">
                  <a:moveTo>
                    <a:pt x="579" y="0"/>
                  </a:moveTo>
                  <a:lnTo>
                    <a:pt x="450" y="32"/>
                  </a:lnTo>
                  <a:lnTo>
                    <a:pt x="322" y="129"/>
                  </a:lnTo>
                  <a:lnTo>
                    <a:pt x="193" y="193"/>
                  </a:lnTo>
                  <a:lnTo>
                    <a:pt x="96" y="322"/>
                  </a:lnTo>
                  <a:lnTo>
                    <a:pt x="32" y="450"/>
                  </a:lnTo>
                  <a:lnTo>
                    <a:pt x="0" y="579"/>
                  </a:lnTo>
                  <a:lnTo>
                    <a:pt x="0" y="740"/>
                  </a:lnTo>
                  <a:lnTo>
                    <a:pt x="0" y="868"/>
                  </a:lnTo>
                  <a:lnTo>
                    <a:pt x="32" y="1029"/>
                  </a:lnTo>
                  <a:lnTo>
                    <a:pt x="96" y="1158"/>
                  </a:lnTo>
                  <a:lnTo>
                    <a:pt x="193" y="1254"/>
                  </a:lnTo>
                  <a:lnTo>
                    <a:pt x="322" y="1351"/>
                  </a:lnTo>
                  <a:lnTo>
                    <a:pt x="450" y="1415"/>
                  </a:lnTo>
                  <a:lnTo>
                    <a:pt x="579" y="1447"/>
                  </a:lnTo>
                  <a:lnTo>
                    <a:pt x="740" y="1479"/>
                  </a:lnTo>
                  <a:lnTo>
                    <a:pt x="3730" y="1479"/>
                  </a:lnTo>
                  <a:lnTo>
                    <a:pt x="3891" y="1447"/>
                  </a:lnTo>
                  <a:lnTo>
                    <a:pt x="4020" y="1415"/>
                  </a:lnTo>
                  <a:lnTo>
                    <a:pt x="4149" y="1351"/>
                  </a:lnTo>
                  <a:lnTo>
                    <a:pt x="4277" y="1254"/>
                  </a:lnTo>
                  <a:lnTo>
                    <a:pt x="4342" y="1158"/>
                  </a:lnTo>
                  <a:lnTo>
                    <a:pt x="4438" y="1029"/>
                  </a:lnTo>
                  <a:lnTo>
                    <a:pt x="4470" y="868"/>
                  </a:lnTo>
                  <a:lnTo>
                    <a:pt x="4470" y="740"/>
                  </a:lnTo>
                  <a:lnTo>
                    <a:pt x="4470" y="579"/>
                  </a:lnTo>
                  <a:lnTo>
                    <a:pt x="4438" y="450"/>
                  </a:lnTo>
                  <a:lnTo>
                    <a:pt x="4342" y="322"/>
                  </a:lnTo>
                  <a:lnTo>
                    <a:pt x="4277" y="193"/>
                  </a:lnTo>
                  <a:lnTo>
                    <a:pt x="4149" y="129"/>
                  </a:lnTo>
                  <a:lnTo>
                    <a:pt x="4020" y="32"/>
                  </a:lnTo>
                  <a:lnTo>
                    <a:pt x="38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2528;p49">
              <a:extLst>
                <a:ext uri="{FF2B5EF4-FFF2-40B4-BE49-F238E27FC236}">
                  <a16:creationId xmlns:a16="http://schemas.microsoft.com/office/drawing/2014/main" id="{6B85E61A-658B-3AE0-46D7-39F948C07672}"/>
                </a:ext>
              </a:extLst>
            </p:cNvPr>
            <p:cNvSpPr/>
            <p:nvPr/>
          </p:nvSpPr>
          <p:spPr>
            <a:xfrm>
              <a:off x="828127" y="4103609"/>
              <a:ext cx="60115" cy="19758"/>
            </a:xfrm>
            <a:custGeom>
              <a:avLst/>
              <a:gdLst/>
              <a:ahLst/>
              <a:cxnLst/>
              <a:rect l="l" t="t" r="r" b="b"/>
              <a:pathLst>
                <a:path w="4503" h="1480" extrusionOk="0">
                  <a:moveTo>
                    <a:pt x="612" y="0"/>
                  </a:moveTo>
                  <a:lnTo>
                    <a:pt x="483" y="32"/>
                  </a:lnTo>
                  <a:lnTo>
                    <a:pt x="354" y="129"/>
                  </a:lnTo>
                  <a:lnTo>
                    <a:pt x="226" y="193"/>
                  </a:lnTo>
                  <a:lnTo>
                    <a:pt x="129" y="322"/>
                  </a:lnTo>
                  <a:lnTo>
                    <a:pt x="65" y="450"/>
                  </a:lnTo>
                  <a:lnTo>
                    <a:pt x="33" y="579"/>
                  </a:lnTo>
                  <a:lnTo>
                    <a:pt x="1" y="740"/>
                  </a:lnTo>
                  <a:lnTo>
                    <a:pt x="33" y="868"/>
                  </a:lnTo>
                  <a:lnTo>
                    <a:pt x="65" y="1029"/>
                  </a:lnTo>
                  <a:lnTo>
                    <a:pt x="129" y="1158"/>
                  </a:lnTo>
                  <a:lnTo>
                    <a:pt x="226" y="1254"/>
                  </a:lnTo>
                  <a:lnTo>
                    <a:pt x="354" y="1351"/>
                  </a:lnTo>
                  <a:lnTo>
                    <a:pt x="483" y="1415"/>
                  </a:lnTo>
                  <a:lnTo>
                    <a:pt x="612" y="1447"/>
                  </a:lnTo>
                  <a:lnTo>
                    <a:pt x="772" y="1479"/>
                  </a:lnTo>
                  <a:lnTo>
                    <a:pt x="3763" y="1479"/>
                  </a:lnTo>
                  <a:lnTo>
                    <a:pt x="3924" y="1447"/>
                  </a:lnTo>
                  <a:lnTo>
                    <a:pt x="4053" y="1415"/>
                  </a:lnTo>
                  <a:lnTo>
                    <a:pt x="4181" y="1351"/>
                  </a:lnTo>
                  <a:lnTo>
                    <a:pt x="4310" y="1254"/>
                  </a:lnTo>
                  <a:lnTo>
                    <a:pt x="4374" y="1158"/>
                  </a:lnTo>
                  <a:lnTo>
                    <a:pt x="4439" y="1029"/>
                  </a:lnTo>
                  <a:lnTo>
                    <a:pt x="4503" y="868"/>
                  </a:lnTo>
                  <a:lnTo>
                    <a:pt x="4503" y="740"/>
                  </a:lnTo>
                  <a:lnTo>
                    <a:pt x="4503" y="579"/>
                  </a:lnTo>
                  <a:lnTo>
                    <a:pt x="4439" y="450"/>
                  </a:lnTo>
                  <a:lnTo>
                    <a:pt x="4374" y="322"/>
                  </a:lnTo>
                  <a:lnTo>
                    <a:pt x="4310" y="193"/>
                  </a:lnTo>
                  <a:lnTo>
                    <a:pt x="4181" y="129"/>
                  </a:lnTo>
                  <a:lnTo>
                    <a:pt x="4053" y="32"/>
                  </a:lnTo>
                  <a:lnTo>
                    <a:pt x="39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2529;p49">
              <a:extLst>
                <a:ext uri="{FF2B5EF4-FFF2-40B4-BE49-F238E27FC236}">
                  <a16:creationId xmlns:a16="http://schemas.microsoft.com/office/drawing/2014/main" id="{32B0F771-C776-D499-F98F-24556BB9AB9A}"/>
                </a:ext>
              </a:extLst>
            </p:cNvPr>
            <p:cNvSpPr/>
            <p:nvPr/>
          </p:nvSpPr>
          <p:spPr>
            <a:xfrm>
              <a:off x="903688" y="2842675"/>
              <a:ext cx="60115" cy="19758"/>
            </a:xfrm>
            <a:custGeom>
              <a:avLst/>
              <a:gdLst/>
              <a:ahLst/>
              <a:cxnLst/>
              <a:rect l="l" t="t" r="r" b="b"/>
              <a:pathLst>
                <a:path w="4503" h="1480" extrusionOk="0">
                  <a:moveTo>
                    <a:pt x="740" y="0"/>
                  </a:moveTo>
                  <a:lnTo>
                    <a:pt x="612" y="32"/>
                  </a:lnTo>
                  <a:lnTo>
                    <a:pt x="451" y="65"/>
                  </a:lnTo>
                  <a:lnTo>
                    <a:pt x="322" y="129"/>
                  </a:lnTo>
                  <a:lnTo>
                    <a:pt x="226" y="225"/>
                  </a:lnTo>
                  <a:lnTo>
                    <a:pt x="129" y="322"/>
                  </a:lnTo>
                  <a:lnTo>
                    <a:pt x="65" y="451"/>
                  </a:lnTo>
                  <a:lnTo>
                    <a:pt x="33" y="611"/>
                  </a:lnTo>
                  <a:lnTo>
                    <a:pt x="1" y="740"/>
                  </a:lnTo>
                  <a:lnTo>
                    <a:pt x="33" y="901"/>
                  </a:lnTo>
                  <a:lnTo>
                    <a:pt x="65" y="1029"/>
                  </a:lnTo>
                  <a:lnTo>
                    <a:pt x="129" y="1158"/>
                  </a:lnTo>
                  <a:lnTo>
                    <a:pt x="226" y="1254"/>
                  </a:lnTo>
                  <a:lnTo>
                    <a:pt x="322" y="1351"/>
                  </a:lnTo>
                  <a:lnTo>
                    <a:pt x="451" y="1415"/>
                  </a:lnTo>
                  <a:lnTo>
                    <a:pt x="612" y="1480"/>
                  </a:lnTo>
                  <a:lnTo>
                    <a:pt x="3924" y="1480"/>
                  </a:lnTo>
                  <a:lnTo>
                    <a:pt x="4053" y="1415"/>
                  </a:lnTo>
                  <a:lnTo>
                    <a:pt x="4181" y="1351"/>
                  </a:lnTo>
                  <a:lnTo>
                    <a:pt x="4278" y="1254"/>
                  </a:lnTo>
                  <a:lnTo>
                    <a:pt x="4374" y="1158"/>
                  </a:lnTo>
                  <a:lnTo>
                    <a:pt x="4439" y="1029"/>
                  </a:lnTo>
                  <a:lnTo>
                    <a:pt x="4503" y="901"/>
                  </a:lnTo>
                  <a:lnTo>
                    <a:pt x="4503" y="740"/>
                  </a:lnTo>
                  <a:lnTo>
                    <a:pt x="4503" y="611"/>
                  </a:lnTo>
                  <a:lnTo>
                    <a:pt x="4439" y="451"/>
                  </a:lnTo>
                  <a:lnTo>
                    <a:pt x="4374" y="322"/>
                  </a:lnTo>
                  <a:lnTo>
                    <a:pt x="4278" y="225"/>
                  </a:lnTo>
                  <a:lnTo>
                    <a:pt x="4181" y="129"/>
                  </a:lnTo>
                  <a:lnTo>
                    <a:pt x="4053" y="65"/>
                  </a:lnTo>
                  <a:lnTo>
                    <a:pt x="3924" y="32"/>
                  </a:lnTo>
                  <a:lnTo>
                    <a:pt x="37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2530;p49">
              <a:extLst>
                <a:ext uri="{FF2B5EF4-FFF2-40B4-BE49-F238E27FC236}">
                  <a16:creationId xmlns:a16="http://schemas.microsoft.com/office/drawing/2014/main" id="{60AA632E-00E5-AEB8-D256-D22189897445}"/>
                </a:ext>
              </a:extLst>
            </p:cNvPr>
            <p:cNvSpPr/>
            <p:nvPr/>
          </p:nvSpPr>
          <p:spPr>
            <a:xfrm>
              <a:off x="823401" y="2842675"/>
              <a:ext cx="60128" cy="19758"/>
            </a:xfrm>
            <a:custGeom>
              <a:avLst/>
              <a:gdLst/>
              <a:ahLst/>
              <a:cxnLst/>
              <a:rect l="l" t="t" r="r" b="b"/>
              <a:pathLst>
                <a:path w="4504" h="1480" extrusionOk="0">
                  <a:moveTo>
                    <a:pt x="773" y="0"/>
                  </a:moveTo>
                  <a:lnTo>
                    <a:pt x="612" y="32"/>
                  </a:lnTo>
                  <a:lnTo>
                    <a:pt x="451" y="65"/>
                  </a:lnTo>
                  <a:lnTo>
                    <a:pt x="355" y="129"/>
                  </a:lnTo>
                  <a:lnTo>
                    <a:pt x="226" y="225"/>
                  </a:lnTo>
                  <a:lnTo>
                    <a:pt x="130" y="322"/>
                  </a:lnTo>
                  <a:lnTo>
                    <a:pt x="65" y="451"/>
                  </a:lnTo>
                  <a:lnTo>
                    <a:pt x="33" y="611"/>
                  </a:lnTo>
                  <a:lnTo>
                    <a:pt x="1" y="740"/>
                  </a:lnTo>
                  <a:lnTo>
                    <a:pt x="33" y="901"/>
                  </a:lnTo>
                  <a:lnTo>
                    <a:pt x="65" y="1029"/>
                  </a:lnTo>
                  <a:lnTo>
                    <a:pt x="130" y="1158"/>
                  </a:lnTo>
                  <a:lnTo>
                    <a:pt x="226" y="1254"/>
                  </a:lnTo>
                  <a:lnTo>
                    <a:pt x="355" y="1351"/>
                  </a:lnTo>
                  <a:lnTo>
                    <a:pt x="451" y="1415"/>
                  </a:lnTo>
                  <a:lnTo>
                    <a:pt x="612" y="1480"/>
                  </a:lnTo>
                  <a:lnTo>
                    <a:pt x="3924" y="1480"/>
                  </a:lnTo>
                  <a:lnTo>
                    <a:pt x="4053" y="1415"/>
                  </a:lnTo>
                  <a:lnTo>
                    <a:pt x="4182" y="1351"/>
                  </a:lnTo>
                  <a:lnTo>
                    <a:pt x="4278" y="1254"/>
                  </a:lnTo>
                  <a:lnTo>
                    <a:pt x="4375" y="1158"/>
                  </a:lnTo>
                  <a:lnTo>
                    <a:pt x="4439" y="1029"/>
                  </a:lnTo>
                  <a:lnTo>
                    <a:pt x="4503" y="901"/>
                  </a:lnTo>
                  <a:lnTo>
                    <a:pt x="4503" y="740"/>
                  </a:lnTo>
                  <a:lnTo>
                    <a:pt x="4503" y="611"/>
                  </a:lnTo>
                  <a:lnTo>
                    <a:pt x="4439" y="451"/>
                  </a:lnTo>
                  <a:lnTo>
                    <a:pt x="4375" y="322"/>
                  </a:lnTo>
                  <a:lnTo>
                    <a:pt x="4278" y="225"/>
                  </a:lnTo>
                  <a:lnTo>
                    <a:pt x="4182" y="129"/>
                  </a:lnTo>
                  <a:lnTo>
                    <a:pt x="4053" y="65"/>
                  </a:lnTo>
                  <a:lnTo>
                    <a:pt x="3924" y="32"/>
                  </a:lnTo>
                  <a:lnTo>
                    <a:pt x="376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2531;p49">
              <a:extLst>
                <a:ext uri="{FF2B5EF4-FFF2-40B4-BE49-F238E27FC236}">
                  <a16:creationId xmlns:a16="http://schemas.microsoft.com/office/drawing/2014/main" id="{5AD2C1D1-E168-877D-07C2-8B30F76E431D}"/>
                </a:ext>
              </a:extLst>
            </p:cNvPr>
            <p:cNvSpPr/>
            <p:nvPr/>
          </p:nvSpPr>
          <p:spPr>
            <a:xfrm>
              <a:off x="743127" y="2842675"/>
              <a:ext cx="60115" cy="19758"/>
            </a:xfrm>
            <a:custGeom>
              <a:avLst/>
              <a:gdLst/>
              <a:ahLst/>
              <a:cxnLst/>
              <a:rect l="l" t="t" r="r" b="b"/>
              <a:pathLst>
                <a:path w="4503" h="1480" extrusionOk="0">
                  <a:moveTo>
                    <a:pt x="772" y="0"/>
                  </a:moveTo>
                  <a:lnTo>
                    <a:pt x="611" y="32"/>
                  </a:lnTo>
                  <a:lnTo>
                    <a:pt x="482" y="65"/>
                  </a:lnTo>
                  <a:lnTo>
                    <a:pt x="354" y="129"/>
                  </a:lnTo>
                  <a:lnTo>
                    <a:pt x="225" y="225"/>
                  </a:lnTo>
                  <a:lnTo>
                    <a:pt x="129" y="322"/>
                  </a:lnTo>
                  <a:lnTo>
                    <a:pt x="64" y="451"/>
                  </a:lnTo>
                  <a:lnTo>
                    <a:pt x="32" y="611"/>
                  </a:lnTo>
                  <a:lnTo>
                    <a:pt x="0" y="740"/>
                  </a:lnTo>
                  <a:lnTo>
                    <a:pt x="32" y="901"/>
                  </a:lnTo>
                  <a:lnTo>
                    <a:pt x="64" y="1029"/>
                  </a:lnTo>
                  <a:lnTo>
                    <a:pt x="129" y="1158"/>
                  </a:lnTo>
                  <a:lnTo>
                    <a:pt x="225" y="1254"/>
                  </a:lnTo>
                  <a:lnTo>
                    <a:pt x="354" y="1351"/>
                  </a:lnTo>
                  <a:lnTo>
                    <a:pt x="482" y="1415"/>
                  </a:lnTo>
                  <a:lnTo>
                    <a:pt x="611" y="1480"/>
                  </a:lnTo>
                  <a:lnTo>
                    <a:pt x="3924" y="1480"/>
                  </a:lnTo>
                  <a:lnTo>
                    <a:pt x="4052" y="1415"/>
                  </a:lnTo>
                  <a:lnTo>
                    <a:pt x="4181" y="1351"/>
                  </a:lnTo>
                  <a:lnTo>
                    <a:pt x="4277" y="1254"/>
                  </a:lnTo>
                  <a:lnTo>
                    <a:pt x="4374" y="1158"/>
                  </a:lnTo>
                  <a:lnTo>
                    <a:pt x="4438" y="1029"/>
                  </a:lnTo>
                  <a:lnTo>
                    <a:pt x="4502" y="901"/>
                  </a:lnTo>
                  <a:lnTo>
                    <a:pt x="4502" y="740"/>
                  </a:lnTo>
                  <a:lnTo>
                    <a:pt x="4502" y="611"/>
                  </a:lnTo>
                  <a:lnTo>
                    <a:pt x="4438" y="451"/>
                  </a:lnTo>
                  <a:lnTo>
                    <a:pt x="4374" y="322"/>
                  </a:lnTo>
                  <a:lnTo>
                    <a:pt x="4277" y="225"/>
                  </a:lnTo>
                  <a:lnTo>
                    <a:pt x="4181" y="129"/>
                  </a:lnTo>
                  <a:lnTo>
                    <a:pt x="4052" y="65"/>
                  </a:lnTo>
                  <a:lnTo>
                    <a:pt x="3924" y="32"/>
                  </a:lnTo>
                  <a:lnTo>
                    <a:pt x="37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2532;p49">
              <a:extLst>
                <a:ext uri="{FF2B5EF4-FFF2-40B4-BE49-F238E27FC236}">
                  <a16:creationId xmlns:a16="http://schemas.microsoft.com/office/drawing/2014/main" id="{72D47BDF-483C-622E-1005-6A767B4EBED4}"/>
                </a:ext>
              </a:extLst>
            </p:cNvPr>
            <p:cNvSpPr/>
            <p:nvPr/>
          </p:nvSpPr>
          <p:spPr>
            <a:xfrm>
              <a:off x="908414" y="4103609"/>
              <a:ext cx="60115" cy="19758"/>
            </a:xfrm>
            <a:custGeom>
              <a:avLst/>
              <a:gdLst/>
              <a:ahLst/>
              <a:cxnLst/>
              <a:rect l="l" t="t" r="r" b="b"/>
              <a:pathLst>
                <a:path w="4503" h="1480" extrusionOk="0">
                  <a:moveTo>
                    <a:pt x="611" y="0"/>
                  </a:moveTo>
                  <a:lnTo>
                    <a:pt x="483" y="32"/>
                  </a:lnTo>
                  <a:lnTo>
                    <a:pt x="354" y="129"/>
                  </a:lnTo>
                  <a:lnTo>
                    <a:pt x="226" y="193"/>
                  </a:lnTo>
                  <a:lnTo>
                    <a:pt x="129" y="322"/>
                  </a:lnTo>
                  <a:lnTo>
                    <a:pt x="65" y="450"/>
                  </a:lnTo>
                  <a:lnTo>
                    <a:pt x="33" y="579"/>
                  </a:lnTo>
                  <a:lnTo>
                    <a:pt x="0" y="740"/>
                  </a:lnTo>
                  <a:lnTo>
                    <a:pt x="33" y="868"/>
                  </a:lnTo>
                  <a:lnTo>
                    <a:pt x="65" y="1029"/>
                  </a:lnTo>
                  <a:lnTo>
                    <a:pt x="129" y="1158"/>
                  </a:lnTo>
                  <a:lnTo>
                    <a:pt x="226" y="1254"/>
                  </a:lnTo>
                  <a:lnTo>
                    <a:pt x="354" y="1351"/>
                  </a:lnTo>
                  <a:lnTo>
                    <a:pt x="483" y="1415"/>
                  </a:lnTo>
                  <a:lnTo>
                    <a:pt x="611" y="1447"/>
                  </a:lnTo>
                  <a:lnTo>
                    <a:pt x="772" y="1479"/>
                  </a:lnTo>
                  <a:lnTo>
                    <a:pt x="3763" y="1479"/>
                  </a:lnTo>
                  <a:lnTo>
                    <a:pt x="3924" y="1447"/>
                  </a:lnTo>
                  <a:lnTo>
                    <a:pt x="4052" y="1415"/>
                  </a:lnTo>
                  <a:lnTo>
                    <a:pt x="4181" y="1351"/>
                  </a:lnTo>
                  <a:lnTo>
                    <a:pt x="4278" y="1254"/>
                  </a:lnTo>
                  <a:lnTo>
                    <a:pt x="4374" y="1158"/>
                  </a:lnTo>
                  <a:lnTo>
                    <a:pt x="4438" y="1029"/>
                  </a:lnTo>
                  <a:lnTo>
                    <a:pt x="4503" y="868"/>
                  </a:lnTo>
                  <a:lnTo>
                    <a:pt x="4503" y="740"/>
                  </a:lnTo>
                  <a:lnTo>
                    <a:pt x="4503" y="579"/>
                  </a:lnTo>
                  <a:lnTo>
                    <a:pt x="4438" y="450"/>
                  </a:lnTo>
                  <a:lnTo>
                    <a:pt x="4374" y="322"/>
                  </a:lnTo>
                  <a:lnTo>
                    <a:pt x="4278" y="193"/>
                  </a:lnTo>
                  <a:lnTo>
                    <a:pt x="4181" y="129"/>
                  </a:lnTo>
                  <a:lnTo>
                    <a:pt x="4052" y="32"/>
                  </a:lnTo>
                  <a:lnTo>
                    <a:pt x="39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2533;p49">
              <a:extLst>
                <a:ext uri="{FF2B5EF4-FFF2-40B4-BE49-F238E27FC236}">
                  <a16:creationId xmlns:a16="http://schemas.microsoft.com/office/drawing/2014/main" id="{466B7438-F6DD-A15E-FD9D-3EA17BA40FDC}"/>
                </a:ext>
              </a:extLst>
            </p:cNvPr>
            <p:cNvSpPr/>
            <p:nvPr/>
          </p:nvSpPr>
          <p:spPr>
            <a:xfrm>
              <a:off x="1711256" y="4103609"/>
              <a:ext cx="60115" cy="19758"/>
            </a:xfrm>
            <a:custGeom>
              <a:avLst/>
              <a:gdLst/>
              <a:ahLst/>
              <a:cxnLst/>
              <a:rect l="l" t="t" r="r" b="b"/>
              <a:pathLst>
                <a:path w="4503" h="1480" extrusionOk="0">
                  <a:moveTo>
                    <a:pt x="611" y="0"/>
                  </a:moveTo>
                  <a:lnTo>
                    <a:pt x="451" y="32"/>
                  </a:lnTo>
                  <a:lnTo>
                    <a:pt x="322" y="129"/>
                  </a:lnTo>
                  <a:lnTo>
                    <a:pt x="225" y="193"/>
                  </a:lnTo>
                  <a:lnTo>
                    <a:pt x="129" y="322"/>
                  </a:lnTo>
                  <a:lnTo>
                    <a:pt x="65" y="450"/>
                  </a:lnTo>
                  <a:lnTo>
                    <a:pt x="0" y="579"/>
                  </a:lnTo>
                  <a:lnTo>
                    <a:pt x="0" y="740"/>
                  </a:lnTo>
                  <a:lnTo>
                    <a:pt x="0" y="868"/>
                  </a:lnTo>
                  <a:lnTo>
                    <a:pt x="65" y="1029"/>
                  </a:lnTo>
                  <a:lnTo>
                    <a:pt x="129" y="1158"/>
                  </a:lnTo>
                  <a:lnTo>
                    <a:pt x="225" y="1254"/>
                  </a:lnTo>
                  <a:lnTo>
                    <a:pt x="322" y="1351"/>
                  </a:lnTo>
                  <a:lnTo>
                    <a:pt x="451" y="1415"/>
                  </a:lnTo>
                  <a:lnTo>
                    <a:pt x="611" y="1447"/>
                  </a:lnTo>
                  <a:lnTo>
                    <a:pt x="740" y="1479"/>
                  </a:lnTo>
                  <a:lnTo>
                    <a:pt x="3763" y="1479"/>
                  </a:lnTo>
                  <a:lnTo>
                    <a:pt x="3892" y="1447"/>
                  </a:lnTo>
                  <a:lnTo>
                    <a:pt x="4052" y="1415"/>
                  </a:lnTo>
                  <a:lnTo>
                    <a:pt x="4181" y="1351"/>
                  </a:lnTo>
                  <a:lnTo>
                    <a:pt x="4277" y="1254"/>
                  </a:lnTo>
                  <a:lnTo>
                    <a:pt x="4374" y="1158"/>
                  </a:lnTo>
                  <a:lnTo>
                    <a:pt x="4438" y="1029"/>
                  </a:lnTo>
                  <a:lnTo>
                    <a:pt x="4470" y="868"/>
                  </a:lnTo>
                  <a:lnTo>
                    <a:pt x="4503" y="740"/>
                  </a:lnTo>
                  <a:lnTo>
                    <a:pt x="4470" y="579"/>
                  </a:lnTo>
                  <a:lnTo>
                    <a:pt x="4438" y="450"/>
                  </a:lnTo>
                  <a:lnTo>
                    <a:pt x="4374" y="322"/>
                  </a:lnTo>
                  <a:lnTo>
                    <a:pt x="4277" y="193"/>
                  </a:lnTo>
                  <a:lnTo>
                    <a:pt x="4181" y="129"/>
                  </a:lnTo>
                  <a:lnTo>
                    <a:pt x="4052" y="32"/>
                  </a:lnTo>
                  <a:lnTo>
                    <a:pt x="38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2534;p49">
              <a:extLst>
                <a:ext uri="{FF2B5EF4-FFF2-40B4-BE49-F238E27FC236}">
                  <a16:creationId xmlns:a16="http://schemas.microsoft.com/office/drawing/2014/main" id="{21C8E72E-880F-2B81-60AB-BF1DD2C9EA54}"/>
                </a:ext>
              </a:extLst>
            </p:cNvPr>
            <p:cNvSpPr/>
            <p:nvPr/>
          </p:nvSpPr>
          <p:spPr>
            <a:xfrm>
              <a:off x="1149261" y="4103609"/>
              <a:ext cx="60128" cy="19758"/>
            </a:xfrm>
            <a:custGeom>
              <a:avLst/>
              <a:gdLst/>
              <a:ahLst/>
              <a:cxnLst/>
              <a:rect l="l" t="t" r="r" b="b"/>
              <a:pathLst>
                <a:path w="4504" h="1480" extrusionOk="0">
                  <a:moveTo>
                    <a:pt x="612" y="0"/>
                  </a:moveTo>
                  <a:lnTo>
                    <a:pt x="451" y="32"/>
                  </a:lnTo>
                  <a:lnTo>
                    <a:pt x="355" y="129"/>
                  </a:lnTo>
                  <a:lnTo>
                    <a:pt x="226" y="193"/>
                  </a:lnTo>
                  <a:lnTo>
                    <a:pt x="129" y="322"/>
                  </a:lnTo>
                  <a:lnTo>
                    <a:pt x="65" y="450"/>
                  </a:lnTo>
                  <a:lnTo>
                    <a:pt x="33" y="579"/>
                  </a:lnTo>
                  <a:lnTo>
                    <a:pt x="1" y="740"/>
                  </a:lnTo>
                  <a:lnTo>
                    <a:pt x="33" y="868"/>
                  </a:lnTo>
                  <a:lnTo>
                    <a:pt x="65" y="1029"/>
                  </a:lnTo>
                  <a:lnTo>
                    <a:pt x="129" y="1158"/>
                  </a:lnTo>
                  <a:lnTo>
                    <a:pt x="226" y="1254"/>
                  </a:lnTo>
                  <a:lnTo>
                    <a:pt x="355" y="1351"/>
                  </a:lnTo>
                  <a:lnTo>
                    <a:pt x="451" y="1415"/>
                  </a:lnTo>
                  <a:lnTo>
                    <a:pt x="612" y="1447"/>
                  </a:lnTo>
                  <a:lnTo>
                    <a:pt x="740" y="1479"/>
                  </a:lnTo>
                  <a:lnTo>
                    <a:pt x="3763" y="1479"/>
                  </a:lnTo>
                  <a:lnTo>
                    <a:pt x="3924" y="1447"/>
                  </a:lnTo>
                  <a:lnTo>
                    <a:pt x="4053" y="1415"/>
                  </a:lnTo>
                  <a:lnTo>
                    <a:pt x="4181" y="1351"/>
                  </a:lnTo>
                  <a:lnTo>
                    <a:pt x="4278" y="1254"/>
                  </a:lnTo>
                  <a:lnTo>
                    <a:pt x="4374" y="1158"/>
                  </a:lnTo>
                  <a:lnTo>
                    <a:pt x="4439" y="1029"/>
                  </a:lnTo>
                  <a:lnTo>
                    <a:pt x="4503" y="868"/>
                  </a:lnTo>
                  <a:lnTo>
                    <a:pt x="4503" y="740"/>
                  </a:lnTo>
                  <a:lnTo>
                    <a:pt x="4503" y="579"/>
                  </a:lnTo>
                  <a:lnTo>
                    <a:pt x="4439" y="450"/>
                  </a:lnTo>
                  <a:lnTo>
                    <a:pt x="4374" y="322"/>
                  </a:lnTo>
                  <a:lnTo>
                    <a:pt x="4278" y="193"/>
                  </a:lnTo>
                  <a:lnTo>
                    <a:pt x="4181" y="129"/>
                  </a:lnTo>
                  <a:lnTo>
                    <a:pt x="4053" y="32"/>
                  </a:lnTo>
                  <a:lnTo>
                    <a:pt x="39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2535;p49">
              <a:extLst>
                <a:ext uri="{FF2B5EF4-FFF2-40B4-BE49-F238E27FC236}">
                  <a16:creationId xmlns:a16="http://schemas.microsoft.com/office/drawing/2014/main" id="{D920CC94-C78B-89FD-511E-32DDD45009B7}"/>
                </a:ext>
              </a:extLst>
            </p:cNvPr>
            <p:cNvSpPr/>
            <p:nvPr/>
          </p:nvSpPr>
          <p:spPr>
            <a:xfrm>
              <a:off x="1068974" y="4103609"/>
              <a:ext cx="60128" cy="19758"/>
            </a:xfrm>
            <a:custGeom>
              <a:avLst/>
              <a:gdLst/>
              <a:ahLst/>
              <a:cxnLst/>
              <a:rect l="l" t="t" r="r" b="b"/>
              <a:pathLst>
                <a:path w="4504" h="1480" extrusionOk="0">
                  <a:moveTo>
                    <a:pt x="612" y="0"/>
                  </a:moveTo>
                  <a:lnTo>
                    <a:pt x="451" y="32"/>
                  </a:lnTo>
                  <a:lnTo>
                    <a:pt x="355" y="129"/>
                  </a:lnTo>
                  <a:lnTo>
                    <a:pt x="226" y="193"/>
                  </a:lnTo>
                  <a:lnTo>
                    <a:pt x="130" y="322"/>
                  </a:lnTo>
                  <a:lnTo>
                    <a:pt x="65" y="450"/>
                  </a:lnTo>
                  <a:lnTo>
                    <a:pt x="33" y="579"/>
                  </a:lnTo>
                  <a:lnTo>
                    <a:pt x="1" y="740"/>
                  </a:lnTo>
                  <a:lnTo>
                    <a:pt x="33" y="868"/>
                  </a:lnTo>
                  <a:lnTo>
                    <a:pt x="65" y="1029"/>
                  </a:lnTo>
                  <a:lnTo>
                    <a:pt x="130" y="1158"/>
                  </a:lnTo>
                  <a:lnTo>
                    <a:pt x="226" y="1254"/>
                  </a:lnTo>
                  <a:lnTo>
                    <a:pt x="355" y="1351"/>
                  </a:lnTo>
                  <a:lnTo>
                    <a:pt x="451" y="1415"/>
                  </a:lnTo>
                  <a:lnTo>
                    <a:pt x="612" y="1447"/>
                  </a:lnTo>
                  <a:lnTo>
                    <a:pt x="773" y="1479"/>
                  </a:lnTo>
                  <a:lnTo>
                    <a:pt x="3764" y="1479"/>
                  </a:lnTo>
                  <a:lnTo>
                    <a:pt x="3924" y="1447"/>
                  </a:lnTo>
                  <a:lnTo>
                    <a:pt x="4053" y="1415"/>
                  </a:lnTo>
                  <a:lnTo>
                    <a:pt x="4182" y="1351"/>
                  </a:lnTo>
                  <a:lnTo>
                    <a:pt x="4278" y="1254"/>
                  </a:lnTo>
                  <a:lnTo>
                    <a:pt x="4375" y="1158"/>
                  </a:lnTo>
                  <a:lnTo>
                    <a:pt x="4439" y="1029"/>
                  </a:lnTo>
                  <a:lnTo>
                    <a:pt x="4503" y="868"/>
                  </a:lnTo>
                  <a:lnTo>
                    <a:pt x="4503" y="740"/>
                  </a:lnTo>
                  <a:lnTo>
                    <a:pt x="4503" y="579"/>
                  </a:lnTo>
                  <a:lnTo>
                    <a:pt x="4439" y="450"/>
                  </a:lnTo>
                  <a:lnTo>
                    <a:pt x="4375" y="322"/>
                  </a:lnTo>
                  <a:lnTo>
                    <a:pt x="4278" y="193"/>
                  </a:lnTo>
                  <a:lnTo>
                    <a:pt x="4182" y="129"/>
                  </a:lnTo>
                  <a:lnTo>
                    <a:pt x="4053" y="32"/>
                  </a:lnTo>
                  <a:lnTo>
                    <a:pt x="39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2536;p49">
              <a:extLst>
                <a:ext uri="{FF2B5EF4-FFF2-40B4-BE49-F238E27FC236}">
                  <a16:creationId xmlns:a16="http://schemas.microsoft.com/office/drawing/2014/main" id="{5ED6AFD5-4557-03D6-96F7-433C2E238AEE}"/>
                </a:ext>
              </a:extLst>
            </p:cNvPr>
            <p:cNvSpPr/>
            <p:nvPr/>
          </p:nvSpPr>
          <p:spPr>
            <a:xfrm>
              <a:off x="1144548" y="2842675"/>
              <a:ext cx="60115" cy="19758"/>
            </a:xfrm>
            <a:custGeom>
              <a:avLst/>
              <a:gdLst/>
              <a:ahLst/>
              <a:cxnLst/>
              <a:rect l="l" t="t" r="r" b="b"/>
              <a:pathLst>
                <a:path w="4503" h="1480" extrusionOk="0">
                  <a:moveTo>
                    <a:pt x="740" y="0"/>
                  </a:moveTo>
                  <a:lnTo>
                    <a:pt x="611" y="32"/>
                  </a:lnTo>
                  <a:lnTo>
                    <a:pt x="450" y="65"/>
                  </a:lnTo>
                  <a:lnTo>
                    <a:pt x="322" y="129"/>
                  </a:lnTo>
                  <a:lnTo>
                    <a:pt x="225" y="225"/>
                  </a:lnTo>
                  <a:lnTo>
                    <a:pt x="129" y="322"/>
                  </a:lnTo>
                  <a:lnTo>
                    <a:pt x="64" y="451"/>
                  </a:lnTo>
                  <a:lnTo>
                    <a:pt x="32" y="611"/>
                  </a:lnTo>
                  <a:lnTo>
                    <a:pt x="0" y="740"/>
                  </a:lnTo>
                  <a:lnTo>
                    <a:pt x="32" y="901"/>
                  </a:lnTo>
                  <a:lnTo>
                    <a:pt x="64" y="1029"/>
                  </a:lnTo>
                  <a:lnTo>
                    <a:pt x="129" y="1158"/>
                  </a:lnTo>
                  <a:lnTo>
                    <a:pt x="225" y="1254"/>
                  </a:lnTo>
                  <a:lnTo>
                    <a:pt x="322" y="1351"/>
                  </a:lnTo>
                  <a:lnTo>
                    <a:pt x="450" y="1415"/>
                  </a:lnTo>
                  <a:lnTo>
                    <a:pt x="611" y="1480"/>
                  </a:lnTo>
                  <a:lnTo>
                    <a:pt x="3891" y="1480"/>
                  </a:lnTo>
                  <a:lnTo>
                    <a:pt x="4052" y="1415"/>
                  </a:lnTo>
                  <a:lnTo>
                    <a:pt x="4181" y="1351"/>
                  </a:lnTo>
                  <a:lnTo>
                    <a:pt x="4277" y="1254"/>
                  </a:lnTo>
                  <a:lnTo>
                    <a:pt x="4374" y="1158"/>
                  </a:lnTo>
                  <a:lnTo>
                    <a:pt x="4438" y="1029"/>
                  </a:lnTo>
                  <a:lnTo>
                    <a:pt x="4502" y="901"/>
                  </a:lnTo>
                  <a:lnTo>
                    <a:pt x="4502" y="740"/>
                  </a:lnTo>
                  <a:lnTo>
                    <a:pt x="4502" y="611"/>
                  </a:lnTo>
                  <a:lnTo>
                    <a:pt x="4438" y="451"/>
                  </a:lnTo>
                  <a:lnTo>
                    <a:pt x="4374" y="322"/>
                  </a:lnTo>
                  <a:lnTo>
                    <a:pt x="4277" y="225"/>
                  </a:lnTo>
                  <a:lnTo>
                    <a:pt x="4181" y="129"/>
                  </a:lnTo>
                  <a:lnTo>
                    <a:pt x="4052" y="65"/>
                  </a:lnTo>
                  <a:lnTo>
                    <a:pt x="3891" y="32"/>
                  </a:lnTo>
                  <a:lnTo>
                    <a:pt x="37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2537;p49">
              <a:extLst>
                <a:ext uri="{FF2B5EF4-FFF2-40B4-BE49-F238E27FC236}">
                  <a16:creationId xmlns:a16="http://schemas.microsoft.com/office/drawing/2014/main" id="{0A7E8F14-D1D5-5444-3F9A-60EA9A45CF9F}"/>
                </a:ext>
              </a:extLst>
            </p:cNvPr>
            <p:cNvSpPr/>
            <p:nvPr/>
          </p:nvSpPr>
          <p:spPr>
            <a:xfrm>
              <a:off x="1224822" y="2842675"/>
              <a:ext cx="60128" cy="19758"/>
            </a:xfrm>
            <a:custGeom>
              <a:avLst/>
              <a:gdLst/>
              <a:ahLst/>
              <a:cxnLst/>
              <a:rect l="l" t="t" r="r" b="b"/>
              <a:pathLst>
                <a:path w="4504" h="1480" extrusionOk="0">
                  <a:moveTo>
                    <a:pt x="740" y="0"/>
                  </a:moveTo>
                  <a:lnTo>
                    <a:pt x="612" y="32"/>
                  </a:lnTo>
                  <a:lnTo>
                    <a:pt x="451" y="65"/>
                  </a:lnTo>
                  <a:lnTo>
                    <a:pt x="322" y="129"/>
                  </a:lnTo>
                  <a:lnTo>
                    <a:pt x="226" y="225"/>
                  </a:lnTo>
                  <a:lnTo>
                    <a:pt x="129" y="322"/>
                  </a:lnTo>
                  <a:lnTo>
                    <a:pt x="65" y="451"/>
                  </a:lnTo>
                  <a:lnTo>
                    <a:pt x="33" y="611"/>
                  </a:lnTo>
                  <a:lnTo>
                    <a:pt x="1" y="740"/>
                  </a:lnTo>
                  <a:lnTo>
                    <a:pt x="33" y="901"/>
                  </a:lnTo>
                  <a:lnTo>
                    <a:pt x="65" y="1029"/>
                  </a:lnTo>
                  <a:lnTo>
                    <a:pt x="129" y="1158"/>
                  </a:lnTo>
                  <a:lnTo>
                    <a:pt x="226" y="1254"/>
                  </a:lnTo>
                  <a:lnTo>
                    <a:pt x="322" y="1351"/>
                  </a:lnTo>
                  <a:lnTo>
                    <a:pt x="451" y="1415"/>
                  </a:lnTo>
                  <a:lnTo>
                    <a:pt x="612" y="1480"/>
                  </a:lnTo>
                  <a:lnTo>
                    <a:pt x="3892" y="1480"/>
                  </a:lnTo>
                  <a:lnTo>
                    <a:pt x="4053" y="1415"/>
                  </a:lnTo>
                  <a:lnTo>
                    <a:pt x="4182" y="1351"/>
                  </a:lnTo>
                  <a:lnTo>
                    <a:pt x="4278" y="1254"/>
                  </a:lnTo>
                  <a:lnTo>
                    <a:pt x="4374" y="1158"/>
                  </a:lnTo>
                  <a:lnTo>
                    <a:pt x="4439" y="1029"/>
                  </a:lnTo>
                  <a:lnTo>
                    <a:pt x="4471" y="901"/>
                  </a:lnTo>
                  <a:lnTo>
                    <a:pt x="4503" y="740"/>
                  </a:lnTo>
                  <a:lnTo>
                    <a:pt x="4471" y="611"/>
                  </a:lnTo>
                  <a:lnTo>
                    <a:pt x="4439" y="451"/>
                  </a:lnTo>
                  <a:lnTo>
                    <a:pt x="4374" y="322"/>
                  </a:lnTo>
                  <a:lnTo>
                    <a:pt x="4278" y="225"/>
                  </a:lnTo>
                  <a:lnTo>
                    <a:pt x="4182" y="129"/>
                  </a:lnTo>
                  <a:lnTo>
                    <a:pt x="4053" y="65"/>
                  </a:lnTo>
                  <a:lnTo>
                    <a:pt x="3892" y="32"/>
                  </a:lnTo>
                  <a:lnTo>
                    <a:pt x="37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2538;p49">
              <a:extLst>
                <a:ext uri="{FF2B5EF4-FFF2-40B4-BE49-F238E27FC236}">
                  <a16:creationId xmlns:a16="http://schemas.microsoft.com/office/drawing/2014/main" id="{DC0B4120-E419-E7EF-1DDA-4AC1F94A58E0}"/>
                </a:ext>
              </a:extLst>
            </p:cNvPr>
            <p:cNvSpPr/>
            <p:nvPr/>
          </p:nvSpPr>
          <p:spPr>
            <a:xfrm>
              <a:off x="983975" y="2842675"/>
              <a:ext cx="60115" cy="19758"/>
            </a:xfrm>
            <a:custGeom>
              <a:avLst/>
              <a:gdLst/>
              <a:ahLst/>
              <a:cxnLst/>
              <a:rect l="l" t="t" r="r" b="b"/>
              <a:pathLst>
                <a:path w="4503" h="1480" extrusionOk="0">
                  <a:moveTo>
                    <a:pt x="740" y="0"/>
                  </a:moveTo>
                  <a:lnTo>
                    <a:pt x="611" y="32"/>
                  </a:lnTo>
                  <a:lnTo>
                    <a:pt x="451" y="65"/>
                  </a:lnTo>
                  <a:lnTo>
                    <a:pt x="322" y="129"/>
                  </a:lnTo>
                  <a:lnTo>
                    <a:pt x="226" y="225"/>
                  </a:lnTo>
                  <a:lnTo>
                    <a:pt x="129" y="322"/>
                  </a:lnTo>
                  <a:lnTo>
                    <a:pt x="65" y="451"/>
                  </a:lnTo>
                  <a:lnTo>
                    <a:pt x="33" y="611"/>
                  </a:lnTo>
                  <a:lnTo>
                    <a:pt x="0" y="740"/>
                  </a:lnTo>
                  <a:lnTo>
                    <a:pt x="33" y="901"/>
                  </a:lnTo>
                  <a:lnTo>
                    <a:pt x="65" y="1029"/>
                  </a:lnTo>
                  <a:lnTo>
                    <a:pt x="129" y="1158"/>
                  </a:lnTo>
                  <a:lnTo>
                    <a:pt x="226" y="1254"/>
                  </a:lnTo>
                  <a:lnTo>
                    <a:pt x="322" y="1351"/>
                  </a:lnTo>
                  <a:lnTo>
                    <a:pt x="451" y="1415"/>
                  </a:lnTo>
                  <a:lnTo>
                    <a:pt x="611" y="1480"/>
                  </a:lnTo>
                  <a:lnTo>
                    <a:pt x="3924" y="1480"/>
                  </a:lnTo>
                  <a:lnTo>
                    <a:pt x="4053" y="1415"/>
                  </a:lnTo>
                  <a:lnTo>
                    <a:pt x="4181" y="1351"/>
                  </a:lnTo>
                  <a:lnTo>
                    <a:pt x="4278" y="1254"/>
                  </a:lnTo>
                  <a:lnTo>
                    <a:pt x="4374" y="1158"/>
                  </a:lnTo>
                  <a:lnTo>
                    <a:pt x="4438" y="1029"/>
                  </a:lnTo>
                  <a:lnTo>
                    <a:pt x="4503" y="901"/>
                  </a:lnTo>
                  <a:lnTo>
                    <a:pt x="4503" y="740"/>
                  </a:lnTo>
                  <a:lnTo>
                    <a:pt x="4503" y="611"/>
                  </a:lnTo>
                  <a:lnTo>
                    <a:pt x="4438" y="451"/>
                  </a:lnTo>
                  <a:lnTo>
                    <a:pt x="4374" y="322"/>
                  </a:lnTo>
                  <a:lnTo>
                    <a:pt x="4278" y="225"/>
                  </a:lnTo>
                  <a:lnTo>
                    <a:pt x="4181" y="129"/>
                  </a:lnTo>
                  <a:lnTo>
                    <a:pt x="4053" y="65"/>
                  </a:lnTo>
                  <a:lnTo>
                    <a:pt x="3924" y="32"/>
                  </a:lnTo>
                  <a:lnTo>
                    <a:pt x="37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2539;p49">
              <a:extLst>
                <a:ext uri="{FF2B5EF4-FFF2-40B4-BE49-F238E27FC236}">
                  <a16:creationId xmlns:a16="http://schemas.microsoft.com/office/drawing/2014/main" id="{EFB11C31-F9A5-FDA2-CD08-15255F8650CC}"/>
                </a:ext>
              </a:extLst>
            </p:cNvPr>
            <p:cNvSpPr/>
            <p:nvPr/>
          </p:nvSpPr>
          <p:spPr>
            <a:xfrm>
              <a:off x="1064261" y="2842675"/>
              <a:ext cx="60115" cy="19758"/>
            </a:xfrm>
            <a:custGeom>
              <a:avLst/>
              <a:gdLst/>
              <a:ahLst/>
              <a:cxnLst/>
              <a:rect l="l" t="t" r="r" b="b"/>
              <a:pathLst>
                <a:path w="4503" h="1480" extrusionOk="0">
                  <a:moveTo>
                    <a:pt x="740" y="0"/>
                  </a:moveTo>
                  <a:lnTo>
                    <a:pt x="611" y="32"/>
                  </a:lnTo>
                  <a:lnTo>
                    <a:pt x="450" y="65"/>
                  </a:lnTo>
                  <a:lnTo>
                    <a:pt x="322" y="129"/>
                  </a:lnTo>
                  <a:lnTo>
                    <a:pt x="225" y="225"/>
                  </a:lnTo>
                  <a:lnTo>
                    <a:pt x="129" y="322"/>
                  </a:lnTo>
                  <a:lnTo>
                    <a:pt x="65" y="451"/>
                  </a:lnTo>
                  <a:lnTo>
                    <a:pt x="32" y="611"/>
                  </a:lnTo>
                  <a:lnTo>
                    <a:pt x="0" y="740"/>
                  </a:lnTo>
                  <a:lnTo>
                    <a:pt x="32" y="901"/>
                  </a:lnTo>
                  <a:lnTo>
                    <a:pt x="65" y="1029"/>
                  </a:lnTo>
                  <a:lnTo>
                    <a:pt x="129" y="1158"/>
                  </a:lnTo>
                  <a:lnTo>
                    <a:pt x="225" y="1254"/>
                  </a:lnTo>
                  <a:lnTo>
                    <a:pt x="322" y="1351"/>
                  </a:lnTo>
                  <a:lnTo>
                    <a:pt x="450" y="1415"/>
                  </a:lnTo>
                  <a:lnTo>
                    <a:pt x="611" y="1480"/>
                  </a:lnTo>
                  <a:lnTo>
                    <a:pt x="3924" y="1480"/>
                  </a:lnTo>
                  <a:lnTo>
                    <a:pt x="4052" y="1415"/>
                  </a:lnTo>
                  <a:lnTo>
                    <a:pt x="4181" y="1351"/>
                  </a:lnTo>
                  <a:lnTo>
                    <a:pt x="4277" y="1254"/>
                  </a:lnTo>
                  <a:lnTo>
                    <a:pt x="4374" y="1158"/>
                  </a:lnTo>
                  <a:lnTo>
                    <a:pt x="4438" y="1029"/>
                  </a:lnTo>
                  <a:lnTo>
                    <a:pt x="4503" y="901"/>
                  </a:lnTo>
                  <a:lnTo>
                    <a:pt x="4503" y="740"/>
                  </a:lnTo>
                  <a:lnTo>
                    <a:pt x="4503" y="611"/>
                  </a:lnTo>
                  <a:lnTo>
                    <a:pt x="4438" y="451"/>
                  </a:lnTo>
                  <a:lnTo>
                    <a:pt x="4374" y="322"/>
                  </a:lnTo>
                  <a:lnTo>
                    <a:pt x="4277" y="225"/>
                  </a:lnTo>
                  <a:lnTo>
                    <a:pt x="4181" y="129"/>
                  </a:lnTo>
                  <a:lnTo>
                    <a:pt x="4052" y="65"/>
                  </a:lnTo>
                  <a:lnTo>
                    <a:pt x="3924" y="32"/>
                  </a:lnTo>
                  <a:lnTo>
                    <a:pt x="37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2540;p49">
              <a:extLst>
                <a:ext uri="{FF2B5EF4-FFF2-40B4-BE49-F238E27FC236}">
                  <a16:creationId xmlns:a16="http://schemas.microsoft.com/office/drawing/2014/main" id="{EC326BE7-76C9-F3E6-7399-C376D7B230C3}"/>
                </a:ext>
              </a:extLst>
            </p:cNvPr>
            <p:cNvSpPr/>
            <p:nvPr/>
          </p:nvSpPr>
          <p:spPr>
            <a:xfrm>
              <a:off x="988700" y="4103609"/>
              <a:ext cx="60115" cy="19758"/>
            </a:xfrm>
            <a:custGeom>
              <a:avLst/>
              <a:gdLst/>
              <a:ahLst/>
              <a:cxnLst/>
              <a:rect l="l" t="t" r="r" b="b"/>
              <a:pathLst>
                <a:path w="4503" h="1480" extrusionOk="0">
                  <a:moveTo>
                    <a:pt x="611" y="0"/>
                  </a:moveTo>
                  <a:lnTo>
                    <a:pt x="483" y="32"/>
                  </a:lnTo>
                  <a:lnTo>
                    <a:pt x="354" y="129"/>
                  </a:lnTo>
                  <a:lnTo>
                    <a:pt x="225" y="193"/>
                  </a:lnTo>
                  <a:lnTo>
                    <a:pt x="129" y="322"/>
                  </a:lnTo>
                  <a:lnTo>
                    <a:pt x="65" y="450"/>
                  </a:lnTo>
                  <a:lnTo>
                    <a:pt x="32" y="579"/>
                  </a:lnTo>
                  <a:lnTo>
                    <a:pt x="0" y="740"/>
                  </a:lnTo>
                  <a:lnTo>
                    <a:pt x="32" y="868"/>
                  </a:lnTo>
                  <a:lnTo>
                    <a:pt x="65" y="1029"/>
                  </a:lnTo>
                  <a:lnTo>
                    <a:pt x="129" y="1158"/>
                  </a:lnTo>
                  <a:lnTo>
                    <a:pt x="225" y="1254"/>
                  </a:lnTo>
                  <a:lnTo>
                    <a:pt x="354" y="1351"/>
                  </a:lnTo>
                  <a:lnTo>
                    <a:pt x="483" y="1415"/>
                  </a:lnTo>
                  <a:lnTo>
                    <a:pt x="611" y="1447"/>
                  </a:lnTo>
                  <a:lnTo>
                    <a:pt x="772" y="1479"/>
                  </a:lnTo>
                  <a:lnTo>
                    <a:pt x="3763" y="1479"/>
                  </a:lnTo>
                  <a:lnTo>
                    <a:pt x="3924" y="1447"/>
                  </a:lnTo>
                  <a:lnTo>
                    <a:pt x="4052" y="1415"/>
                  </a:lnTo>
                  <a:lnTo>
                    <a:pt x="4181" y="1351"/>
                  </a:lnTo>
                  <a:lnTo>
                    <a:pt x="4277" y="1254"/>
                  </a:lnTo>
                  <a:lnTo>
                    <a:pt x="4374" y="1158"/>
                  </a:lnTo>
                  <a:lnTo>
                    <a:pt x="4438" y="1029"/>
                  </a:lnTo>
                  <a:lnTo>
                    <a:pt x="4503" y="868"/>
                  </a:lnTo>
                  <a:lnTo>
                    <a:pt x="4503" y="740"/>
                  </a:lnTo>
                  <a:lnTo>
                    <a:pt x="4503" y="579"/>
                  </a:lnTo>
                  <a:lnTo>
                    <a:pt x="4438" y="450"/>
                  </a:lnTo>
                  <a:lnTo>
                    <a:pt x="4374" y="322"/>
                  </a:lnTo>
                  <a:lnTo>
                    <a:pt x="4277" y="193"/>
                  </a:lnTo>
                  <a:lnTo>
                    <a:pt x="4181" y="129"/>
                  </a:lnTo>
                  <a:lnTo>
                    <a:pt x="4052" y="32"/>
                  </a:lnTo>
                  <a:lnTo>
                    <a:pt x="39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2541;p49">
              <a:extLst>
                <a:ext uri="{FF2B5EF4-FFF2-40B4-BE49-F238E27FC236}">
                  <a16:creationId xmlns:a16="http://schemas.microsoft.com/office/drawing/2014/main" id="{0797B594-2354-2BD3-D0F3-9D98FA518C3D}"/>
                </a:ext>
              </a:extLst>
            </p:cNvPr>
            <p:cNvSpPr/>
            <p:nvPr/>
          </p:nvSpPr>
          <p:spPr>
            <a:xfrm>
              <a:off x="2107951" y="2842675"/>
              <a:ext cx="59688" cy="23189"/>
            </a:xfrm>
            <a:custGeom>
              <a:avLst/>
              <a:gdLst/>
              <a:ahLst/>
              <a:cxnLst/>
              <a:rect l="l" t="t" r="r" b="b"/>
              <a:pathLst>
                <a:path w="4471" h="1737" extrusionOk="0">
                  <a:moveTo>
                    <a:pt x="740" y="0"/>
                  </a:moveTo>
                  <a:lnTo>
                    <a:pt x="579" y="32"/>
                  </a:lnTo>
                  <a:lnTo>
                    <a:pt x="451" y="65"/>
                  </a:lnTo>
                  <a:lnTo>
                    <a:pt x="322" y="129"/>
                  </a:lnTo>
                  <a:lnTo>
                    <a:pt x="193" y="225"/>
                  </a:lnTo>
                  <a:lnTo>
                    <a:pt x="129" y="322"/>
                  </a:lnTo>
                  <a:lnTo>
                    <a:pt x="33" y="451"/>
                  </a:lnTo>
                  <a:lnTo>
                    <a:pt x="0" y="611"/>
                  </a:lnTo>
                  <a:lnTo>
                    <a:pt x="0" y="740"/>
                  </a:lnTo>
                  <a:lnTo>
                    <a:pt x="0" y="901"/>
                  </a:lnTo>
                  <a:lnTo>
                    <a:pt x="33" y="1029"/>
                  </a:lnTo>
                  <a:lnTo>
                    <a:pt x="129" y="1158"/>
                  </a:lnTo>
                  <a:lnTo>
                    <a:pt x="193" y="1254"/>
                  </a:lnTo>
                  <a:lnTo>
                    <a:pt x="322" y="1351"/>
                  </a:lnTo>
                  <a:lnTo>
                    <a:pt x="451" y="1415"/>
                  </a:lnTo>
                  <a:lnTo>
                    <a:pt x="579" y="1480"/>
                  </a:lnTo>
                  <a:lnTo>
                    <a:pt x="1641" y="1480"/>
                  </a:lnTo>
                  <a:lnTo>
                    <a:pt x="2123" y="1512"/>
                  </a:lnTo>
                  <a:lnTo>
                    <a:pt x="2605" y="1544"/>
                  </a:lnTo>
                  <a:lnTo>
                    <a:pt x="3056" y="1608"/>
                  </a:lnTo>
                  <a:lnTo>
                    <a:pt x="3538" y="1737"/>
                  </a:lnTo>
                  <a:lnTo>
                    <a:pt x="3827" y="1737"/>
                  </a:lnTo>
                  <a:lnTo>
                    <a:pt x="3956" y="1705"/>
                  </a:lnTo>
                  <a:lnTo>
                    <a:pt x="4085" y="1673"/>
                  </a:lnTo>
                  <a:lnTo>
                    <a:pt x="4181" y="1608"/>
                  </a:lnTo>
                  <a:lnTo>
                    <a:pt x="4278" y="1512"/>
                  </a:lnTo>
                  <a:lnTo>
                    <a:pt x="4342" y="1415"/>
                  </a:lnTo>
                  <a:lnTo>
                    <a:pt x="4406" y="1319"/>
                  </a:lnTo>
                  <a:lnTo>
                    <a:pt x="4438" y="1190"/>
                  </a:lnTo>
                  <a:lnTo>
                    <a:pt x="4471" y="1029"/>
                  </a:lnTo>
                  <a:lnTo>
                    <a:pt x="4471" y="901"/>
                  </a:lnTo>
                  <a:lnTo>
                    <a:pt x="4406" y="772"/>
                  </a:lnTo>
                  <a:lnTo>
                    <a:pt x="4374" y="643"/>
                  </a:lnTo>
                  <a:lnTo>
                    <a:pt x="4278" y="515"/>
                  </a:lnTo>
                  <a:lnTo>
                    <a:pt x="4181" y="418"/>
                  </a:lnTo>
                  <a:lnTo>
                    <a:pt x="4053" y="354"/>
                  </a:lnTo>
                  <a:lnTo>
                    <a:pt x="3892" y="290"/>
                  </a:lnTo>
                  <a:lnTo>
                    <a:pt x="3345" y="161"/>
                  </a:lnTo>
                  <a:lnTo>
                    <a:pt x="2798" y="65"/>
                  </a:lnTo>
                  <a:lnTo>
                    <a:pt x="2219" y="32"/>
                  </a:lnTo>
                  <a:lnTo>
                    <a:pt x="164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2542;p49">
              <a:extLst>
                <a:ext uri="{FF2B5EF4-FFF2-40B4-BE49-F238E27FC236}">
                  <a16:creationId xmlns:a16="http://schemas.microsoft.com/office/drawing/2014/main" id="{4ADD4C1C-4439-6721-DA6D-979F119BCCC1}"/>
                </a:ext>
              </a:extLst>
            </p:cNvPr>
            <p:cNvSpPr/>
            <p:nvPr/>
          </p:nvSpPr>
          <p:spPr>
            <a:xfrm>
              <a:off x="2219143" y="3490524"/>
              <a:ext cx="19771" cy="59688"/>
            </a:xfrm>
            <a:custGeom>
              <a:avLst/>
              <a:gdLst/>
              <a:ahLst/>
              <a:cxnLst/>
              <a:rect l="l" t="t" r="r" b="b"/>
              <a:pathLst>
                <a:path w="1481" h="4471" extrusionOk="0">
                  <a:moveTo>
                    <a:pt x="740" y="1"/>
                  </a:moveTo>
                  <a:lnTo>
                    <a:pt x="612" y="33"/>
                  </a:lnTo>
                  <a:lnTo>
                    <a:pt x="451" y="65"/>
                  </a:lnTo>
                  <a:lnTo>
                    <a:pt x="322" y="129"/>
                  </a:lnTo>
                  <a:lnTo>
                    <a:pt x="226" y="226"/>
                  </a:lnTo>
                  <a:lnTo>
                    <a:pt x="129" y="322"/>
                  </a:lnTo>
                  <a:lnTo>
                    <a:pt x="65" y="451"/>
                  </a:lnTo>
                  <a:lnTo>
                    <a:pt x="1" y="612"/>
                  </a:lnTo>
                  <a:lnTo>
                    <a:pt x="1" y="740"/>
                  </a:lnTo>
                  <a:lnTo>
                    <a:pt x="1" y="3731"/>
                  </a:lnTo>
                  <a:lnTo>
                    <a:pt x="1" y="3892"/>
                  </a:lnTo>
                  <a:lnTo>
                    <a:pt x="65" y="4021"/>
                  </a:lnTo>
                  <a:lnTo>
                    <a:pt x="129" y="4149"/>
                  </a:lnTo>
                  <a:lnTo>
                    <a:pt x="226" y="4278"/>
                  </a:lnTo>
                  <a:lnTo>
                    <a:pt x="322" y="4374"/>
                  </a:lnTo>
                  <a:lnTo>
                    <a:pt x="451" y="4439"/>
                  </a:lnTo>
                  <a:lnTo>
                    <a:pt x="612" y="4471"/>
                  </a:lnTo>
                  <a:lnTo>
                    <a:pt x="901" y="4471"/>
                  </a:lnTo>
                  <a:lnTo>
                    <a:pt x="1030" y="4439"/>
                  </a:lnTo>
                  <a:lnTo>
                    <a:pt x="1158" y="4374"/>
                  </a:lnTo>
                  <a:lnTo>
                    <a:pt x="1287" y="4278"/>
                  </a:lnTo>
                  <a:lnTo>
                    <a:pt x="1351" y="4149"/>
                  </a:lnTo>
                  <a:lnTo>
                    <a:pt x="1448" y="4021"/>
                  </a:lnTo>
                  <a:lnTo>
                    <a:pt x="1480" y="3892"/>
                  </a:lnTo>
                  <a:lnTo>
                    <a:pt x="1480" y="3731"/>
                  </a:lnTo>
                  <a:lnTo>
                    <a:pt x="1480" y="740"/>
                  </a:lnTo>
                  <a:lnTo>
                    <a:pt x="1480" y="612"/>
                  </a:lnTo>
                  <a:lnTo>
                    <a:pt x="1448" y="451"/>
                  </a:lnTo>
                  <a:lnTo>
                    <a:pt x="1351" y="322"/>
                  </a:lnTo>
                  <a:lnTo>
                    <a:pt x="1287" y="226"/>
                  </a:lnTo>
                  <a:lnTo>
                    <a:pt x="1158" y="129"/>
                  </a:lnTo>
                  <a:lnTo>
                    <a:pt x="1030" y="65"/>
                  </a:lnTo>
                  <a:lnTo>
                    <a:pt x="901" y="33"/>
                  </a:lnTo>
                  <a:lnTo>
                    <a:pt x="740"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2543;p49">
              <a:extLst>
                <a:ext uri="{FF2B5EF4-FFF2-40B4-BE49-F238E27FC236}">
                  <a16:creationId xmlns:a16="http://schemas.microsoft.com/office/drawing/2014/main" id="{A3FD0087-C000-AFFF-DFFA-3ED203B269A6}"/>
                </a:ext>
              </a:extLst>
            </p:cNvPr>
            <p:cNvSpPr/>
            <p:nvPr/>
          </p:nvSpPr>
          <p:spPr>
            <a:xfrm>
              <a:off x="2219143" y="3490524"/>
              <a:ext cx="19771" cy="59688"/>
            </a:xfrm>
            <a:custGeom>
              <a:avLst/>
              <a:gdLst/>
              <a:ahLst/>
              <a:cxnLst/>
              <a:rect l="l" t="t" r="r" b="b"/>
              <a:pathLst>
                <a:path w="1481" h="4471" fill="none" extrusionOk="0">
                  <a:moveTo>
                    <a:pt x="740" y="1"/>
                  </a:moveTo>
                  <a:lnTo>
                    <a:pt x="740" y="1"/>
                  </a:lnTo>
                  <a:lnTo>
                    <a:pt x="612" y="33"/>
                  </a:lnTo>
                  <a:lnTo>
                    <a:pt x="451" y="65"/>
                  </a:lnTo>
                  <a:lnTo>
                    <a:pt x="322" y="129"/>
                  </a:lnTo>
                  <a:lnTo>
                    <a:pt x="226" y="226"/>
                  </a:lnTo>
                  <a:lnTo>
                    <a:pt x="129" y="322"/>
                  </a:lnTo>
                  <a:lnTo>
                    <a:pt x="65" y="451"/>
                  </a:lnTo>
                  <a:lnTo>
                    <a:pt x="1" y="612"/>
                  </a:lnTo>
                  <a:lnTo>
                    <a:pt x="1" y="740"/>
                  </a:lnTo>
                  <a:lnTo>
                    <a:pt x="1" y="3731"/>
                  </a:lnTo>
                  <a:lnTo>
                    <a:pt x="1" y="3731"/>
                  </a:lnTo>
                  <a:lnTo>
                    <a:pt x="1" y="3892"/>
                  </a:lnTo>
                  <a:lnTo>
                    <a:pt x="65" y="4021"/>
                  </a:lnTo>
                  <a:lnTo>
                    <a:pt x="129" y="4149"/>
                  </a:lnTo>
                  <a:lnTo>
                    <a:pt x="226" y="4278"/>
                  </a:lnTo>
                  <a:lnTo>
                    <a:pt x="322" y="4374"/>
                  </a:lnTo>
                  <a:lnTo>
                    <a:pt x="451" y="4439"/>
                  </a:lnTo>
                  <a:lnTo>
                    <a:pt x="612" y="4471"/>
                  </a:lnTo>
                  <a:lnTo>
                    <a:pt x="740" y="4471"/>
                  </a:lnTo>
                  <a:lnTo>
                    <a:pt x="740" y="4471"/>
                  </a:lnTo>
                  <a:lnTo>
                    <a:pt x="901" y="4471"/>
                  </a:lnTo>
                  <a:lnTo>
                    <a:pt x="1030" y="4439"/>
                  </a:lnTo>
                  <a:lnTo>
                    <a:pt x="1158" y="4374"/>
                  </a:lnTo>
                  <a:lnTo>
                    <a:pt x="1287" y="4278"/>
                  </a:lnTo>
                  <a:lnTo>
                    <a:pt x="1351" y="4149"/>
                  </a:lnTo>
                  <a:lnTo>
                    <a:pt x="1448" y="4021"/>
                  </a:lnTo>
                  <a:lnTo>
                    <a:pt x="1480" y="3892"/>
                  </a:lnTo>
                  <a:lnTo>
                    <a:pt x="1480" y="3731"/>
                  </a:lnTo>
                  <a:lnTo>
                    <a:pt x="1480" y="740"/>
                  </a:lnTo>
                  <a:lnTo>
                    <a:pt x="1480" y="740"/>
                  </a:lnTo>
                  <a:lnTo>
                    <a:pt x="1480" y="612"/>
                  </a:lnTo>
                  <a:lnTo>
                    <a:pt x="1448" y="451"/>
                  </a:lnTo>
                  <a:lnTo>
                    <a:pt x="1351" y="322"/>
                  </a:lnTo>
                  <a:lnTo>
                    <a:pt x="1287" y="226"/>
                  </a:lnTo>
                  <a:lnTo>
                    <a:pt x="1158" y="129"/>
                  </a:lnTo>
                  <a:lnTo>
                    <a:pt x="1030" y="65"/>
                  </a:lnTo>
                  <a:lnTo>
                    <a:pt x="901" y="33"/>
                  </a:lnTo>
                  <a:lnTo>
                    <a:pt x="74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2544;p49">
              <a:extLst>
                <a:ext uri="{FF2B5EF4-FFF2-40B4-BE49-F238E27FC236}">
                  <a16:creationId xmlns:a16="http://schemas.microsoft.com/office/drawing/2014/main" id="{9D7532EC-D26C-8B88-FAC6-71007430C118}"/>
                </a:ext>
              </a:extLst>
            </p:cNvPr>
            <p:cNvSpPr/>
            <p:nvPr/>
          </p:nvSpPr>
          <p:spPr>
            <a:xfrm>
              <a:off x="2219143" y="3330818"/>
              <a:ext cx="19771" cy="59688"/>
            </a:xfrm>
            <a:custGeom>
              <a:avLst/>
              <a:gdLst/>
              <a:ahLst/>
              <a:cxnLst/>
              <a:rect l="l" t="t" r="r" b="b"/>
              <a:pathLst>
                <a:path w="1481" h="4471" extrusionOk="0">
                  <a:moveTo>
                    <a:pt x="740" y="0"/>
                  </a:moveTo>
                  <a:lnTo>
                    <a:pt x="612" y="33"/>
                  </a:lnTo>
                  <a:lnTo>
                    <a:pt x="451" y="65"/>
                  </a:lnTo>
                  <a:lnTo>
                    <a:pt x="322" y="129"/>
                  </a:lnTo>
                  <a:lnTo>
                    <a:pt x="226" y="226"/>
                  </a:lnTo>
                  <a:lnTo>
                    <a:pt x="129" y="322"/>
                  </a:lnTo>
                  <a:lnTo>
                    <a:pt x="65" y="451"/>
                  </a:lnTo>
                  <a:lnTo>
                    <a:pt x="1" y="611"/>
                  </a:lnTo>
                  <a:lnTo>
                    <a:pt x="1" y="740"/>
                  </a:lnTo>
                  <a:lnTo>
                    <a:pt x="1" y="3731"/>
                  </a:lnTo>
                  <a:lnTo>
                    <a:pt x="1" y="3892"/>
                  </a:lnTo>
                  <a:lnTo>
                    <a:pt x="65" y="4020"/>
                  </a:lnTo>
                  <a:lnTo>
                    <a:pt x="129" y="4149"/>
                  </a:lnTo>
                  <a:lnTo>
                    <a:pt x="226" y="4278"/>
                  </a:lnTo>
                  <a:lnTo>
                    <a:pt x="322" y="4342"/>
                  </a:lnTo>
                  <a:lnTo>
                    <a:pt x="451" y="4438"/>
                  </a:lnTo>
                  <a:lnTo>
                    <a:pt x="612" y="4471"/>
                  </a:lnTo>
                  <a:lnTo>
                    <a:pt x="901" y="4471"/>
                  </a:lnTo>
                  <a:lnTo>
                    <a:pt x="1030" y="4438"/>
                  </a:lnTo>
                  <a:lnTo>
                    <a:pt x="1158" y="4342"/>
                  </a:lnTo>
                  <a:lnTo>
                    <a:pt x="1287" y="4278"/>
                  </a:lnTo>
                  <a:lnTo>
                    <a:pt x="1351" y="4149"/>
                  </a:lnTo>
                  <a:lnTo>
                    <a:pt x="1448" y="4020"/>
                  </a:lnTo>
                  <a:lnTo>
                    <a:pt x="1480" y="3892"/>
                  </a:lnTo>
                  <a:lnTo>
                    <a:pt x="1480" y="3731"/>
                  </a:lnTo>
                  <a:lnTo>
                    <a:pt x="1480" y="740"/>
                  </a:lnTo>
                  <a:lnTo>
                    <a:pt x="1480" y="611"/>
                  </a:lnTo>
                  <a:lnTo>
                    <a:pt x="1448" y="451"/>
                  </a:lnTo>
                  <a:lnTo>
                    <a:pt x="1351" y="322"/>
                  </a:lnTo>
                  <a:lnTo>
                    <a:pt x="1287" y="226"/>
                  </a:lnTo>
                  <a:lnTo>
                    <a:pt x="1158" y="129"/>
                  </a:lnTo>
                  <a:lnTo>
                    <a:pt x="1030" y="65"/>
                  </a:lnTo>
                  <a:lnTo>
                    <a:pt x="901" y="33"/>
                  </a:lnTo>
                  <a:lnTo>
                    <a:pt x="740"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2545;p49">
              <a:extLst>
                <a:ext uri="{FF2B5EF4-FFF2-40B4-BE49-F238E27FC236}">
                  <a16:creationId xmlns:a16="http://schemas.microsoft.com/office/drawing/2014/main" id="{484CC98D-D7C4-AD23-5245-09D808E78406}"/>
                </a:ext>
              </a:extLst>
            </p:cNvPr>
            <p:cNvSpPr/>
            <p:nvPr/>
          </p:nvSpPr>
          <p:spPr>
            <a:xfrm>
              <a:off x="2219143" y="3330818"/>
              <a:ext cx="19771" cy="59688"/>
            </a:xfrm>
            <a:custGeom>
              <a:avLst/>
              <a:gdLst/>
              <a:ahLst/>
              <a:cxnLst/>
              <a:rect l="l" t="t" r="r" b="b"/>
              <a:pathLst>
                <a:path w="1481" h="4471" fill="none" extrusionOk="0">
                  <a:moveTo>
                    <a:pt x="740" y="0"/>
                  </a:moveTo>
                  <a:lnTo>
                    <a:pt x="740" y="0"/>
                  </a:lnTo>
                  <a:lnTo>
                    <a:pt x="612" y="33"/>
                  </a:lnTo>
                  <a:lnTo>
                    <a:pt x="451" y="65"/>
                  </a:lnTo>
                  <a:lnTo>
                    <a:pt x="322" y="129"/>
                  </a:lnTo>
                  <a:lnTo>
                    <a:pt x="226" y="226"/>
                  </a:lnTo>
                  <a:lnTo>
                    <a:pt x="129" y="322"/>
                  </a:lnTo>
                  <a:lnTo>
                    <a:pt x="65" y="451"/>
                  </a:lnTo>
                  <a:lnTo>
                    <a:pt x="1" y="611"/>
                  </a:lnTo>
                  <a:lnTo>
                    <a:pt x="1" y="740"/>
                  </a:lnTo>
                  <a:lnTo>
                    <a:pt x="1" y="3731"/>
                  </a:lnTo>
                  <a:lnTo>
                    <a:pt x="1" y="3731"/>
                  </a:lnTo>
                  <a:lnTo>
                    <a:pt x="1" y="3892"/>
                  </a:lnTo>
                  <a:lnTo>
                    <a:pt x="65" y="4020"/>
                  </a:lnTo>
                  <a:lnTo>
                    <a:pt x="129" y="4149"/>
                  </a:lnTo>
                  <a:lnTo>
                    <a:pt x="226" y="4278"/>
                  </a:lnTo>
                  <a:lnTo>
                    <a:pt x="322" y="4342"/>
                  </a:lnTo>
                  <a:lnTo>
                    <a:pt x="451" y="4438"/>
                  </a:lnTo>
                  <a:lnTo>
                    <a:pt x="612" y="4471"/>
                  </a:lnTo>
                  <a:lnTo>
                    <a:pt x="740" y="4471"/>
                  </a:lnTo>
                  <a:lnTo>
                    <a:pt x="740" y="4471"/>
                  </a:lnTo>
                  <a:lnTo>
                    <a:pt x="901" y="4471"/>
                  </a:lnTo>
                  <a:lnTo>
                    <a:pt x="1030" y="4438"/>
                  </a:lnTo>
                  <a:lnTo>
                    <a:pt x="1158" y="4342"/>
                  </a:lnTo>
                  <a:lnTo>
                    <a:pt x="1287" y="4278"/>
                  </a:lnTo>
                  <a:lnTo>
                    <a:pt x="1351" y="4149"/>
                  </a:lnTo>
                  <a:lnTo>
                    <a:pt x="1448" y="4020"/>
                  </a:lnTo>
                  <a:lnTo>
                    <a:pt x="1480" y="3892"/>
                  </a:lnTo>
                  <a:lnTo>
                    <a:pt x="1480" y="3731"/>
                  </a:lnTo>
                  <a:lnTo>
                    <a:pt x="1480" y="740"/>
                  </a:lnTo>
                  <a:lnTo>
                    <a:pt x="1480" y="740"/>
                  </a:lnTo>
                  <a:lnTo>
                    <a:pt x="1480" y="611"/>
                  </a:lnTo>
                  <a:lnTo>
                    <a:pt x="1448" y="451"/>
                  </a:lnTo>
                  <a:lnTo>
                    <a:pt x="1351" y="322"/>
                  </a:lnTo>
                  <a:lnTo>
                    <a:pt x="1287" y="226"/>
                  </a:lnTo>
                  <a:lnTo>
                    <a:pt x="1158" y="129"/>
                  </a:lnTo>
                  <a:lnTo>
                    <a:pt x="1030" y="65"/>
                  </a:lnTo>
                  <a:lnTo>
                    <a:pt x="901" y="33"/>
                  </a:lnTo>
                  <a:lnTo>
                    <a:pt x="74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2546;p49">
              <a:extLst>
                <a:ext uri="{FF2B5EF4-FFF2-40B4-BE49-F238E27FC236}">
                  <a16:creationId xmlns:a16="http://schemas.microsoft.com/office/drawing/2014/main" id="{B3D5C516-69C3-988C-35E5-E2CFE8F06F19}"/>
                </a:ext>
              </a:extLst>
            </p:cNvPr>
            <p:cNvSpPr/>
            <p:nvPr/>
          </p:nvSpPr>
          <p:spPr>
            <a:xfrm>
              <a:off x="2219143" y="3570384"/>
              <a:ext cx="19771" cy="60115"/>
            </a:xfrm>
            <a:custGeom>
              <a:avLst/>
              <a:gdLst/>
              <a:ahLst/>
              <a:cxnLst/>
              <a:rect l="l" t="t" r="r" b="b"/>
              <a:pathLst>
                <a:path w="1481" h="4503" extrusionOk="0">
                  <a:moveTo>
                    <a:pt x="740" y="0"/>
                  </a:moveTo>
                  <a:lnTo>
                    <a:pt x="612" y="32"/>
                  </a:lnTo>
                  <a:lnTo>
                    <a:pt x="451" y="65"/>
                  </a:lnTo>
                  <a:lnTo>
                    <a:pt x="322" y="129"/>
                  </a:lnTo>
                  <a:lnTo>
                    <a:pt x="226" y="225"/>
                  </a:lnTo>
                  <a:lnTo>
                    <a:pt x="129" y="354"/>
                  </a:lnTo>
                  <a:lnTo>
                    <a:pt x="65" y="451"/>
                  </a:lnTo>
                  <a:lnTo>
                    <a:pt x="1" y="611"/>
                  </a:lnTo>
                  <a:lnTo>
                    <a:pt x="1" y="740"/>
                  </a:lnTo>
                  <a:lnTo>
                    <a:pt x="1" y="3731"/>
                  </a:lnTo>
                  <a:lnTo>
                    <a:pt x="1" y="3892"/>
                  </a:lnTo>
                  <a:lnTo>
                    <a:pt x="65" y="4020"/>
                  </a:lnTo>
                  <a:lnTo>
                    <a:pt x="129" y="4149"/>
                  </a:lnTo>
                  <a:lnTo>
                    <a:pt x="226" y="4277"/>
                  </a:lnTo>
                  <a:lnTo>
                    <a:pt x="322" y="4374"/>
                  </a:lnTo>
                  <a:lnTo>
                    <a:pt x="451" y="4438"/>
                  </a:lnTo>
                  <a:lnTo>
                    <a:pt x="612" y="4470"/>
                  </a:lnTo>
                  <a:lnTo>
                    <a:pt x="740" y="4503"/>
                  </a:lnTo>
                  <a:lnTo>
                    <a:pt x="901" y="4470"/>
                  </a:lnTo>
                  <a:lnTo>
                    <a:pt x="1030" y="4438"/>
                  </a:lnTo>
                  <a:lnTo>
                    <a:pt x="1158" y="4374"/>
                  </a:lnTo>
                  <a:lnTo>
                    <a:pt x="1287" y="4277"/>
                  </a:lnTo>
                  <a:lnTo>
                    <a:pt x="1351" y="4149"/>
                  </a:lnTo>
                  <a:lnTo>
                    <a:pt x="1448" y="4020"/>
                  </a:lnTo>
                  <a:lnTo>
                    <a:pt x="1480" y="3892"/>
                  </a:lnTo>
                  <a:lnTo>
                    <a:pt x="1480" y="3731"/>
                  </a:lnTo>
                  <a:lnTo>
                    <a:pt x="1480" y="740"/>
                  </a:lnTo>
                  <a:lnTo>
                    <a:pt x="1480" y="611"/>
                  </a:lnTo>
                  <a:lnTo>
                    <a:pt x="1448" y="451"/>
                  </a:lnTo>
                  <a:lnTo>
                    <a:pt x="1351" y="354"/>
                  </a:lnTo>
                  <a:lnTo>
                    <a:pt x="1287" y="225"/>
                  </a:lnTo>
                  <a:lnTo>
                    <a:pt x="1158" y="129"/>
                  </a:lnTo>
                  <a:lnTo>
                    <a:pt x="1030" y="65"/>
                  </a:lnTo>
                  <a:lnTo>
                    <a:pt x="901" y="32"/>
                  </a:lnTo>
                  <a:lnTo>
                    <a:pt x="740"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2547;p49">
              <a:extLst>
                <a:ext uri="{FF2B5EF4-FFF2-40B4-BE49-F238E27FC236}">
                  <a16:creationId xmlns:a16="http://schemas.microsoft.com/office/drawing/2014/main" id="{98BCBDC7-0C27-6331-DB87-834B955B127A}"/>
                </a:ext>
              </a:extLst>
            </p:cNvPr>
            <p:cNvSpPr/>
            <p:nvPr/>
          </p:nvSpPr>
          <p:spPr>
            <a:xfrm>
              <a:off x="2219143" y="3570384"/>
              <a:ext cx="19771" cy="60115"/>
            </a:xfrm>
            <a:custGeom>
              <a:avLst/>
              <a:gdLst/>
              <a:ahLst/>
              <a:cxnLst/>
              <a:rect l="l" t="t" r="r" b="b"/>
              <a:pathLst>
                <a:path w="1481" h="4503" fill="none" extrusionOk="0">
                  <a:moveTo>
                    <a:pt x="740" y="0"/>
                  </a:moveTo>
                  <a:lnTo>
                    <a:pt x="740" y="0"/>
                  </a:lnTo>
                  <a:lnTo>
                    <a:pt x="612" y="32"/>
                  </a:lnTo>
                  <a:lnTo>
                    <a:pt x="451" y="65"/>
                  </a:lnTo>
                  <a:lnTo>
                    <a:pt x="322" y="129"/>
                  </a:lnTo>
                  <a:lnTo>
                    <a:pt x="226" y="225"/>
                  </a:lnTo>
                  <a:lnTo>
                    <a:pt x="129" y="354"/>
                  </a:lnTo>
                  <a:lnTo>
                    <a:pt x="65" y="451"/>
                  </a:lnTo>
                  <a:lnTo>
                    <a:pt x="1" y="611"/>
                  </a:lnTo>
                  <a:lnTo>
                    <a:pt x="1" y="740"/>
                  </a:lnTo>
                  <a:lnTo>
                    <a:pt x="1" y="3731"/>
                  </a:lnTo>
                  <a:lnTo>
                    <a:pt x="1" y="3731"/>
                  </a:lnTo>
                  <a:lnTo>
                    <a:pt x="1" y="3892"/>
                  </a:lnTo>
                  <a:lnTo>
                    <a:pt x="65" y="4020"/>
                  </a:lnTo>
                  <a:lnTo>
                    <a:pt x="129" y="4149"/>
                  </a:lnTo>
                  <a:lnTo>
                    <a:pt x="226" y="4277"/>
                  </a:lnTo>
                  <a:lnTo>
                    <a:pt x="322" y="4374"/>
                  </a:lnTo>
                  <a:lnTo>
                    <a:pt x="451" y="4438"/>
                  </a:lnTo>
                  <a:lnTo>
                    <a:pt x="612" y="4470"/>
                  </a:lnTo>
                  <a:lnTo>
                    <a:pt x="740" y="4503"/>
                  </a:lnTo>
                  <a:lnTo>
                    <a:pt x="740" y="4503"/>
                  </a:lnTo>
                  <a:lnTo>
                    <a:pt x="901" y="4470"/>
                  </a:lnTo>
                  <a:lnTo>
                    <a:pt x="1030" y="4438"/>
                  </a:lnTo>
                  <a:lnTo>
                    <a:pt x="1158" y="4374"/>
                  </a:lnTo>
                  <a:lnTo>
                    <a:pt x="1287" y="4277"/>
                  </a:lnTo>
                  <a:lnTo>
                    <a:pt x="1351" y="4149"/>
                  </a:lnTo>
                  <a:lnTo>
                    <a:pt x="1448" y="4020"/>
                  </a:lnTo>
                  <a:lnTo>
                    <a:pt x="1480" y="3892"/>
                  </a:lnTo>
                  <a:lnTo>
                    <a:pt x="1480" y="3731"/>
                  </a:lnTo>
                  <a:lnTo>
                    <a:pt x="1480" y="740"/>
                  </a:lnTo>
                  <a:lnTo>
                    <a:pt x="1480" y="740"/>
                  </a:lnTo>
                  <a:lnTo>
                    <a:pt x="1480" y="611"/>
                  </a:lnTo>
                  <a:lnTo>
                    <a:pt x="1448" y="451"/>
                  </a:lnTo>
                  <a:lnTo>
                    <a:pt x="1351" y="354"/>
                  </a:lnTo>
                  <a:lnTo>
                    <a:pt x="1287" y="225"/>
                  </a:lnTo>
                  <a:lnTo>
                    <a:pt x="1158" y="129"/>
                  </a:lnTo>
                  <a:lnTo>
                    <a:pt x="1030" y="65"/>
                  </a:lnTo>
                  <a:lnTo>
                    <a:pt x="901" y="32"/>
                  </a:lnTo>
                  <a:lnTo>
                    <a:pt x="74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2548;p49">
              <a:extLst>
                <a:ext uri="{FF2B5EF4-FFF2-40B4-BE49-F238E27FC236}">
                  <a16:creationId xmlns:a16="http://schemas.microsoft.com/office/drawing/2014/main" id="{C6DBCB52-827B-A303-8394-4490775676BF}"/>
                </a:ext>
              </a:extLst>
            </p:cNvPr>
            <p:cNvSpPr/>
            <p:nvPr/>
          </p:nvSpPr>
          <p:spPr>
            <a:xfrm>
              <a:off x="2219143" y="3810377"/>
              <a:ext cx="19771" cy="59688"/>
            </a:xfrm>
            <a:custGeom>
              <a:avLst/>
              <a:gdLst/>
              <a:ahLst/>
              <a:cxnLst/>
              <a:rect l="l" t="t" r="r" b="b"/>
              <a:pathLst>
                <a:path w="1481" h="4471" extrusionOk="0">
                  <a:moveTo>
                    <a:pt x="612" y="0"/>
                  </a:moveTo>
                  <a:lnTo>
                    <a:pt x="451" y="33"/>
                  </a:lnTo>
                  <a:lnTo>
                    <a:pt x="322" y="129"/>
                  </a:lnTo>
                  <a:lnTo>
                    <a:pt x="226" y="193"/>
                  </a:lnTo>
                  <a:lnTo>
                    <a:pt x="129" y="322"/>
                  </a:lnTo>
                  <a:lnTo>
                    <a:pt x="65" y="451"/>
                  </a:lnTo>
                  <a:lnTo>
                    <a:pt x="1" y="579"/>
                  </a:lnTo>
                  <a:lnTo>
                    <a:pt x="1" y="740"/>
                  </a:lnTo>
                  <a:lnTo>
                    <a:pt x="1" y="3731"/>
                  </a:lnTo>
                  <a:lnTo>
                    <a:pt x="1" y="3859"/>
                  </a:lnTo>
                  <a:lnTo>
                    <a:pt x="65" y="4020"/>
                  </a:lnTo>
                  <a:lnTo>
                    <a:pt x="129" y="4149"/>
                  </a:lnTo>
                  <a:lnTo>
                    <a:pt x="226" y="4245"/>
                  </a:lnTo>
                  <a:lnTo>
                    <a:pt x="322" y="4342"/>
                  </a:lnTo>
                  <a:lnTo>
                    <a:pt x="451" y="4406"/>
                  </a:lnTo>
                  <a:lnTo>
                    <a:pt x="612" y="4438"/>
                  </a:lnTo>
                  <a:lnTo>
                    <a:pt x="740" y="4470"/>
                  </a:lnTo>
                  <a:lnTo>
                    <a:pt x="901" y="4438"/>
                  </a:lnTo>
                  <a:lnTo>
                    <a:pt x="1030" y="4406"/>
                  </a:lnTo>
                  <a:lnTo>
                    <a:pt x="1158" y="4342"/>
                  </a:lnTo>
                  <a:lnTo>
                    <a:pt x="1287" y="4245"/>
                  </a:lnTo>
                  <a:lnTo>
                    <a:pt x="1351" y="4149"/>
                  </a:lnTo>
                  <a:lnTo>
                    <a:pt x="1448" y="4020"/>
                  </a:lnTo>
                  <a:lnTo>
                    <a:pt x="1480" y="3859"/>
                  </a:lnTo>
                  <a:lnTo>
                    <a:pt x="1480" y="3731"/>
                  </a:lnTo>
                  <a:lnTo>
                    <a:pt x="1480" y="740"/>
                  </a:lnTo>
                  <a:lnTo>
                    <a:pt x="1480" y="579"/>
                  </a:lnTo>
                  <a:lnTo>
                    <a:pt x="1448" y="451"/>
                  </a:lnTo>
                  <a:lnTo>
                    <a:pt x="1351" y="322"/>
                  </a:lnTo>
                  <a:lnTo>
                    <a:pt x="1287" y="193"/>
                  </a:lnTo>
                  <a:lnTo>
                    <a:pt x="1158" y="129"/>
                  </a:lnTo>
                  <a:lnTo>
                    <a:pt x="1030" y="33"/>
                  </a:lnTo>
                  <a:lnTo>
                    <a:pt x="9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2549;p49">
              <a:extLst>
                <a:ext uri="{FF2B5EF4-FFF2-40B4-BE49-F238E27FC236}">
                  <a16:creationId xmlns:a16="http://schemas.microsoft.com/office/drawing/2014/main" id="{558C5440-E0FC-4D57-007D-5F8342507E67}"/>
                </a:ext>
              </a:extLst>
            </p:cNvPr>
            <p:cNvSpPr/>
            <p:nvPr/>
          </p:nvSpPr>
          <p:spPr>
            <a:xfrm>
              <a:off x="2219143" y="3650230"/>
              <a:ext cx="19771" cy="60128"/>
            </a:xfrm>
            <a:custGeom>
              <a:avLst/>
              <a:gdLst/>
              <a:ahLst/>
              <a:cxnLst/>
              <a:rect l="l" t="t" r="r" b="b"/>
              <a:pathLst>
                <a:path w="1481" h="4504" extrusionOk="0">
                  <a:moveTo>
                    <a:pt x="740" y="1"/>
                  </a:moveTo>
                  <a:lnTo>
                    <a:pt x="612" y="33"/>
                  </a:lnTo>
                  <a:lnTo>
                    <a:pt x="451" y="65"/>
                  </a:lnTo>
                  <a:lnTo>
                    <a:pt x="322" y="130"/>
                  </a:lnTo>
                  <a:lnTo>
                    <a:pt x="226" y="226"/>
                  </a:lnTo>
                  <a:lnTo>
                    <a:pt x="129" y="355"/>
                  </a:lnTo>
                  <a:lnTo>
                    <a:pt x="65" y="483"/>
                  </a:lnTo>
                  <a:lnTo>
                    <a:pt x="1" y="612"/>
                  </a:lnTo>
                  <a:lnTo>
                    <a:pt x="1" y="773"/>
                  </a:lnTo>
                  <a:lnTo>
                    <a:pt x="1" y="3764"/>
                  </a:lnTo>
                  <a:lnTo>
                    <a:pt x="1" y="3892"/>
                  </a:lnTo>
                  <a:lnTo>
                    <a:pt x="65" y="4053"/>
                  </a:lnTo>
                  <a:lnTo>
                    <a:pt x="129" y="4149"/>
                  </a:lnTo>
                  <a:lnTo>
                    <a:pt x="226" y="4278"/>
                  </a:lnTo>
                  <a:lnTo>
                    <a:pt x="322" y="4375"/>
                  </a:lnTo>
                  <a:lnTo>
                    <a:pt x="451" y="4439"/>
                  </a:lnTo>
                  <a:lnTo>
                    <a:pt x="612" y="4471"/>
                  </a:lnTo>
                  <a:lnTo>
                    <a:pt x="740" y="4503"/>
                  </a:lnTo>
                  <a:lnTo>
                    <a:pt x="901" y="4471"/>
                  </a:lnTo>
                  <a:lnTo>
                    <a:pt x="1030" y="4439"/>
                  </a:lnTo>
                  <a:lnTo>
                    <a:pt x="1158" y="4375"/>
                  </a:lnTo>
                  <a:lnTo>
                    <a:pt x="1287" y="4278"/>
                  </a:lnTo>
                  <a:lnTo>
                    <a:pt x="1351" y="4149"/>
                  </a:lnTo>
                  <a:lnTo>
                    <a:pt x="1448" y="4053"/>
                  </a:lnTo>
                  <a:lnTo>
                    <a:pt x="1480" y="3892"/>
                  </a:lnTo>
                  <a:lnTo>
                    <a:pt x="1480" y="3764"/>
                  </a:lnTo>
                  <a:lnTo>
                    <a:pt x="1480" y="773"/>
                  </a:lnTo>
                  <a:lnTo>
                    <a:pt x="1480" y="612"/>
                  </a:lnTo>
                  <a:lnTo>
                    <a:pt x="1448" y="483"/>
                  </a:lnTo>
                  <a:lnTo>
                    <a:pt x="1351" y="355"/>
                  </a:lnTo>
                  <a:lnTo>
                    <a:pt x="1287" y="226"/>
                  </a:lnTo>
                  <a:lnTo>
                    <a:pt x="1158" y="130"/>
                  </a:lnTo>
                  <a:lnTo>
                    <a:pt x="1030" y="65"/>
                  </a:lnTo>
                  <a:lnTo>
                    <a:pt x="901" y="33"/>
                  </a:lnTo>
                  <a:lnTo>
                    <a:pt x="74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2550;p49">
              <a:extLst>
                <a:ext uri="{FF2B5EF4-FFF2-40B4-BE49-F238E27FC236}">
                  <a16:creationId xmlns:a16="http://schemas.microsoft.com/office/drawing/2014/main" id="{9BF62FA5-AE16-5785-0AFA-71C4E5DF7052}"/>
                </a:ext>
              </a:extLst>
            </p:cNvPr>
            <p:cNvSpPr/>
            <p:nvPr/>
          </p:nvSpPr>
          <p:spPr>
            <a:xfrm>
              <a:off x="2219143" y="3730517"/>
              <a:ext cx="19771" cy="59688"/>
            </a:xfrm>
            <a:custGeom>
              <a:avLst/>
              <a:gdLst/>
              <a:ahLst/>
              <a:cxnLst/>
              <a:rect l="l" t="t" r="r" b="b"/>
              <a:pathLst>
                <a:path w="1481" h="4471" extrusionOk="0">
                  <a:moveTo>
                    <a:pt x="612" y="1"/>
                  </a:moveTo>
                  <a:lnTo>
                    <a:pt x="451" y="33"/>
                  </a:lnTo>
                  <a:lnTo>
                    <a:pt x="322" y="97"/>
                  </a:lnTo>
                  <a:lnTo>
                    <a:pt x="226" y="194"/>
                  </a:lnTo>
                  <a:lnTo>
                    <a:pt x="129" y="322"/>
                  </a:lnTo>
                  <a:lnTo>
                    <a:pt x="65" y="451"/>
                  </a:lnTo>
                  <a:lnTo>
                    <a:pt x="1" y="580"/>
                  </a:lnTo>
                  <a:lnTo>
                    <a:pt x="1" y="740"/>
                  </a:lnTo>
                  <a:lnTo>
                    <a:pt x="1" y="3731"/>
                  </a:lnTo>
                  <a:lnTo>
                    <a:pt x="1" y="3860"/>
                  </a:lnTo>
                  <a:lnTo>
                    <a:pt x="65" y="4021"/>
                  </a:lnTo>
                  <a:lnTo>
                    <a:pt x="129" y="4149"/>
                  </a:lnTo>
                  <a:lnTo>
                    <a:pt x="226" y="4246"/>
                  </a:lnTo>
                  <a:lnTo>
                    <a:pt x="322" y="4342"/>
                  </a:lnTo>
                  <a:lnTo>
                    <a:pt x="451" y="4407"/>
                  </a:lnTo>
                  <a:lnTo>
                    <a:pt x="612" y="4439"/>
                  </a:lnTo>
                  <a:lnTo>
                    <a:pt x="740" y="4471"/>
                  </a:lnTo>
                  <a:lnTo>
                    <a:pt x="901" y="4439"/>
                  </a:lnTo>
                  <a:lnTo>
                    <a:pt x="1030" y="4407"/>
                  </a:lnTo>
                  <a:lnTo>
                    <a:pt x="1158" y="4342"/>
                  </a:lnTo>
                  <a:lnTo>
                    <a:pt x="1287" y="4246"/>
                  </a:lnTo>
                  <a:lnTo>
                    <a:pt x="1351" y="4149"/>
                  </a:lnTo>
                  <a:lnTo>
                    <a:pt x="1448" y="4021"/>
                  </a:lnTo>
                  <a:lnTo>
                    <a:pt x="1480" y="3860"/>
                  </a:lnTo>
                  <a:lnTo>
                    <a:pt x="1480" y="3731"/>
                  </a:lnTo>
                  <a:lnTo>
                    <a:pt x="1480" y="740"/>
                  </a:lnTo>
                  <a:lnTo>
                    <a:pt x="1480" y="580"/>
                  </a:lnTo>
                  <a:lnTo>
                    <a:pt x="1448" y="451"/>
                  </a:lnTo>
                  <a:lnTo>
                    <a:pt x="1351" y="322"/>
                  </a:lnTo>
                  <a:lnTo>
                    <a:pt x="1287" y="194"/>
                  </a:lnTo>
                  <a:lnTo>
                    <a:pt x="1158" y="97"/>
                  </a:lnTo>
                  <a:lnTo>
                    <a:pt x="1030" y="33"/>
                  </a:lnTo>
                  <a:lnTo>
                    <a:pt x="9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2551;p49">
              <a:extLst>
                <a:ext uri="{FF2B5EF4-FFF2-40B4-BE49-F238E27FC236}">
                  <a16:creationId xmlns:a16="http://schemas.microsoft.com/office/drawing/2014/main" id="{473AB77A-27DE-A3B3-3035-6C015599A7FE}"/>
                </a:ext>
              </a:extLst>
            </p:cNvPr>
            <p:cNvSpPr/>
            <p:nvPr/>
          </p:nvSpPr>
          <p:spPr>
            <a:xfrm>
              <a:off x="2219143" y="3410678"/>
              <a:ext cx="19771" cy="59688"/>
            </a:xfrm>
            <a:custGeom>
              <a:avLst/>
              <a:gdLst/>
              <a:ahLst/>
              <a:cxnLst/>
              <a:rect l="l" t="t" r="r" b="b"/>
              <a:pathLst>
                <a:path w="1481" h="4471" extrusionOk="0">
                  <a:moveTo>
                    <a:pt x="740" y="0"/>
                  </a:moveTo>
                  <a:lnTo>
                    <a:pt x="612" y="32"/>
                  </a:lnTo>
                  <a:lnTo>
                    <a:pt x="451" y="64"/>
                  </a:lnTo>
                  <a:lnTo>
                    <a:pt x="322" y="129"/>
                  </a:lnTo>
                  <a:lnTo>
                    <a:pt x="226" y="225"/>
                  </a:lnTo>
                  <a:lnTo>
                    <a:pt x="129" y="322"/>
                  </a:lnTo>
                  <a:lnTo>
                    <a:pt x="65" y="450"/>
                  </a:lnTo>
                  <a:lnTo>
                    <a:pt x="1" y="611"/>
                  </a:lnTo>
                  <a:lnTo>
                    <a:pt x="1" y="740"/>
                  </a:lnTo>
                  <a:lnTo>
                    <a:pt x="1" y="3731"/>
                  </a:lnTo>
                  <a:lnTo>
                    <a:pt x="1" y="3891"/>
                  </a:lnTo>
                  <a:lnTo>
                    <a:pt x="65" y="4020"/>
                  </a:lnTo>
                  <a:lnTo>
                    <a:pt x="129" y="4149"/>
                  </a:lnTo>
                  <a:lnTo>
                    <a:pt x="226" y="4277"/>
                  </a:lnTo>
                  <a:lnTo>
                    <a:pt x="322" y="4342"/>
                  </a:lnTo>
                  <a:lnTo>
                    <a:pt x="451" y="4438"/>
                  </a:lnTo>
                  <a:lnTo>
                    <a:pt x="612" y="4470"/>
                  </a:lnTo>
                  <a:lnTo>
                    <a:pt x="901" y="4470"/>
                  </a:lnTo>
                  <a:lnTo>
                    <a:pt x="1030" y="4438"/>
                  </a:lnTo>
                  <a:lnTo>
                    <a:pt x="1158" y="4342"/>
                  </a:lnTo>
                  <a:lnTo>
                    <a:pt x="1287" y="4277"/>
                  </a:lnTo>
                  <a:lnTo>
                    <a:pt x="1351" y="4149"/>
                  </a:lnTo>
                  <a:lnTo>
                    <a:pt x="1448" y="4020"/>
                  </a:lnTo>
                  <a:lnTo>
                    <a:pt x="1480" y="3891"/>
                  </a:lnTo>
                  <a:lnTo>
                    <a:pt x="1480" y="3731"/>
                  </a:lnTo>
                  <a:lnTo>
                    <a:pt x="1480" y="740"/>
                  </a:lnTo>
                  <a:lnTo>
                    <a:pt x="1480" y="611"/>
                  </a:lnTo>
                  <a:lnTo>
                    <a:pt x="1448" y="450"/>
                  </a:lnTo>
                  <a:lnTo>
                    <a:pt x="1351" y="322"/>
                  </a:lnTo>
                  <a:lnTo>
                    <a:pt x="1287" y="225"/>
                  </a:lnTo>
                  <a:lnTo>
                    <a:pt x="1158" y="129"/>
                  </a:lnTo>
                  <a:lnTo>
                    <a:pt x="1030" y="64"/>
                  </a:lnTo>
                  <a:lnTo>
                    <a:pt x="901" y="32"/>
                  </a:lnTo>
                  <a:lnTo>
                    <a:pt x="740"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2552;p49">
              <a:extLst>
                <a:ext uri="{FF2B5EF4-FFF2-40B4-BE49-F238E27FC236}">
                  <a16:creationId xmlns:a16="http://schemas.microsoft.com/office/drawing/2014/main" id="{FDF6AE71-58A8-D61F-E8BA-275A9910A5E2}"/>
                </a:ext>
              </a:extLst>
            </p:cNvPr>
            <p:cNvSpPr/>
            <p:nvPr/>
          </p:nvSpPr>
          <p:spPr>
            <a:xfrm>
              <a:off x="2219143" y="3410678"/>
              <a:ext cx="19771" cy="59688"/>
            </a:xfrm>
            <a:custGeom>
              <a:avLst/>
              <a:gdLst/>
              <a:ahLst/>
              <a:cxnLst/>
              <a:rect l="l" t="t" r="r" b="b"/>
              <a:pathLst>
                <a:path w="1481" h="4471" fill="none" extrusionOk="0">
                  <a:moveTo>
                    <a:pt x="740" y="0"/>
                  </a:moveTo>
                  <a:lnTo>
                    <a:pt x="740" y="0"/>
                  </a:lnTo>
                  <a:lnTo>
                    <a:pt x="612" y="32"/>
                  </a:lnTo>
                  <a:lnTo>
                    <a:pt x="451" y="64"/>
                  </a:lnTo>
                  <a:lnTo>
                    <a:pt x="322" y="129"/>
                  </a:lnTo>
                  <a:lnTo>
                    <a:pt x="226" y="225"/>
                  </a:lnTo>
                  <a:lnTo>
                    <a:pt x="129" y="322"/>
                  </a:lnTo>
                  <a:lnTo>
                    <a:pt x="65" y="450"/>
                  </a:lnTo>
                  <a:lnTo>
                    <a:pt x="1" y="611"/>
                  </a:lnTo>
                  <a:lnTo>
                    <a:pt x="1" y="740"/>
                  </a:lnTo>
                  <a:lnTo>
                    <a:pt x="1" y="3731"/>
                  </a:lnTo>
                  <a:lnTo>
                    <a:pt x="1" y="3731"/>
                  </a:lnTo>
                  <a:lnTo>
                    <a:pt x="1" y="3891"/>
                  </a:lnTo>
                  <a:lnTo>
                    <a:pt x="65" y="4020"/>
                  </a:lnTo>
                  <a:lnTo>
                    <a:pt x="129" y="4149"/>
                  </a:lnTo>
                  <a:lnTo>
                    <a:pt x="226" y="4277"/>
                  </a:lnTo>
                  <a:lnTo>
                    <a:pt x="322" y="4342"/>
                  </a:lnTo>
                  <a:lnTo>
                    <a:pt x="451" y="4438"/>
                  </a:lnTo>
                  <a:lnTo>
                    <a:pt x="612" y="4470"/>
                  </a:lnTo>
                  <a:lnTo>
                    <a:pt x="740" y="4470"/>
                  </a:lnTo>
                  <a:lnTo>
                    <a:pt x="740" y="4470"/>
                  </a:lnTo>
                  <a:lnTo>
                    <a:pt x="901" y="4470"/>
                  </a:lnTo>
                  <a:lnTo>
                    <a:pt x="1030" y="4438"/>
                  </a:lnTo>
                  <a:lnTo>
                    <a:pt x="1158" y="4342"/>
                  </a:lnTo>
                  <a:lnTo>
                    <a:pt x="1287" y="4277"/>
                  </a:lnTo>
                  <a:lnTo>
                    <a:pt x="1351" y="4149"/>
                  </a:lnTo>
                  <a:lnTo>
                    <a:pt x="1448" y="4020"/>
                  </a:lnTo>
                  <a:lnTo>
                    <a:pt x="1480" y="3891"/>
                  </a:lnTo>
                  <a:lnTo>
                    <a:pt x="1480" y="3731"/>
                  </a:lnTo>
                  <a:lnTo>
                    <a:pt x="1480" y="740"/>
                  </a:lnTo>
                  <a:lnTo>
                    <a:pt x="1480" y="740"/>
                  </a:lnTo>
                  <a:lnTo>
                    <a:pt x="1480" y="611"/>
                  </a:lnTo>
                  <a:lnTo>
                    <a:pt x="1448" y="450"/>
                  </a:lnTo>
                  <a:lnTo>
                    <a:pt x="1351" y="322"/>
                  </a:lnTo>
                  <a:lnTo>
                    <a:pt x="1287" y="225"/>
                  </a:lnTo>
                  <a:lnTo>
                    <a:pt x="1158" y="129"/>
                  </a:lnTo>
                  <a:lnTo>
                    <a:pt x="1030" y="64"/>
                  </a:lnTo>
                  <a:lnTo>
                    <a:pt x="901" y="32"/>
                  </a:lnTo>
                  <a:lnTo>
                    <a:pt x="74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2553;p49">
              <a:extLst>
                <a:ext uri="{FF2B5EF4-FFF2-40B4-BE49-F238E27FC236}">
                  <a16:creationId xmlns:a16="http://schemas.microsoft.com/office/drawing/2014/main" id="{1F54E44E-0C12-7594-E94D-F0184D21A820}"/>
                </a:ext>
              </a:extLst>
            </p:cNvPr>
            <p:cNvSpPr/>
            <p:nvPr/>
          </p:nvSpPr>
          <p:spPr>
            <a:xfrm>
              <a:off x="2219143" y="2931546"/>
              <a:ext cx="19771" cy="59688"/>
            </a:xfrm>
            <a:custGeom>
              <a:avLst/>
              <a:gdLst/>
              <a:ahLst/>
              <a:cxnLst/>
              <a:rect l="l" t="t" r="r" b="b"/>
              <a:pathLst>
                <a:path w="1481" h="4471" extrusionOk="0">
                  <a:moveTo>
                    <a:pt x="612" y="0"/>
                  </a:moveTo>
                  <a:lnTo>
                    <a:pt x="451" y="65"/>
                  </a:lnTo>
                  <a:lnTo>
                    <a:pt x="322" y="129"/>
                  </a:lnTo>
                  <a:lnTo>
                    <a:pt x="226" y="225"/>
                  </a:lnTo>
                  <a:lnTo>
                    <a:pt x="129" y="322"/>
                  </a:lnTo>
                  <a:lnTo>
                    <a:pt x="65" y="450"/>
                  </a:lnTo>
                  <a:lnTo>
                    <a:pt x="1" y="579"/>
                  </a:lnTo>
                  <a:lnTo>
                    <a:pt x="1" y="740"/>
                  </a:lnTo>
                  <a:lnTo>
                    <a:pt x="1" y="3731"/>
                  </a:lnTo>
                  <a:lnTo>
                    <a:pt x="1" y="3892"/>
                  </a:lnTo>
                  <a:lnTo>
                    <a:pt x="65" y="4020"/>
                  </a:lnTo>
                  <a:lnTo>
                    <a:pt x="129" y="4149"/>
                  </a:lnTo>
                  <a:lnTo>
                    <a:pt x="226" y="4245"/>
                  </a:lnTo>
                  <a:lnTo>
                    <a:pt x="322" y="4342"/>
                  </a:lnTo>
                  <a:lnTo>
                    <a:pt x="451" y="4406"/>
                  </a:lnTo>
                  <a:lnTo>
                    <a:pt x="612" y="4470"/>
                  </a:lnTo>
                  <a:lnTo>
                    <a:pt x="901" y="4470"/>
                  </a:lnTo>
                  <a:lnTo>
                    <a:pt x="1030" y="4406"/>
                  </a:lnTo>
                  <a:lnTo>
                    <a:pt x="1158" y="4342"/>
                  </a:lnTo>
                  <a:lnTo>
                    <a:pt x="1287" y="4245"/>
                  </a:lnTo>
                  <a:lnTo>
                    <a:pt x="1351" y="4149"/>
                  </a:lnTo>
                  <a:lnTo>
                    <a:pt x="1448" y="4020"/>
                  </a:lnTo>
                  <a:lnTo>
                    <a:pt x="1480" y="3892"/>
                  </a:lnTo>
                  <a:lnTo>
                    <a:pt x="1480" y="3731"/>
                  </a:lnTo>
                  <a:lnTo>
                    <a:pt x="1480" y="740"/>
                  </a:lnTo>
                  <a:lnTo>
                    <a:pt x="1480" y="579"/>
                  </a:lnTo>
                  <a:lnTo>
                    <a:pt x="1448" y="450"/>
                  </a:lnTo>
                  <a:lnTo>
                    <a:pt x="1351" y="322"/>
                  </a:lnTo>
                  <a:lnTo>
                    <a:pt x="1287" y="225"/>
                  </a:lnTo>
                  <a:lnTo>
                    <a:pt x="1158" y="129"/>
                  </a:lnTo>
                  <a:lnTo>
                    <a:pt x="1030" y="65"/>
                  </a:lnTo>
                  <a:lnTo>
                    <a:pt x="9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2554;p49">
              <a:extLst>
                <a:ext uri="{FF2B5EF4-FFF2-40B4-BE49-F238E27FC236}">
                  <a16:creationId xmlns:a16="http://schemas.microsoft.com/office/drawing/2014/main" id="{6EE6C415-CEFD-5112-9239-404E3060C39C}"/>
                </a:ext>
              </a:extLst>
            </p:cNvPr>
            <p:cNvSpPr/>
            <p:nvPr/>
          </p:nvSpPr>
          <p:spPr>
            <a:xfrm>
              <a:off x="1786817" y="2842675"/>
              <a:ext cx="60115" cy="19758"/>
            </a:xfrm>
            <a:custGeom>
              <a:avLst/>
              <a:gdLst/>
              <a:ahLst/>
              <a:cxnLst/>
              <a:rect l="l" t="t" r="r" b="b"/>
              <a:pathLst>
                <a:path w="4503" h="1480" extrusionOk="0">
                  <a:moveTo>
                    <a:pt x="740" y="0"/>
                  </a:moveTo>
                  <a:lnTo>
                    <a:pt x="579" y="32"/>
                  </a:lnTo>
                  <a:lnTo>
                    <a:pt x="451" y="65"/>
                  </a:lnTo>
                  <a:lnTo>
                    <a:pt x="322" y="129"/>
                  </a:lnTo>
                  <a:lnTo>
                    <a:pt x="225" y="225"/>
                  </a:lnTo>
                  <a:lnTo>
                    <a:pt x="129" y="322"/>
                  </a:lnTo>
                  <a:lnTo>
                    <a:pt x="65" y="451"/>
                  </a:lnTo>
                  <a:lnTo>
                    <a:pt x="0" y="611"/>
                  </a:lnTo>
                  <a:lnTo>
                    <a:pt x="0" y="740"/>
                  </a:lnTo>
                  <a:lnTo>
                    <a:pt x="0" y="901"/>
                  </a:lnTo>
                  <a:lnTo>
                    <a:pt x="65" y="1029"/>
                  </a:lnTo>
                  <a:lnTo>
                    <a:pt x="129" y="1158"/>
                  </a:lnTo>
                  <a:lnTo>
                    <a:pt x="225" y="1254"/>
                  </a:lnTo>
                  <a:lnTo>
                    <a:pt x="322" y="1351"/>
                  </a:lnTo>
                  <a:lnTo>
                    <a:pt x="451" y="1415"/>
                  </a:lnTo>
                  <a:lnTo>
                    <a:pt x="579" y="1480"/>
                  </a:lnTo>
                  <a:lnTo>
                    <a:pt x="3892" y="1480"/>
                  </a:lnTo>
                  <a:lnTo>
                    <a:pt x="4020" y="1415"/>
                  </a:lnTo>
                  <a:lnTo>
                    <a:pt x="4149" y="1351"/>
                  </a:lnTo>
                  <a:lnTo>
                    <a:pt x="4278" y="1254"/>
                  </a:lnTo>
                  <a:lnTo>
                    <a:pt x="4374" y="1158"/>
                  </a:lnTo>
                  <a:lnTo>
                    <a:pt x="4438" y="1029"/>
                  </a:lnTo>
                  <a:lnTo>
                    <a:pt x="4470" y="901"/>
                  </a:lnTo>
                  <a:lnTo>
                    <a:pt x="4503" y="740"/>
                  </a:lnTo>
                  <a:lnTo>
                    <a:pt x="4470" y="611"/>
                  </a:lnTo>
                  <a:lnTo>
                    <a:pt x="4438" y="451"/>
                  </a:lnTo>
                  <a:lnTo>
                    <a:pt x="4374" y="322"/>
                  </a:lnTo>
                  <a:lnTo>
                    <a:pt x="4278" y="225"/>
                  </a:lnTo>
                  <a:lnTo>
                    <a:pt x="4149" y="129"/>
                  </a:lnTo>
                  <a:lnTo>
                    <a:pt x="4020" y="65"/>
                  </a:lnTo>
                  <a:lnTo>
                    <a:pt x="3892" y="32"/>
                  </a:lnTo>
                  <a:lnTo>
                    <a:pt x="373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2555;p49">
              <a:extLst>
                <a:ext uri="{FF2B5EF4-FFF2-40B4-BE49-F238E27FC236}">
                  <a16:creationId xmlns:a16="http://schemas.microsoft.com/office/drawing/2014/main" id="{37235555-9FCE-6B9A-95C4-4EC7E48E279A}"/>
                </a:ext>
              </a:extLst>
            </p:cNvPr>
            <p:cNvSpPr/>
            <p:nvPr/>
          </p:nvSpPr>
          <p:spPr>
            <a:xfrm>
              <a:off x="2219143" y="3091252"/>
              <a:ext cx="19771" cy="59688"/>
            </a:xfrm>
            <a:custGeom>
              <a:avLst/>
              <a:gdLst/>
              <a:ahLst/>
              <a:cxnLst/>
              <a:rect l="l" t="t" r="r" b="b"/>
              <a:pathLst>
                <a:path w="1481" h="4471" extrusionOk="0">
                  <a:moveTo>
                    <a:pt x="612" y="1"/>
                  </a:moveTo>
                  <a:lnTo>
                    <a:pt x="451" y="65"/>
                  </a:lnTo>
                  <a:lnTo>
                    <a:pt x="322" y="129"/>
                  </a:lnTo>
                  <a:lnTo>
                    <a:pt x="226" y="226"/>
                  </a:lnTo>
                  <a:lnTo>
                    <a:pt x="129" y="322"/>
                  </a:lnTo>
                  <a:lnTo>
                    <a:pt x="65" y="451"/>
                  </a:lnTo>
                  <a:lnTo>
                    <a:pt x="1" y="579"/>
                  </a:lnTo>
                  <a:lnTo>
                    <a:pt x="1" y="740"/>
                  </a:lnTo>
                  <a:lnTo>
                    <a:pt x="1" y="3731"/>
                  </a:lnTo>
                  <a:lnTo>
                    <a:pt x="1" y="3892"/>
                  </a:lnTo>
                  <a:lnTo>
                    <a:pt x="65" y="4020"/>
                  </a:lnTo>
                  <a:lnTo>
                    <a:pt x="129" y="4149"/>
                  </a:lnTo>
                  <a:lnTo>
                    <a:pt x="226" y="4246"/>
                  </a:lnTo>
                  <a:lnTo>
                    <a:pt x="322" y="4342"/>
                  </a:lnTo>
                  <a:lnTo>
                    <a:pt x="451" y="4406"/>
                  </a:lnTo>
                  <a:lnTo>
                    <a:pt x="612" y="4471"/>
                  </a:lnTo>
                  <a:lnTo>
                    <a:pt x="901" y="4471"/>
                  </a:lnTo>
                  <a:lnTo>
                    <a:pt x="1030" y="4406"/>
                  </a:lnTo>
                  <a:lnTo>
                    <a:pt x="1158" y="4342"/>
                  </a:lnTo>
                  <a:lnTo>
                    <a:pt x="1287" y="4246"/>
                  </a:lnTo>
                  <a:lnTo>
                    <a:pt x="1351" y="4149"/>
                  </a:lnTo>
                  <a:lnTo>
                    <a:pt x="1448" y="4020"/>
                  </a:lnTo>
                  <a:lnTo>
                    <a:pt x="1480" y="3892"/>
                  </a:lnTo>
                  <a:lnTo>
                    <a:pt x="1480" y="3731"/>
                  </a:lnTo>
                  <a:lnTo>
                    <a:pt x="1480" y="740"/>
                  </a:lnTo>
                  <a:lnTo>
                    <a:pt x="1480" y="579"/>
                  </a:lnTo>
                  <a:lnTo>
                    <a:pt x="1448" y="451"/>
                  </a:lnTo>
                  <a:lnTo>
                    <a:pt x="1351" y="322"/>
                  </a:lnTo>
                  <a:lnTo>
                    <a:pt x="1287" y="226"/>
                  </a:lnTo>
                  <a:lnTo>
                    <a:pt x="1158" y="129"/>
                  </a:lnTo>
                  <a:lnTo>
                    <a:pt x="1030" y="65"/>
                  </a:lnTo>
                  <a:lnTo>
                    <a:pt x="9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2556;p49">
              <a:extLst>
                <a:ext uri="{FF2B5EF4-FFF2-40B4-BE49-F238E27FC236}">
                  <a16:creationId xmlns:a16="http://schemas.microsoft.com/office/drawing/2014/main" id="{6FBCC854-7C04-F342-2BFF-BEFB8AB3E2D4}"/>
                </a:ext>
              </a:extLst>
            </p:cNvPr>
            <p:cNvSpPr/>
            <p:nvPr/>
          </p:nvSpPr>
          <p:spPr>
            <a:xfrm>
              <a:off x="2219143" y="3250958"/>
              <a:ext cx="19771" cy="59688"/>
            </a:xfrm>
            <a:custGeom>
              <a:avLst/>
              <a:gdLst/>
              <a:ahLst/>
              <a:cxnLst/>
              <a:rect l="l" t="t" r="r" b="b"/>
              <a:pathLst>
                <a:path w="1481" h="4471" extrusionOk="0">
                  <a:moveTo>
                    <a:pt x="740" y="1"/>
                  </a:moveTo>
                  <a:lnTo>
                    <a:pt x="612" y="33"/>
                  </a:lnTo>
                  <a:lnTo>
                    <a:pt x="451" y="65"/>
                  </a:lnTo>
                  <a:lnTo>
                    <a:pt x="322" y="129"/>
                  </a:lnTo>
                  <a:lnTo>
                    <a:pt x="226" y="226"/>
                  </a:lnTo>
                  <a:lnTo>
                    <a:pt x="129" y="322"/>
                  </a:lnTo>
                  <a:lnTo>
                    <a:pt x="65" y="451"/>
                  </a:lnTo>
                  <a:lnTo>
                    <a:pt x="1" y="612"/>
                  </a:lnTo>
                  <a:lnTo>
                    <a:pt x="1" y="740"/>
                  </a:lnTo>
                  <a:lnTo>
                    <a:pt x="1" y="3731"/>
                  </a:lnTo>
                  <a:lnTo>
                    <a:pt x="1" y="3892"/>
                  </a:lnTo>
                  <a:lnTo>
                    <a:pt x="65" y="4021"/>
                  </a:lnTo>
                  <a:lnTo>
                    <a:pt x="129" y="4149"/>
                  </a:lnTo>
                  <a:lnTo>
                    <a:pt x="226" y="4278"/>
                  </a:lnTo>
                  <a:lnTo>
                    <a:pt x="322" y="4342"/>
                  </a:lnTo>
                  <a:lnTo>
                    <a:pt x="451" y="4407"/>
                  </a:lnTo>
                  <a:lnTo>
                    <a:pt x="612" y="4471"/>
                  </a:lnTo>
                  <a:lnTo>
                    <a:pt x="901" y="4471"/>
                  </a:lnTo>
                  <a:lnTo>
                    <a:pt x="1030" y="4407"/>
                  </a:lnTo>
                  <a:lnTo>
                    <a:pt x="1158" y="4342"/>
                  </a:lnTo>
                  <a:lnTo>
                    <a:pt x="1287" y="4278"/>
                  </a:lnTo>
                  <a:lnTo>
                    <a:pt x="1351" y="4149"/>
                  </a:lnTo>
                  <a:lnTo>
                    <a:pt x="1448" y="4021"/>
                  </a:lnTo>
                  <a:lnTo>
                    <a:pt x="1480" y="3892"/>
                  </a:lnTo>
                  <a:lnTo>
                    <a:pt x="1480" y="3731"/>
                  </a:lnTo>
                  <a:lnTo>
                    <a:pt x="1480" y="740"/>
                  </a:lnTo>
                  <a:lnTo>
                    <a:pt x="1480" y="612"/>
                  </a:lnTo>
                  <a:lnTo>
                    <a:pt x="1448" y="451"/>
                  </a:lnTo>
                  <a:lnTo>
                    <a:pt x="1351" y="322"/>
                  </a:lnTo>
                  <a:lnTo>
                    <a:pt x="1287" y="226"/>
                  </a:lnTo>
                  <a:lnTo>
                    <a:pt x="1158" y="129"/>
                  </a:lnTo>
                  <a:lnTo>
                    <a:pt x="1030" y="65"/>
                  </a:lnTo>
                  <a:lnTo>
                    <a:pt x="901" y="33"/>
                  </a:lnTo>
                  <a:lnTo>
                    <a:pt x="74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2557;p49">
              <a:extLst>
                <a:ext uri="{FF2B5EF4-FFF2-40B4-BE49-F238E27FC236}">
                  <a16:creationId xmlns:a16="http://schemas.microsoft.com/office/drawing/2014/main" id="{4B03D30B-7CA4-F169-3484-757463DFED18}"/>
                </a:ext>
              </a:extLst>
            </p:cNvPr>
            <p:cNvSpPr/>
            <p:nvPr/>
          </p:nvSpPr>
          <p:spPr>
            <a:xfrm>
              <a:off x="2219143" y="3171112"/>
              <a:ext cx="19771" cy="59688"/>
            </a:xfrm>
            <a:custGeom>
              <a:avLst/>
              <a:gdLst/>
              <a:ahLst/>
              <a:cxnLst/>
              <a:rect l="l" t="t" r="r" b="b"/>
              <a:pathLst>
                <a:path w="1481" h="4471" extrusionOk="0">
                  <a:moveTo>
                    <a:pt x="612" y="0"/>
                  </a:moveTo>
                  <a:lnTo>
                    <a:pt x="451" y="64"/>
                  </a:lnTo>
                  <a:lnTo>
                    <a:pt x="322" y="129"/>
                  </a:lnTo>
                  <a:lnTo>
                    <a:pt x="226" y="225"/>
                  </a:lnTo>
                  <a:lnTo>
                    <a:pt x="129" y="322"/>
                  </a:lnTo>
                  <a:lnTo>
                    <a:pt x="65" y="450"/>
                  </a:lnTo>
                  <a:lnTo>
                    <a:pt x="1" y="579"/>
                  </a:lnTo>
                  <a:lnTo>
                    <a:pt x="1" y="740"/>
                  </a:lnTo>
                  <a:lnTo>
                    <a:pt x="1" y="3731"/>
                  </a:lnTo>
                  <a:lnTo>
                    <a:pt x="1" y="3891"/>
                  </a:lnTo>
                  <a:lnTo>
                    <a:pt x="65" y="4020"/>
                  </a:lnTo>
                  <a:lnTo>
                    <a:pt x="129" y="4149"/>
                  </a:lnTo>
                  <a:lnTo>
                    <a:pt x="226" y="4245"/>
                  </a:lnTo>
                  <a:lnTo>
                    <a:pt x="322" y="4342"/>
                  </a:lnTo>
                  <a:lnTo>
                    <a:pt x="451" y="4406"/>
                  </a:lnTo>
                  <a:lnTo>
                    <a:pt x="612" y="4470"/>
                  </a:lnTo>
                  <a:lnTo>
                    <a:pt x="901" y="4470"/>
                  </a:lnTo>
                  <a:lnTo>
                    <a:pt x="1030" y="4406"/>
                  </a:lnTo>
                  <a:lnTo>
                    <a:pt x="1158" y="4342"/>
                  </a:lnTo>
                  <a:lnTo>
                    <a:pt x="1287" y="4245"/>
                  </a:lnTo>
                  <a:lnTo>
                    <a:pt x="1351" y="4149"/>
                  </a:lnTo>
                  <a:lnTo>
                    <a:pt x="1448" y="4020"/>
                  </a:lnTo>
                  <a:lnTo>
                    <a:pt x="1480" y="3891"/>
                  </a:lnTo>
                  <a:lnTo>
                    <a:pt x="1480" y="3731"/>
                  </a:lnTo>
                  <a:lnTo>
                    <a:pt x="1480" y="740"/>
                  </a:lnTo>
                  <a:lnTo>
                    <a:pt x="1480" y="579"/>
                  </a:lnTo>
                  <a:lnTo>
                    <a:pt x="1448" y="450"/>
                  </a:lnTo>
                  <a:lnTo>
                    <a:pt x="1351" y="322"/>
                  </a:lnTo>
                  <a:lnTo>
                    <a:pt x="1287" y="225"/>
                  </a:lnTo>
                  <a:lnTo>
                    <a:pt x="1158" y="129"/>
                  </a:lnTo>
                  <a:lnTo>
                    <a:pt x="1030" y="64"/>
                  </a:lnTo>
                  <a:lnTo>
                    <a:pt x="9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2558;p49">
              <a:extLst>
                <a:ext uri="{FF2B5EF4-FFF2-40B4-BE49-F238E27FC236}">
                  <a16:creationId xmlns:a16="http://schemas.microsoft.com/office/drawing/2014/main" id="{97829C85-A43B-C69C-CCC6-8008DE9B20CD}"/>
                </a:ext>
              </a:extLst>
            </p:cNvPr>
            <p:cNvSpPr/>
            <p:nvPr/>
          </p:nvSpPr>
          <p:spPr>
            <a:xfrm>
              <a:off x="2219143" y="3011392"/>
              <a:ext cx="19771" cy="59701"/>
            </a:xfrm>
            <a:custGeom>
              <a:avLst/>
              <a:gdLst/>
              <a:ahLst/>
              <a:cxnLst/>
              <a:rect l="l" t="t" r="r" b="b"/>
              <a:pathLst>
                <a:path w="1481" h="4472" extrusionOk="0">
                  <a:moveTo>
                    <a:pt x="612" y="1"/>
                  </a:moveTo>
                  <a:lnTo>
                    <a:pt x="451" y="65"/>
                  </a:lnTo>
                  <a:lnTo>
                    <a:pt x="322" y="130"/>
                  </a:lnTo>
                  <a:lnTo>
                    <a:pt x="226" y="226"/>
                  </a:lnTo>
                  <a:lnTo>
                    <a:pt x="129" y="322"/>
                  </a:lnTo>
                  <a:lnTo>
                    <a:pt x="65" y="451"/>
                  </a:lnTo>
                  <a:lnTo>
                    <a:pt x="1" y="580"/>
                  </a:lnTo>
                  <a:lnTo>
                    <a:pt x="1" y="741"/>
                  </a:lnTo>
                  <a:lnTo>
                    <a:pt x="1" y="3731"/>
                  </a:lnTo>
                  <a:lnTo>
                    <a:pt x="1" y="3892"/>
                  </a:lnTo>
                  <a:lnTo>
                    <a:pt x="65" y="4021"/>
                  </a:lnTo>
                  <a:lnTo>
                    <a:pt x="129" y="4149"/>
                  </a:lnTo>
                  <a:lnTo>
                    <a:pt x="226" y="4246"/>
                  </a:lnTo>
                  <a:lnTo>
                    <a:pt x="322" y="4342"/>
                  </a:lnTo>
                  <a:lnTo>
                    <a:pt x="451" y="4407"/>
                  </a:lnTo>
                  <a:lnTo>
                    <a:pt x="612" y="4471"/>
                  </a:lnTo>
                  <a:lnTo>
                    <a:pt x="901" y="4471"/>
                  </a:lnTo>
                  <a:lnTo>
                    <a:pt x="1030" y="4407"/>
                  </a:lnTo>
                  <a:lnTo>
                    <a:pt x="1158" y="4342"/>
                  </a:lnTo>
                  <a:lnTo>
                    <a:pt x="1287" y="4246"/>
                  </a:lnTo>
                  <a:lnTo>
                    <a:pt x="1351" y="4149"/>
                  </a:lnTo>
                  <a:lnTo>
                    <a:pt x="1448" y="4021"/>
                  </a:lnTo>
                  <a:lnTo>
                    <a:pt x="1480" y="3892"/>
                  </a:lnTo>
                  <a:lnTo>
                    <a:pt x="1480" y="3731"/>
                  </a:lnTo>
                  <a:lnTo>
                    <a:pt x="1480" y="741"/>
                  </a:lnTo>
                  <a:lnTo>
                    <a:pt x="1480" y="580"/>
                  </a:lnTo>
                  <a:lnTo>
                    <a:pt x="1448" y="451"/>
                  </a:lnTo>
                  <a:lnTo>
                    <a:pt x="1351" y="322"/>
                  </a:lnTo>
                  <a:lnTo>
                    <a:pt x="1287" y="226"/>
                  </a:lnTo>
                  <a:lnTo>
                    <a:pt x="1158" y="130"/>
                  </a:lnTo>
                  <a:lnTo>
                    <a:pt x="1030" y="65"/>
                  </a:lnTo>
                  <a:lnTo>
                    <a:pt x="9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2559;p49">
              <a:extLst>
                <a:ext uri="{FF2B5EF4-FFF2-40B4-BE49-F238E27FC236}">
                  <a16:creationId xmlns:a16="http://schemas.microsoft.com/office/drawing/2014/main" id="{F3882EDA-CF90-F98D-AF46-EC692BB08CF9}"/>
                </a:ext>
              </a:extLst>
            </p:cNvPr>
            <p:cNvSpPr/>
            <p:nvPr/>
          </p:nvSpPr>
          <p:spPr>
            <a:xfrm>
              <a:off x="1947377" y="2842675"/>
              <a:ext cx="60128" cy="19758"/>
            </a:xfrm>
            <a:custGeom>
              <a:avLst/>
              <a:gdLst/>
              <a:ahLst/>
              <a:cxnLst/>
              <a:rect l="l" t="t" r="r" b="b"/>
              <a:pathLst>
                <a:path w="4504" h="1480" extrusionOk="0">
                  <a:moveTo>
                    <a:pt x="741" y="0"/>
                  </a:moveTo>
                  <a:lnTo>
                    <a:pt x="580" y="32"/>
                  </a:lnTo>
                  <a:lnTo>
                    <a:pt x="451" y="65"/>
                  </a:lnTo>
                  <a:lnTo>
                    <a:pt x="323" y="129"/>
                  </a:lnTo>
                  <a:lnTo>
                    <a:pt x="226" y="225"/>
                  </a:lnTo>
                  <a:lnTo>
                    <a:pt x="130" y="322"/>
                  </a:lnTo>
                  <a:lnTo>
                    <a:pt x="65" y="451"/>
                  </a:lnTo>
                  <a:lnTo>
                    <a:pt x="1" y="611"/>
                  </a:lnTo>
                  <a:lnTo>
                    <a:pt x="1" y="740"/>
                  </a:lnTo>
                  <a:lnTo>
                    <a:pt x="1" y="901"/>
                  </a:lnTo>
                  <a:lnTo>
                    <a:pt x="65" y="1029"/>
                  </a:lnTo>
                  <a:lnTo>
                    <a:pt x="130" y="1158"/>
                  </a:lnTo>
                  <a:lnTo>
                    <a:pt x="226" y="1254"/>
                  </a:lnTo>
                  <a:lnTo>
                    <a:pt x="323" y="1351"/>
                  </a:lnTo>
                  <a:lnTo>
                    <a:pt x="451" y="1415"/>
                  </a:lnTo>
                  <a:lnTo>
                    <a:pt x="580" y="1480"/>
                  </a:lnTo>
                  <a:lnTo>
                    <a:pt x="3892" y="1480"/>
                  </a:lnTo>
                  <a:lnTo>
                    <a:pt x="4021" y="1415"/>
                  </a:lnTo>
                  <a:lnTo>
                    <a:pt x="4149" y="1351"/>
                  </a:lnTo>
                  <a:lnTo>
                    <a:pt x="4278" y="1254"/>
                  </a:lnTo>
                  <a:lnTo>
                    <a:pt x="4375" y="1158"/>
                  </a:lnTo>
                  <a:lnTo>
                    <a:pt x="4439" y="1029"/>
                  </a:lnTo>
                  <a:lnTo>
                    <a:pt x="4471" y="901"/>
                  </a:lnTo>
                  <a:lnTo>
                    <a:pt x="4503" y="740"/>
                  </a:lnTo>
                  <a:lnTo>
                    <a:pt x="4471" y="611"/>
                  </a:lnTo>
                  <a:lnTo>
                    <a:pt x="4439" y="451"/>
                  </a:lnTo>
                  <a:lnTo>
                    <a:pt x="4375" y="322"/>
                  </a:lnTo>
                  <a:lnTo>
                    <a:pt x="4278" y="225"/>
                  </a:lnTo>
                  <a:lnTo>
                    <a:pt x="4149" y="129"/>
                  </a:lnTo>
                  <a:lnTo>
                    <a:pt x="4021" y="65"/>
                  </a:lnTo>
                  <a:lnTo>
                    <a:pt x="3892" y="32"/>
                  </a:lnTo>
                  <a:lnTo>
                    <a:pt x="373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2560;p49">
              <a:extLst>
                <a:ext uri="{FF2B5EF4-FFF2-40B4-BE49-F238E27FC236}">
                  <a16:creationId xmlns:a16="http://schemas.microsoft.com/office/drawing/2014/main" id="{396FF58A-4A0F-5645-EC85-C80FC0ACE959}"/>
                </a:ext>
              </a:extLst>
            </p:cNvPr>
            <p:cNvSpPr/>
            <p:nvPr/>
          </p:nvSpPr>
          <p:spPr>
            <a:xfrm>
              <a:off x="2027664" y="2842675"/>
              <a:ext cx="60115" cy="19758"/>
            </a:xfrm>
            <a:custGeom>
              <a:avLst/>
              <a:gdLst/>
              <a:ahLst/>
              <a:cxnLst/>
              <a:rect l="l" t="t" r="r" b="b"/>
              <a:pathLst>
                <a:path w="4503" h="1480" extrusionOk="0">
                  <a:moveTo>
                    <a:pt x="740" y="0"/>
                  </a:moveTo>
                  <a:lnTo>
                    <a:pt x="580" y="32"/>
                  </a:lnTo>
                  <a:lnTo>
                    <a:pt x="451" y="65"/>
                  </a:lnTo>
                  <a:lnTo>
                    <a:pt x="322" y="129"/>
                  </a:lnTo>
                  <a:lnTo>
                    <a:pt x="194" y="225"/>
                  </a:lnTo>
                  <a:lnTo>
                    <a:pt x="129" y="322"/>
                  </a:lnTo>
                  <a:lnTo>
                    <a:pt x="65" y="451"/>
                  </a:lnTo>
                  <a:lnTo>
                    <a:pt x="1" y="611"/>
                  </a:lnTo>
                  <a:lnTo>
                    <a:pt x="1" y="740"/>
                  </a:lnTo>
                  <a:lnTo>
                    <a:pt x="1" y="901"/>
                  </a:lnTo>
                  <a:lnTo>
                    <a:pt x="65" y="1029"/>
                  </a:lnTo>
                  <a:lnTo>
                    <a:pt x="129" y="1158"/>
                  </a:lnTo>
                  <a:lnTo>
                    <a:pt x="194" y="1254"/>
                  </a:lnTo>
                  <a:lnTo>
                    <a:pt x="322" y="1351"/>
                  </a:lnTo>
                  <a:lnTo>
                    <a:pt x="451" y="1415"/>
                  </a:lnTo>
                  <a:lnTo>
                    <a:pt x="580" y="1480"/>
                  </a:lnTo>
                  <a:lnTo>
                    <a:pt x="3892" y="1480"/>
                  </a:lnTo>
                  <a:lnTo>
                    <a:pt x="4021" y="1415"/>
                  </a:lnTo>
                  <a:lnTo>
                    <a:pt x="4149" y="1351"/>
                  </a:lnTo>
                  <a:lnTo>
                    <a:pt x="4278" y="1254"/>
                  </a:lnTo>
                  <a:lnTo>
                    <a:pt x="4374" y="1158"/>
                  </a:lnTo>
                  <a:lnTo>
                    <a:pt x="4439" y="1029"/>
                  </a:lnTo>
                  <a:lnTo>
                    <a:pt x="4471" y="901"/>
                  </a:lnTo>
                  <a:lnTo>
                    <a:pt x="4503" y="740"/>
                  </a:lnTo>
                  <a:lnTo>
                    <a:pt x="4471" y="611"/>
                  </a:lnTo>
                  <a:lnTo>
                    <a:pt x="4439" y="451"/>
                  </a:lnTo>
                  <a:lnTo>
                    <a:pt x="4374" y="322"/>
                  </a:lnTo>
                  <a:lnTo>
                    <a:pt x="4278" y="225"/>
                  </a:lnTo>
                  <a:lnTo>
                    <a:pt x="4149" y="129"/>
                  </a:lnTo>
                  <a:lnTo>
                    <a:pt x="4021" y="65"/>
                  </a:lnTo>
                  <a:lnTo>
                    <a:pt x="3892" y="32"/>
                  </a:lnTo>
                  <a:lnTo>
                    <a:pt x="373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2561;p49">
              <a:extLst>
                <a:ext uri="{FF2B5EF4-FFF2-40B4-BE49-F238E27FC236}">
                  <a16:creationId xmlns:a16="http://schemas.microsoft.com/office/drawing/2014/main" id="{5F31D57D-A147-57E8-7456-230236771B4C}"/>
                </a:ext>
              </a:extLst>
            </p:cNvPr>
            <p:cNvSpPr/>
            <p:nvPr/>
          </p:nvSpPr>
          <p:spPr>
            <a:xfrm>
              <a:off x="1871816" y="4103609"/>
              <a:ext cx="60128" cy="19758"/>
            </a:xfrm>
            <a:custGeom>
              <a:avLst/>
              <a:gdLst/>
              <a:ahLst/>
              <a:cxnLst/>
              <a:rect l="l" t="t" r="r" b="b"/>
              <a:pathLst>
                <a:path w="4504" h="1480" extrusionOk="0">
                  <a:moveTo>
                    <a:pt x="580" y="0"/>
                  </a:moveTo>
                  <a:lnTo>
                    <a:pt x="451" y="32"/>
                  </a:lnTo>
                  <a:lnTo>
                    <a:pt x="322" y="129"/>
                  </a:lnTo>
                  <a:lnTo>
                    <a:pt x="226" y="193"/>
                  </a:lnTo>
                  <a:lnTo>
                    <a:pt x="130" y="322"/>
                  </a:lnTo>
                  <a:lnTo>
                    <a:pt x="65" y="450"/>
                  </a:lnTo>
                  <a:lnTo>
                    <a:pt x="1" y="579"/>
                  </a:lnTo>
                  <a:lnTo>
                    <a:pt x="1" y="740"/>
                  </a:lnTo>
                  <a:lnTo>
                    <a:pt x="1" y="868"/>
                  </a:lnTo>
                  <a:lnTo>
                    <a:pt x="65" y="1029"/>
                  </a:lnTo>
                  <a:lnTo>
                    <a:pt x="130" y="1158"/>
                  </a:lnTo>
                  <a:lnTo>
                    <a:pt x="226" y="1254"/>
                  </a:lnTo>
                  <a:lnTo>
                    <a:pt x="322" y="1351"/>
                  </a:lnTo>
                  <a:lnTo>
                    <a:pt x="451" y="1415"/>
                  </a:lnTo>
                  <a:lnTo>
                    <a:pt x="580" y="1447"/>
                  </a:lnTo>
                  <a:lnTo>
                    <a:pt x="741" y="1479"/>
                  </a:lnTo>
                  <a:lnTo>
                    <a:pt x="3764" y="1479"/>
                  </a:lnTo>
                  <a:lnTo>
                    <a:pt x="3892" y="1447"/>
                  </a:lnTo>
                  <a:lnTo>
                    <a:pt x="4053" y="1415"/>
                  </a:lnTo>
                  <a:lnTo>
                    <a:pt x="4182" y="1351"/>
                  </a:lnTo>
                  <a:lnTo>
                    <a:pt x="4278" y="1254"/>
                  </a:lnTo>
                  <a:lnTo>
                    <a:pt x="4375" y="1158"/>
                  </a:lnTo>
                  <a:lnTo>
                    <a:pt x="4439" y="1029"/>
                  </a:lnTo>
                  <a:lnTo>
                    <a:pt x="4471" y="868"/>
                  </a:lnTo>
                  <a:lnTo>
                    <a:pt x="4503" y="740"/>
                  </a:lnTo>
                  <a:lnTo>
                    <a:pt x="4471" y="579"/>
                  </a:lnTo>
                  <a:lnTo>
                    <a:pt x="4439" y="450"/>
                  </a:lnTo>
                  <a:lnTo>
                    <a:pt x="4375" y="322"/>
                  </a:lnTo>
                  <a:lnTo>
                    <a:pt x="4278" y="193"/>
                  </a:lnTo>
                  <a:lnTo>
                    <a:pt x="4182" y="129"/>
                  </a:lnTo>
                  <a:lnTo>
                    <a:pt x="4053" y="32"/>
                  </a:lnTo>
                  <a:lnTo>
                    <a:pt x="38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2562;p49">
              <a:extLst>
                <a:ext uri="{FF2B5EF4-FFF2-40B4-BE49-F238E27FC236}">
                  <a16:creationId xmlns:a16="http://schemas.microsoft.com/office/drawing/2014/main" id="{9B067FC0-22C9-E30E-599B-CD01BE9C0B04}"/>
                </a:ext>
              </a:extLst>
            </p:cNvPr>
            <p:cNvSpPr/>
            <p:nvPr/>
          </p:nvSpPr>
          <p:spPr>
            <a:xfrm>
              <a:off x="1952103" y="4103609"/>
              <a:ext cx="60115" cy="19758"/>
            </a:xfrm>
            <a:custGeom>
              <a:avLst/>
              <a:gdLst/>
              <a:ahLst/>
              <a:cxnLst/>
              <a:rect l="l" t="t" r="r" b="b"/>
              <a:pathLst>
                <a:path w="4503" h="1480" extrusionOk="0">
                  <a:moveTo>
                    <a:pt x="580" y="0"/>
                  </a:moveTo>
                  <a:lnTo>
                    <a:pt x="451" y="32"/>
                  </a:lnTo>
                  <a:lnTo>
                    <a:pt x="322" y="129"/>
                  </a:lnTo>
                  <a:lnTo>
                    <a:pt x="226" y="193"/>
                  </a:lnTo>
                  <a:lnTo>
                    <a:pt x="129" y="322"/>
                  </a:lnTo>
                  <a:lnTo>
                    <a:pt x="65" y="450"/>
                  </a:lnTo>
                  <a:lnTo>
                    <a:pt x="1" y="579"/>
                  </a:lnTo>
                  <a:lnTo>
                    <a:pt x="1" y="740"/>
                  </a:lnTo>
                  <a:lnTo>
                    <a:pt x="1" y="868"/>
                  </a:lnTo>
                  <a:lnTo>
                    <a:pt x="65" y="1029"/>
                  </a:lnTo>
                  <a:lnTo>
                    <a:pt x="129" y="1158"/>
                  </a:lnTo>
                  <a:lnTo>
                    <a:pt x="226" y="1254"/>
                  </a:lnTo>
                  <a:lnTo>
                    <a:pt x="322" y="1351"/>
                  </a:lnTo>
                  <a:lnTo>
                    <a:pt x="451" y="1415"/>
                  </a:lnTo>
                  <a:lnTo>
                    <a:pt x="580" y="1447"/>
                  </a:lnTo>
                  <a:lnTo>
                    <a:pt x="740" y="1479"/>
                  </a:lnTo>
                  <a:lnTo>
                    <a:pt x="3763" y="1479"/>
                  </a:lnTo>
                  <a:lnTo>
                    <a:pt x="3892" y="1447"/>
                  </a:lnTo>
                  <a:lnTo>
                    <a:pt x="4053" y="1415"/>
                  </a:lnTo>
                  <a:lnTo>
                    <a:pt x="4181" y="1351"/>
                  </a:lnTo>
                  <a:lnTo>
                    <a:pt x="4278" y="1254"/>
                  </a:lnTo>
                  <a:lnTo>
                    <a:pt x="4374" y="1158"/>
                  </a:lnTo>
                  <a:lnTo>
                    <a:pt x="4439" y="1029"/>
                  </a:lnTo>
                  <a:lnTo>
                    <a:pt x="4471" y="868"/>
                  </a:lnTo>
                  <a:lnTo>
                    <a:pt x="4503" y="740"/>
                  </a:lnTo>
                  <a:lnTo>
                    <a:pt x="4471" y="579"/>
                  </a:lnTo>
                  <a:lnTo>
                    <a:pt x="4439" y="450"/>
                  </a:lnTo>
                  <a:lnTo>
                    <a:pt x="4374" y="322"/>
                  </a:lnTo>
                  <a:lnTo>
                    <a:pt x="4278" y="193"/>
                  </a:lnTo>
                  <a:lnTo>
                    <a:pt x="4181" y="129"/>
                  </a:lnTo>
                  <a:lnTo>
                    <a:pt x="4053" y="32"/>
                  </a:lnTo>
                  <a:lnTo>
                    <a:pt x="38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2563;p49">
              <a:extLst>
                <a:ext uri="{FF2B5EF4-FFF2-40B4-BE49-F238E27FC236}">
                  <a16:creationId xmlns:a16="http://schemas.microsoft.com/office/drawing/2014/main" id="{C563A64F-8EEB-F168-9339-2A01F52A79A5}"/>
                </a:ext>
              </a:extLst>
            </p:cNvPr>
            <p:cNvSpPr/>
            <p:nvPr/>
          </p:nvSpPr>
          <p:spPr>
            <a:xfrm>
              <a:off x="2219143" y="3890223"/>
              <a:ext cx="19771" cy="59701"/>
            </a:xfrm>
            <a:custGeom>
              <a:avLst/>
              <a:gdLst/>
              <a:ahLst/>
              <a:cxnLst/>
              <a:rect l="l" t="t" r="r" b="b"/>
              <a:pathLst>
                <a:path w="1481" h="4472" extrusionOk="0">
                  <a:moveTo>
                    <a:pt x="612" y="1"/>
                  </a:moveTo>
                  <a:lnTo>
                    <a:pt x="451" y="33"/>
                  </a:lnTo>
                  <a:lnTo>
                    <a:pt x="322" y="130"/>
                  </a:lnTo>
                  <a:lnTo>
                    <a:pt x="226" y="194"/>
                  </a:lnTo>
                  <a:lnTo>
                    <a:pt x="129" y="323"/>
                  </a:lnTo>
                  <a:lnTo>
                    <a:pt x="65" y="451"/>
                  </a:lnTo>
                  <a:lnTo>
                    <a:pt x="1" y="580"/>
                  </a:lnTo>
                  <a:lnTo>
                    <a:pt x="1" y="741"/>
                  </a:lnTo>
                  <a:lnTo>
                    <a:pt x="1" y="3731"/>
                  </a:lnTo>
                  <a:lnTo>
                    <a:pt x="1" y="3860"/>
                  </a:lnTo>
                  <a:lnTo>
                    <a:pt x="65" y="4021"/>
                  </a:lnTo>
                  <a:lnTo>
                    <a:pt x="129" y="4150"/>
                  </a:lnTo>
                  <a:lnTo>
                    <a:pt x="226" y="4246"/>
                  </a:lnTo>
                  <a:lnTo>
                    <a:pt x="322" y="4342"/>
                  </a:lnTo>
                  <a:lnTo>
                    <a:pt x="451" y="4407"/>
                  </a:lnTo>
                  <a:lnTo>
                    <a:pt x="612" y="4439"/>
                  </a:lnTo>
                  <a:lnTo>
                    <a:pt x="740" y="4471"/>
                  </a:lnTo>
                  <a:lnTo>
                    <a:pt x="901" y="4439"/>
                  </a:lnTo>
                  <a:lnTo>
                    <a:pt x="1030" y="4407"/>
                  </a:lnTo>
                  <a:lnTo>
                    <a:pt x="1158" y="4342"/>
                  </a:lnTo>
                  <a:lnTo>
                    <a:pt x="1287" y="4246"/>
                  </a:lnTo>
                  <a:lnTo>
                    <a:pt x="1351" y="4150"/>
                  </a:lnTo>
                  <a:lnTo>
                    <a:pt x="1448" y="4021"/>
                  </a:lnTo>
                  <a:lnTo>
                    <a:pt x="1480" y="3860"/>
                  </a:lnTo>
                  <a:lnTo>
                    <a:pt x="1480" y="3731"/>
                  </a:lnTo>
                  <a:lnTo>
                    <a:pt x="1480" y="741"/>
                  </a:lnTo>
                  <a:lnTo>
                    <a:pt x="1480" y="580"/>
                  </a:lnTo>
                  <a:lnTo>
                    <a:pt x="1448" y="451"/>
                  </a:lnTo>
                  <a:lnTo>
                    <a:pt x="1351" y="323"/>
                  </a:lnTo>
                  <a:lnTo>
                    <a:pt x="1287" y="194"/>
                  </a:lnTo>
                  <a:lnTo>
                    <a:pt x="1158" y="130"/>
                  </a:lnTo>
                  <a:lnTo>
                    <a:pt x="1030" y="33"/>
                  </a:lnTo>
                  <a:lnTo>
                    <a:pt x="9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2564;p49">
              <a:extLst>
                <a:ext uri="{FF2B5EF4-FFF2-40B4-BE49-F238E27FC236}">
                  <a16:creationId xmlns:a16="http://schemas.microsoft.com/office/drawing/2014/main" id="{C213809A-3CF2-C128-EB5A-C7545F5F6E73}"/>
                </a:ext>
              </a:extLst>
            </p:cNvPr>
            <p:cNvSpPr/>
            <p:nvPr/>
          </p:nvSpPr>
          <p:spPr>
            <a:xfrm>
              <a:off x="1791543" y="4103609"/>
              <a:ext cx="60115" cy="19758"/>
            </a:xfrm>
            <a:custGeom>
              <a:avLst/>
              <a:gdLst/>
              <a:ahLst/>
              <a:cxnLst/>
              <a:rect l="l" t="t" r="r" b="b"/>
              <a:pathLst>
                <a:path w="4503" h="1480" extrusionOk="0">
                  <a:moveTo>
                    <a:pt x="579" y="0"/>
                  </a:moveTo>
                  <a:lnTo>
                    <a:pt x="450" y="32"/>
                  </a:lnTo>
                  <a:lnTo>
                    <a:pt x="322" y="129"/>
                  </a:lnTo>
                  <a:lnTo>
                    <a:pt x="225" y="193"/>
                  </a:lnTo>
                  <a:lnTo>
                    <a:pt x="129" y="322"/>
                  </a:lnTo>
                  <a:lnTo>
                    <a:pt x="64" y="450"/>
                  </a:lnTo>
                  <a:lnTo>
                    <a:pt x="0" y="579"/>
                  </a:lnTo>
                  <a:lnTo>
                    <a:pt x="0" y="740"/>
                  </a:lnTo>
                  <a:lnTo>
                    <a:pt x="0" y="868"/>
                  </a:lnTo>
                  <a:lnTo>
                    <a:pt x="64" y="1029"/>
                  </a:lnTo>
                  <a:lnTo>
                    <a:pt x="129" y="1158"/>
                  </a:lnTo>
                  <a:lnTo>
                    <a:pt x="225" y="1254"/>
                  </a:lnTo>
                  <a:lnTo>
                    <a:pt x="322" y="1351"/>
                  </a:lnTo>
                  <a:lnTo>
                    <a:pt x="450" y="1415"/>
                  </a:lnTo>
                  <a:lnTo>
                    <a:pt x="579" y="1447"/>
                  </a:lnTo>
                  <a:lnTo>
                    <a:pt x="740" y="1479"/>
                  </a:lnTo>
                  <a:lnTo>
                    <a:pt x="3763" y="1479"/>
                  </a:lnTo>
                  <a:lnTo>
                    <a:pt x="3891" y="1447"/>
                  </a:lnTo>
                  <a:lnTo>
                    <a:pt x="4052" y="1415"/>
                  </a:lnTo>
                  <a:lnTo>
                    <a:pt x="4181" y="1351"/>
                  </a:lnTo>
                  <a:lnTo>
                    <a:pt x="4277" y="1254"/>
                  </a:lnTo>
                  <a:lnTo>
                    <a:pt x="4374" y="1158"/>
                  </a:lnTo>
                  <a:lnTo>
                    <a:pt x="4438" y="1029"/>
                  </a:lnTo>
                  <a:lnTo>
                    <a:pt x="4470" y="868"/>
                  </a:lnTo>
                  <a:lnTo>
                    <a:pt x="4502" y="740"/>
                  </a:lnTo>
                  <a:lnTo>
                    <a:pt x="4470" y="579"/>
                  </a:lnTo>
                  <a:lnTo>
                    <a:pt x="4438" y="450"/>
                  </a:lnTo>
                  <a:lnTo>
                    <a:pt x="4374" y="322"/>
                  </a:lnTo>
                  <a:lnTo>
                    <a:pt x="4277" y="193"/>
                  </a:lnTo>
                  <a:lnTo>
                    <a:pt x="4181" y="129"/>
                  </a:lnTo>
                  <a:lnTo>
                    <a:pt x="4052" y="32"/>
                  </a:lnTo>
                  <a:lnTo>
                    <a:pt x="38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2565;p49">
              <a:extLst>
                <a:ext uri="{FF2B5EF4-FFF2-40B4-BE49-F238E27FC236}">
                  <a16:creationId xmlns:a16="http://schemas.microsoft.com/office/drawing/2014/main" id="{C1438054-EBEC-488A-7289-5C6EFDAB0DFE}"/>
                </a:ext>
              </a:extLst>
            </p:cNvPr>
            <p:cNvSpPr/>
            <p:nvPr/>
          </p:nvSpPr>
          <p:spPr>
            <a:xfrm>
              <a:off x="1867104" y="2842675"/>
              <a:ext cx="60115" cy="19758"/>
            </a:xfrm>
            <a:custGeom>
              <a:avLst/>
              <a:gdLst/>
              <a:ahLst/>
              <a:cxnLst/>
              <a:rect l="l" t="t" r="r" b="b"/>
              <a:pathLst>
                <a:path w="4503" h="1480" extrusionOk="0">
                  <a:moveTo>
                    <a:pt x="740" y="0"/>
                  </a:moveTo>
                  <a:lnTo>
                    <a:pt x="579" y="32"/>
                  </a:lnTo>
                  <a:lnTo>
                    <a:pt x="450" y="65"/>
                  </a:lnTo>
                  <a:lnTo>
                    <a:pt x="322" y="129"/>
                  </a:lnTo>
                  <a:lnTo>
                    <a:pt x="225" y="225"/>
                  </a:lnTo>
                  <a:lnTo>
                    <a:pt x="129" y="322"/>
                  </a:lnTo>
                  <a:lnTo>
                    <a:pt x="64" y="451"/>
                  </a:lnTo>
                  <a:lnTo>
                    <a:pt x="0" y="611"/>
                  </a:lnTo>
                  <a:lnTo>
                    <a:pt x="0" y="740"/>
                  </a:lnTo>
                  <a:lnTo>
                    <a:pt x="0" y="901"/>
                  </a:lnTo>
                  <a:lnTo>
                    <a:pt x="64" y="1029"/>
                  </a:lnTo>
                  <a:lnTo>
                    <a:pt x="129" y="1158"/>
                  </a:lnTo>
                  <a:lnTo>
                    <a:pt x="225" y="1254"/>
                  </a:lnTo>
                  <a:lnTo>
                    <a:pt x="322" y="1351"/>
                  </a:lnTo>
                  <a:lnTo>
                    <a:pt x="450" y="1415"/>
                  </a:lnTo>
                  <a:lnTo>
                    <a:pt x="579" y="1480"/>
                  </a:lnTo>
                  <a:lnTo>
                    <a:pt x="3891" y="1480"/>
                  </a:lnTo>
                  <a:lnTo>
                    <a:pt x="4020" y="1415"/>
                  </a:lnTo>
                  <a:lnTo>
                    <a:pt x="4149" y="1351"/>
                  </a:lnTo>
                  <a:lnTo>
                    <a:pt x="4277" y="1254"/>
                  </a:lnTo>
                  <a:lnTo>
                    <a:pt x="4374" y="1158"/>
                  </a:lnTo>
                  <a:lnTo>
                    <a:pt x="4438" y="1029"/>
                  </a:lnTo>
                  <a:lnTo>
                    <a:pt x="4470" y="901"/>
                  </a:lnTo>
                  <a:lnTo>
                    <a:pt x="4502" y="740"/>
                  </a:lnTo>
                  <a:lnTo>
                    <a:pt x="4470" y="611"/>
                  </a:lnTo>
                  <a:lnTo>
                    <a:pt x="4438" y="451"/>
                  </a:lnTo>
                  <a:lnTo>
                    <a:pt x="4374" y="322"/>
                  </a:lnTo>
                  <a:lnTo>
                    <a:pt x="4277" y="225"/>
                  </a:lnTo>
                  <a:lnTo>
                    <a:pt x="4149" y="129"/>
                  </a:lnTo>
                  <a:lnTo>
                    <a:pt x="4020" y="65"/>
                  </a:lnTo>
                  <a:lnTo>
                    <a:pt x="3891" y="32"/>
                  </a:lnTo>
                  <a:lnTo>
                    <a:pt x="373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2566;p49">
              <a:extLst>
                <a:ext uri="{FF2B5EF4-FFF2-40B4-BE49-F238E27FC236}">
                  <a16:creationId xmlns:a16="http://schemas.microsoft.com/office/drawing/2014/main" id="{1A2145D6-BA0E-E609-F5E4-05BDA57D73B3}"/>
                </a:ext>
              </a:extLst>
            </p:cNvPr>
            <p:cNvSpPr/>
            <p:nvPr/>
          </p:nvSpPr>
          <p:spPr>
            <a:xfrm>
              <a:off x="2032390" y="4103609"/>
              <a:ext cx="60115" cy="19758"/>
            </a:xfrm>
            <a:custGeom>
              <a:avLst/>
              <a:gdLst/>
              <a:ahLst/>
              <a:cxnLst/>
              <a:rect l="l" t="t" r="r" b="b"/>
              <a:pathLst>
                <a:path w="4503" h="1480" extrusionOk="0">
                  <a:moveTo>
                    <a:pt x="579" y="0"/>
                  </a:moveTo>
                  <a:lnTo>
                    <a:pt x="451" y="32"/>
                  </a:lnTo>
                  <a:lnTo>
                    <a:pt x="322" y="129"/>
                  </a:lnTo>
                  <a:lnTo>
                    <a:pt x="226" y="193"/>
                  </a:lnTo>
                  <a:lnTo>
                    <a:pt x="129" y="322"/>
                  </a:lnTo>
                  <a:lnTo>
                    <a:pt x="65" y="450"/>
                  </a:lnTo>
                  <a:lnTo>
                    <a:pt x="0" y="579"/>
                  </a:lnTo>
                  <a:lnTo>
                    <a:pt x="0" y="740"/>
                  </a:lnTo>
                  <a:lnTo>
                    <a:pt x="0" y="868"/>
                  </a:lnTo>
                  <a:lnTo>
                    <a:pt x="65" y="1029"/>
                  </a:lnTo>
                  <a:lnTo>
                    <a:pt x="129" y="1158"/>
                  </a:lnTo>
                  <a:lnTo>
                    <a:pt x="226" y="1254"/>
                  </a:lnTo>
                  <a:lnTo>
                    <a:pt x="322" y="1351"/>
                  </a:lnTo>
                  <a:lnTo>
                    <a:pt x="451" y="1415"/>
                  </a:lnTo>
                  <a:lnTo>
                    <a:pt x="579" y="1447"/>
                  </a:lnTo>
                  <a:lnTo>
                    <a:pt x="740" y="1479"/>
                  </a:lnTo>
                  <a:lnTo>
                    <a:pt x="3731" y="1479"/>
                  </a:lnTo>
                  <a:lnTo>
                    <a:pt x="3892" y="1447"/>
                  </a:lnTo>
                  <a:lnTo>
                    <a:pt x="4053" y="1415"/>
                  </a:lnTo>
                  <a:lnTo>
                    <a:pt x="4149" y="1351"/>
                  </a:lnTo>
                  <a:lnTo>
                    <a:pt x="4278" y="1254"/>
                  </a:lnTo>
                  <a:lnTo>
                    <a:pt x="4374" y="1158"/>
                  </a:lnTo>
                  <a:lnTo>
                    <a:pt x="4438" y="1029"/>
                  </a:lnTo>
                  <a:lnTo>
                    <a:pt x="4471" y="868"/>
                  </a:lnTo>
                  <a:lnTo>
                    <a:pt x="4503" y="740"/>
                  </a:lnTo>
                  <a:lnTo>
                    <a:pt x="4471" y="579"/>
                  </a:lnTo>
                  <a:lnTo>
                    <a:pt x="4438" y="450"/>
                  </a:lnTo>
                  <a:lnTo>
                    <a:pt x="4374" y="322"/>
                  </a:lnTo>
                  <a:lnTo>
                    <a:pt x="4278" y="193"/>
                  </a:lnTo>
                  <a:lnTo>
                    <a:pt x="4149" y="129"/>
                  </a:lnTo>
                  <a:lnTo>
                    <a:pt x="4053" y="32"/>
                  </a:lnTo>
                  <a:lnTo>
                    <a:pt x="38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2567;p49">
              <a:extLst>
                <a:ext uri="{FF2B5EF4-FFF2-40B4-BE49-F238E27FC236}">
                  <a16:creationId xmlns:a16="http://schemas.microsoft.com/office/drawing/2014/main" id="{830D8192-8B9A-EDAA-0D59-22B5CC71633C}"/>
                </a:ext>
              </a:extLst>
            </p:cNvPr>
            <p:cNvSpPr/>
            <p:nvPr/>
          </p:nvSpPr>
          <p:spPr>
            <a:xfrm>
              <a:off x="2219143" y="3970083"/>
              <a:ext cx="19771" cy="59688"/>
            </a:xfrm>
            <a:custGeom>
              <a:avLst/>
              <a:gdLst/>
              <a:ahLst/>
              <a:cxnLst/>
              <a:rect l="l" t="t" r="r" b="b"/>
              <a:pathLst>
                <a:path w="1481" h="4471" extrusionOk="0">
                  <a:moveTo>
                    <a:pt x="612" y="1"/>
                  </a:moveTo>
                  <a:lnTo>
                    <a:pt x="451" y="65"/>
                  </a:lnTo>
                  <a:lnTo>
                    <a:pt x="322" y="129"/>
                  </a:lnTo>
                  <a:lnTo>
                    <a:pt x="226" y="194"/>
                  </a:lnTo>
                  <a:lnTo>
                    <a:pt x="129" y="322"/>
                  </a:lnTo>
                  <a:lnTo>
                    <a:pt x="65" y="451"/>
                  </a:lnTo>
                  <a:lnTo>
                    <a:pt x="1" y="579"/>
                  </a:lnTo>
                  <a:lnTo>
                    <a:pt x="1" y="740"/>
                  </a:lnTo>
                  <a:lnTo>
                    <a:pt x="1" y="3731"/>
                  </a:lnTo>
                  <a:lnTo>
                    <a:pt x="1" y="3860"/>
                  </a:lnTo>
                  <a:lnTo>
                    <a:pt x="65" y="4021"/>
                  </a:lnTo>
                  <a:lnTo>
                    <a:pt x="129" y="4149"/>
                  </a:lnTo>
                  <a:lnTo>
                    <a:pt x="226" y="4246"/>
                  </a:lnTo>
                  <a:lnTo>
                    <a:pt x="322" y="4342"/>
                  </a:lnTo>
                  <a:lnTo>
                    <a:pt x="451" y="4406"/>
                  </a:lnTo>
                  <a:lnTo>
                    <a:pt x="612" y="4439"/>
                  </a:lnTo>
                  <a:lnTo>
                    <a:pt x="740" y="4471"/>
                  </a:lnTo>
                  <a:lnTo>
                    <a:pt x="901" y="4439"/>
                  </a:lnTo>
                  <a:lnTo>
                    <a:pt x="1030" y="4406"/>
                  </a:lnTo>
                  <a:lnTo>
                    <a:pt x="1158" y="4342"/>
                  </a:lnTo>
                  <a:lnTo>
                    <a:pt x="1287" y="4246"/>
                  </a:lnTo>
                  <a:lnTo>
                    <a:pt x="1351" y="4149"/>
                  </a:lnTo>
                  <a:lnTo>
                    <a:pt x="1448" y="4021"/>
                  </a:lnTo>
                  <a:lnTo>
                    <a:pt x="1480" y="3860"/>
                  </a:lnTo>
                  <a:lnTo>
                    <a:pt x="1480" y="3731"/>
                  </a:lnTo>
                  <a:lnTo>
                    <a:pt x="1480" y="740"/>
                  </a:lnTo>
                  <a:lnTo>
                    <a:pt x="1480" y="579"/>
                  </a:lnTo>
                  <a:lnTo>
                    <a:pt x="1448" y="451"/>
                  </a:lnTo>
                  <a:lnTo>
                    <a:pt x="1351" y="322"/>
                  </a:lnTo>
                  <a:lnTo>
                    <a:pt x="1287" y="194"/>
                  </a:lnTo>
                  <a:lnTo>
                    <a:pt x="1158" y="129"/>
                  </a:lnTo>
                  <a:lnTo>
                    <a:pt x="1030" y="65"/>
                  </a:lnTo>
                  <a:lnTo>
                    <a:pt x="9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2568;p49">
              <a:extLst>
                <a:ext uri="{FF2B5EF4-FFF2-40B4-BE49-F238E27FC236}">
                  <a16:creationId xmlns:a16="http://schemas.microsoft.com/office/drawing/2014/main" id="{035B9DE5-D5D8-03A6-5E7C-306CF6E2B08A}"/>
                </a:ext>
              </a:extLst>
            </p:cNvPr>
            <p:cNvSpPr/>
            <p:nvPr/>
          </p:nvSpPr>
          <p:spPr>
            <a:xfrm>
              <a:off x="2187370" y="4048647"/>
              <a:ext cx="44242" cy="51104"/>
            </a:xfrm>
            <a:custGeom>
              <a:avLst/>
              <a:gdLst/>
              <a:ahLst/>
              <a:cxnLst/>
              <a:rect l="l" t="t" r="r" b="b"/>
              <a:pathLst>
                <a:path w="3314" h="3828" extrusionOk="0">
                  <a:moveTo>
                    <a:pt x="2606" y="1"/>
                  </a:moveTo>
                  <a:lnTo>
                    <a:pt x="2445" y="33"/>
                  </a:lnTo>
                  <a:lnTo>
                    <a:pt x="2316" y="65"/>
                  </a:lnTo>
                  <a:lnTo>
                    <a:pt x="2188" y="129"/>
                  </a:lnTo>
                  <a:lnTo>
                    <a:pt x="2091" y="194"/>
                  </a:lnTo>
                  <a:lnTo>
                    <a:pt x="1995" y="322"/>
                  </a:lnTo>
                  <a:lnTo>
                    <a:pt x="1898" y="451"/>
                  </a:lnTo>
                  <a:lnTo>
                    <a:pt x="1770" y="740"/>
                  </a:lnTo>
                  <a:lnTo>
                    <a:pt x="1609" y="1030"/>
                  </a:lnTo>
                  <a:lnTo>
                    <a:pt x="1223" y="1544"/>
                  </a:lnTo>
                  <a:lnTo>
                    <a:pt x="773" y="2059"/>
                  </a:lnTo>
                  <a:lnTo>
                    <a:pt x="290" y="2509"/>
                  </a:lnTo>
                  <a:lnTo>
                    <a:pt x="162" y="2638"/>
                  </a:lnTo>
                  <a:lnTo>
                    <a:pt x="97" y="2734"/>
                  </a:lnTo>
                  <a:lnTo>
                    <a:pt x="33" y="2895"/>
                  </a:lnTo>
                  <a:lnTo>
                    <a:pt x="1" y="3024"/>
                  </a:lnTo>
                  <a:lnTo>
                    <a:pt x="1" y="3152"/>
                  </a:lnTo>
                  <a:lnTo>
                    <a:pt x="33" y="3313"/>
                  </a:lnTo>
                  <a:lnTo>
                    <a:pt x="97" y="3442"/>
                  </a:lnTo>
                  <a:lnTo>
                    <a:pt x="162" y="3570"/>
                  </a:lnTo>
                  <a:lnTo>
                    <a:pt x="290" y="3667"/>
                  </a:lnTo>
                  <a:lnTo>
                    <a:pt x="451" y="3763"/>
                  </a:lnTo>
                  <a:lnTo>
                    <a:pt x="580" y="3828"/>
                  </a:lnTo>
                  <a:lnTo>
                    <a:pt x="869" y="3828"/>
                  </a:lnTo>
                  <a:lnTo>
                    <a:pt x="998" y="3796"/>
                  </a:lnTo>
                  <a:lnTo>
                    <a:pt x="1127" y="3731"/>
                  </a:lnTo>
                  <a:lnTo>
                    <a:pt x="1223" y="3667"/>
                  </a:lnTo>
                  <a:lnTo>
                    <a:pt x="1545" y="3377"/>
                  </a:lnTo>
                  <a:lnTo>
                    <a:pt x="1866" y="3088"/>
                  </a:lnTo>
                  <a:lnTo>
                    <a:pt x="2123" y="2799"/>
                  </a:lnTo>
                  <a:lnTo>
                    <a:pt x="2413" y="2477"/>
                  </a:lnTo>
                  <a:lnTo>
                    <a:pt x="2638" y="2123"/>
                  </a:lnTo>
                  <a:lnTo>
                    <a:pt x="2863" y="1770"/>
                  </a:lnTo>
                  <a:lnTo>
                    <a:pt x="3088" y="1416"/>
                  </a:lnTo>
                  <a:lnTo>
                    <a:pt x="3249" y="1062"/>
                  </a:lnTo>
                  <a:lnTo>
                    <a:pt x="3313" y="933"/>
                  </a:lnTo>
                  <a:lnTo>
                    <a:pt x="3313" y="773"/>
                  </a:lnTo>
                  <a:lnTo>
                    <a:pt x="3313" y="644"/>
                  </a:lnTo>
                  <a:lnTo>
                    <a:pt x="3281" y="483"/>
                  </a:lnTo>
                  <a:lnTo>
                    <a:pt x="3217" y="355"/>
                  </a:lnTo>
                  <a:lnTo>
                    <a:pt x="3120" y="258"/>
                  </a:lnTo>
                  <a:lnTo>
                    <a:pt x="3024" y="162"/>
                  </a:lnTo>
                  <a:lnTo>
                    <a:pt x="2895" y="65"/>
                  </a:lnTo>
                  <a:lnTo>
                    <a:pt x="2735" y="33"/>
                  </a:lnTo>
                  <a:lnTo>
                    <a:pt x="26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2569;p49">
              <a:extLst>
                <a:ext uri="{FF2B5EF4-FFF2-40B4-BE49-F238E27FC236}">
                  <a16:creationId xmlns:a16="http://schemas.microsoft.com/office/drawing/2014/main" id="{D5E4B57E-5E77-2C18-2F42-6E11667ACB46}"/>
                </a:ext>
              </a:extLst>
            </p:cNvPr>
            <p:cNvSpPr/>
            <p:nvPr/>
          </p:nvSpPr>
          <p:spPr>
            <a:xfrm>
              <a:off x="2112677" y="4098883"/>
              <a:ext cx="59261" cy="24484"/>
            </a:xfrm>
            <a:custGeom>
              <a:avLst/>
              <a:gdLst/>
              <a:ahLst/>
              <a:cxnLst/>
              <a:rect l="l" t="t" r="r" b="b"/>
              <a:pathLst>
                <a:path w="4439" h="1834" extrusionOk="0">
                  <a:moveTo>
                    <a:pt x="3506" y="0"/>
                  </a:moveTo>
                  <a:lnTo>
                    <a:pt x="2959" y="161"/>
                  </a:lnTo>
                  <a:lnTo>
                    <a:pt x="2412" y="258"/>
                  </a:lnTo>
                  <a:lnTo>
                    <a:pt x="1865" y="322"/>
                  </a:lnTo>
                  <a:lnTo>
                    <a:pt x="1287" y="354"/>
                  </a:lnTo>
                  <a:lnTo>
                    <a:pt x="579" y="354"/>
                  </a:lnTo>
                  <a:lnTo>
                    <a:pt x="450" y="386"/>
                  </a:lnTo>
                  <a:lnTo>
                    <a:pt x="322" y="483"/>
                  </a:lnTo>
                  <a:lnTo>
                    <a:pt x="225" y="547"/>
                  </a:lnTo>
                  <a:lnTo>
                    <a:pt x="129" y="676"/>
                  </a:lnTo>
                  <a:lnTo>
                    <a:pt x="65" y="804"/>
                  </a:lnTo>
                  <a:lnTo>
                    <a:pt x="0" y="933"/>
                  </a:lnTo>
                  <a:lnTo>
                    <a:pt x="0" y="1094"/>
                  </a:lnTo>
                  <a:lnTo>
                    <a:pt x="0" y="1222"/>
                  </a:lnTo>
                  <a:lnTo>
                    <a:pt x="65" y="1383"/>
                  </a:lnTo>
                  <a:lnTo>
                    <a:pt x="129" y="1512"/>
                  </a:lnTo>
                  <a:lnTo>
                    <a:pt x="225" y="1608"/>
                  </a:lnTo>
                  <a:lnTo>
                    <a:pt x="322" y="1705"/>
                  </a:lnTo>
                  <a:lnTo>
                    <a:pt x="450" y="1769"/>
                  </a:lnTo>
                  <a:lnTo>
                    <a:pt x="579" y="1801"/>
                  </a:lnTo>
                  <a:lnTo>
                    <a:pt x="740" y="1833"/>
                  </a:lnTo>
                  <a:lnTo>
                    <a:pt x="1287" y="1833"/>
                  </a:lnTo>
                  <a:lnTo>
                    <a:pt x="1962" y="1801"/>
                  </a:lnTo>
                  <a:lnTo>
                    <a:pt x="2637" y="1737"/>
                  </a:lnTo>
                  <a:lnTo>
                    <a:pt x="3280" y="1608"/>
                  </a:lnTo>
                  <a:lnTo>
                    <a:pt x="3924" y="1448"/>
                  </a:lnTo>
                  <a:lnTo>
                    <a:pt x="4052" y="1383"/>
                  </a:lnTo>
                  <a:lnTo>
                    <a:pt x="4181" y="1287"/>
                  </a:lnTo>
                  <a:lnTo>
                    <a:pt x="4277" y="1190"/>
                  </a:lnTo>
                  <a:lnTo>
                    <a:pt x="4374" y="1062"/>
                  </a:lnTo>
                  <a:lnTo>
                    <a:pt x="4438" y="933"/>
                  </a:lnTo>
                  <a:lnTo>
                    <a:pt x="4438" y="804"/>
                  </a:lnTo>
                  <a:lnTo>
                    <a:pt x="4438" y="644"/>
                  </a:lnTo>
                  <a:lnTo>
                    <a:pt x="4438" y="515"/>
                  </a:lnTo>
                  <a:lnTo>
                    <a:pt x="4374" y="354"/>
                  </a:lnTo>
                  <a:lnTo>
                    <a:pt x="4277" y="258"/>
                  </a:lnTo>
                  <a:lnTo>
                    <a:pt x="4181" y="161"/>
                  </a:lnTo>
                  <a:lnTo>
                    <a:pt x="4052" y="65"/>
                  </a:lnTo>
                  <a:lnTo>
                    <a:pt x="39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2570;p49">
              <a:extLst>
                <a:ext uri="{FF2B5EF4-FFF2-40B4-BE49-F238E27FC236}">
                  <a16:creationId xmlns:a16="http://schemas.microsoft.com/office/drawing/2014/main" id="{BB962CB2-E3AE-58C7-7059-4D991B632382}"/>
                </a:ext>
              </a:extLst>
            </p:cNvPr>
            <p:cNvSpPr/>
            <p:nvPr/>
          </p:nvSpPr>
          <p:spPr>
            <a:xfrm>
              <a:off x="2183512" y="2863274"/>
              <a:ext cx="45951" cy="49822"/>
            </a:xfrm>
            <a:custGeom>
              <a:avLst/>
              <a:gdLst/>
              <a:ahLst/>
              <a:cxnLst/>
              <a:rect l="l" t="t" r="r" b="b"/>
              <a:pathLst>
                <a:path w="3442" h="3732" extrusionOk="0">
                  <a:moveTo>
                    <a:pt x="644" y="1"/>
                  </a:moveTo>
                  <a:lnTo>
                    <a:pt x="515" y="33"/>
                  </a:lnTo>
                  <a:lnTo>
                    <a:pt x="386" y="97"/>
                  </a:lnTo>
                  <a:lnTo>
                    <a:pt x="258" y="194"/>
                  </a:lnTo>
                  <a:lnTo>
                    <a:pt x="161" y="290"/>
                  </a:lnTo>
                  <a:lnTo>
                    <a:pt x="97" y="419"/>
                  </a:lnTo>
                  <a:lnTo>
                    <a:pt x="33" y="548"/>
                  </a:lnTo>
                  <a:lnTo>
                    <a:pt x="1" y="708"/>
                  </a:lnTo>
                  <a:lnTo>
                    <a:pt x="33" y="837"/>
                  </a:lnTo>
                  <a:lnTo>
                    <a:pt x="65" y="998"/>
                  </a:lnTo>
                  <a:lnTo>
                    <a:pt x="129" y="1127"/>
                  </a:lnTo>
                  <a:lnTo>
                    <a:pt x="193" y="1223"/>
                  </a:lnTo>
                  <a:lnTo>
                    <a:pt x="322" y="1319"/>
                  </a:lnTo>
                  <a:lnTo>
                    <a:pt x="837" y="1770"/>
                  </a:lnTo>
                  <a:lnTo>
                    <a:pt x="1319" y="2252"/>
                  </a:lnTo>
                  <a:lnTo>
                    <a:pt x="1705" y="2767"/>
                  </a:lnTo>
                  <a:lnTo>
                    <a:pt x="2059" y="3313"/>
                  </a:lnTo>
                  <a:lnTo>
                    <a:pt x="2187" y="3506"/>
                  </a:lnTo>
                  <a:lnTo>
                    <a:pt x="2348" y="3603"/>
                  </a:lnTo>
                  <a:lnTo>
                    <a:pt x="2509" y="3699"/>
                  </a:lnTo>
                  <a:lnTo>
                    <a:pt x="2702" y="3731"/>
                  </a:lnTo>
                  <a:lnTo>
                    <a:pt x="2895" y="3699"/>
                  </a:lnTo>
                  <a:lnTo>
                    <a:pt x="3056" y="3635"/>
                  </a:lnTo>
                  <a:lnTo>
                    <a:pt x="3184" y="3538"/>
                  </a:lnTo>
                  <a:lnTo>
                    <a:pt x="3281" y="3442"/>
                  </a:lnTo>
                  <a:lnTo>
                    <a:pt x="3377" y="3313"/>
                  </a:lnTo>
                  <a:lnTo>
                    <a:pt x="3409" y="3185"/>
                  </a:lnTo>
                  <a:lnTo>
                    <a:pt x="3442" y="3056"/>
                  </a:lnTo>
                  <a:lnTo>
                    <a:pt x="3442" y="2895"/>
                  </a:lnTo>
                  <a:lnTo>
                    <a:pt x="3442" y="2767"/>
                  </a:lnTo>
                  <a:lnTo>
                    <a:pt x="3377" y="2638"/>
                  </a:lnTo>
                  <a:lnTo>
                    <a:pt x="3184" y="2284"/>
                  </a:lnTo>
                  <a:lnTo>
                    <a:pt x="2959" y="1930"/>
                  </a:lnTo>
                  <a:lnTo>
                    <a:pt x="2702" y="1609"/>
                  </a:lnTo>
                  <a:lnTo>
                    <a:pt x="2445" y="1287"/>
                  </a:lnTo>
                  <a:lnTo>
                    <a:pt x="2155" y="966"/>
                  </a:lnTo>
                  <a:lnTo>
                    <a:pt x="1866" y="676"/>
                  </a:lnTo>
                  <a:lnTo>
                    <a:pt x="1544" y="387"/>
                  </a:lnTo>
                  <a:lnTo>
                    <a:pt x="1190" y="130"/>
                  </a:lnTo>
                  <a:lnTo>
                    <a:pt x="1062" y="65"/>
                  </a:lnTo>
                  <a:lnTo>
                    <a:pt x="93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2571;p49">
              <a:extLst>
                <a:ext uri="{FF2B5EF4-FFF2-40B4-BE49-F238E27FC236}">
                  <a16:creationId xmlns:a16="http://schemas.microsoft.com/office/drawing/2014/main" id="{18FD77BF-65B1-3A58-5D72-B88A19E31941}"/>
                </a:ext>
              </a:extLst>
            </p:cNvPr>
            <p:cNvSpPr/>
            <p:nvPr/>
          </p:nvSpPr>
          <p:spPr>
            <a:xfrm>
              <a:off x="2360827" y="3650230"/>
              <a:ext cx="441" cy="30078"/>
            </a:xfrm>
            <a:custGeom>
              <a:avLst/>
              <a:gdLst/>
              <a:ahLst/>
              <a:cxnLst/>
              <a:rect l="l" t="t" r="r" b="b"/>
              <a:pathLst>
                <a:path w="33" h="2253" extrusionOk="0">
                  <a:moveTo>
                    <a:pt x="0" y="1"/>
                  </a:moveTo>
                  <a:lnTo>
                    <a:pt x="0" y="2252"/>
                  </a:lnTo>
                  <a:lnTo>
                    <a:pt x="32" y="1"/>
                  </a:lnTo>
                  <a:close/>
                </a:path>
              </a:pathLst>
            </a:custGeom>
            <a:solidFill>
              <a:srgbClr val="9791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2572;p49">
              <a:extLst>
                <a:ext uri="{FF2B5EF4-FFF2-40B4-BE49-F238E27FC236}">
                  <a16:creationId xmlns:a16="http://schemas.microsoft.com/office/drawing/2014/main" id="{E09C7E0A-4F98-EBC7-FFFA-47227ABC71E8}"/>
                </a:ext>
              </a:extLst>
            </p:cNvPr>
            <p:cNvSpPr/>
            <p:nvPr/>
          </p:nvSpPr>
          <p:spPr>
            <a:xfrm>
              <a:off x="2360827" y="3650230"/>
              <a:ext cx="441" cy="30078"/>
            </a:xfrm>
            <a:custGeom>
              <a:avLst/>
              <a:gdLst/>
              <a:ahLst/>
              <a:cxnLst/>
              <a:rect l="l" t="t" r="r" b="b"/>
              <a:pathLst>
                <a:path w="33" h="2253" fill="none" extrusionOk="0">
                  <a:moveTo>
                    <a:pt x="32" y="1"/>
                  </a:moveTo>
                  <a:lnTo>
                    <a:pt x="0" y="1"/>
                  </a:lnTo>
                  <a:lnTo>
                    <a:pt x="0" y="2252"/>
                  </a:lnTo>
                  <a:lnTo>
                    <a:pt x="0" y="2252"/>
                  </a:lnTo>
                  <a:lnTo>
                    <a:pt x="0" y="2252"/>
                  </a:lnTo>
                  <a:lnTo>
                    <a:pt x="3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2573;p49">
              <a:extLst>
                <a:ext uri="{FF2B5EF4-FFF2-40B4-BE49-F238E27FC236}">
                  <a16:creationId xmlns:a16="http://schemas.microsoft.com/office/drawing/2014/main" id="{3BD1CFC1-83A7-0C1E-BEDC-74B0999E2DC5}"/>
                </a:ext>
              </a:extLst>
            </p:cNvPr>
            <p:cNvSpPr/>
            <p:nvPr/>
          </p:nvSpPr>
          <p:spPr>
            <a:xfrm>
              <a:off x="1737876" y="3298618"/>
              <a:ext cx="690369" cy="356779"/>
            </a:xfrm>
            <a:custGeom>
              <a:avLst/>
              <a:gdLst/>
              <a:ahLst/>
              <a:cxnLst/>
              <a:rect l="l" t="t" r="r" b="b"/>
              <a:pathLst>
                <a:path w="51713" h="26725" extrusionOk="0">
                  <a:moveTo>
                    <a:pt x="7075" y="0"/>
                  </a:moveTo>
                  <a:lnTo>
                    <a:pt x="6689" y="33"/>
                  </a:lnTo>
                  <a:lnTo>
                    <a:pt x="5950" y="161"/>
                  </a:lnTo>
                  <a:lnTo>
                    <a:pt x="5242" y="322"/>
                  </a:lnTo>
                  <a:lnTo>
                    <a:pt x="4567" y="579"/>
                  </a:lnTo>
                  <a:lnTo>
                    <a:pt x="3924" y="901"/>
                  </a:lnTo>
                  <a:lnTo>
                    <a:pt x="3313" y="1255"/>
                  </a:lnTo>
                  <a:lnTo>
                    <a:pt x="2734" y="1705"/>
                  </a:lnTo>
                  <a:lnTo>
                    <a:pt x="2187" y="2155"/>
                  </a:lnTo>
                  <a:lnTo>
                    <a:pt x="1705" y="2702"/>
                  </a:lnTo>
                  <a:lnTo>
                    <a:pt x="1287" y="3281"/>
                  </a:lnTo>
                  <a:lnTo>
                    <a:pt x="901" y="3892"/>
                  </a:lnTo>
                  <a:lnTo>
                    <a:pt x="611" y="4535"/>
                  </a:lnTo>
                  <a:lnTo>
                    <a:pt x="354" y="5210"/>
                  </a:lnTo>
                  <a:lnTo>
                    <a:pt x="161" y="5918"/>
                  </a:lnTo>
                  <a:lnTo>
                    <a:pt x="65" y="6657"/>
                  </a:lnTo>
                  <a:lnTo>
                    <a:pt x="32" y="7043"/>
                  </a:lnTo>
                  <a:lnTo>
                    <a:pt x="0" y="7429"/>
                  </a:lnTo>
                  <a:lnTo>
                    <a:pt x="0" y="19296"/>
                  </a:lnTo>
                  <a:lnTo>
                    <a:pt x="32" y="19682"/>
                  </a:lnTo>
                  <a:lnTo>
                    <a:pt x="65" y="20036"/>
                  </a:lnTo>
                  <a:lnTo>
                    <a:pt x="161" y="20775"/>
                  </a:lnTo>
                  <a:lnTo>
                    <a:pt x="354" y="21483"/>
                  </a:lnTo>
                  <a:lnTo>
                    <a:pt x="611" y="22190"/>
                  </a:lnTo>
                  <a:lnTo>
                    <a:pt x="901" y="22834"/>
                  </a:lnTo>
                  <a:lnTo>
                    <a:pt x="1287" y="23445"/>
                  </a:lnTo>
                  <a:lnTo>
                    <a:pt x="1705" y="24023"/>
                  </a:lnTo>
                  <a:lnTo>
                    <a:pt x="2187" y="24538"/>
                  </a:lnTo>
                  <a:lnTo>
                    <a:pt x="2734" y="25020"/>
                  </a:lnTo>
                  <a:lnTo>
                    <a:pt x="3313" y="25438"/>
                  </a:lnTo>
                  <a:lnTo>
                    <a:pt x="3924" y="25824"/>
                  </a:lnTo>
                  <a:lnTo>
                    <a:pt x="4567" y="26114"/>
                  </a:lnTo>
                  <a:lnTo>
                    <a:pt x="5242" y="26371"/>
                  </a:lnTo>
                  <a:lnTo>
                    <a:pt x="5950" y="26564"/>
                  </a:lnTo>
                  <a:lnTo>
                    <a:pt x="6689" y="26661"/>
                  </a:lnTo>
                  <a:lnTo>
                    <a:pt x="7075" y="26693"/>
                  </a:lnTo>
                  <a:lnTo>
                    <a:pt x="7461" y="26725"/>
                  </a:lnTo>
                  <a:lnTo>
                    <a:pt x="44251" y="26725"/>
                  </a:lnTo>
                  <a:lnTo>
                    <a:pt x="44862" y="26693"/>
                  </a:lnTo>
                  <a:lnTo>
                    <a:pt x="45441" y="26628"/>
                  </a:lnTo>
                  <a:lnTo>
                    <a:pt x="45988" y="26500"/>
                  </a:lnTo>
                  <a:lnTo>
                    <a:pt x="46535" y="26339"/>
                  </a:lnTo>
                  <a:lnTo>
                    <a:pt x="51712" y="26339"/>
                  </a:lnTo>
                  <a:lnTo>
                    <a:pt x="51712" y="19296"/>
                  </a:lnTo>
                  <a:lnTo>
                    <a:pt x="51712" y="7429"/>
                  </a:lnTo>
                  <a:lnTo>
                    <a:pt x="5171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2574;p49">
              <a:extLst>
                <a:ext uri="{FF2B5EF4-FFF2-40B4-BE49-F238E27FC236}">
                  <a16:creationId xmlns:a16="http://schemas.microsoft.com/office/drawing/2014/main" id="{B9D59A03-1ECF-8D1A-7D21-8B2F9FF7950B}"/>
                </a:ext>
              </a:extLst>
            </p:cNvPr>
            <p:cNvSpPr/>
            <p:nvPr/>
          </p:nvSpPr>
          <p:spPr>
            <a:xfrm>
              <a:off x="1737876" y="3298618"/>
              <a:ext cx="690369" cy="356779"/>
            </a:xfrm>
            <a:custGeom>
              <a:avLst/>
              <a:gdLst/>
              <a:ahLst/>
              <a:cxnLst/>
              <a:rect l="l" t="t" r="r" b="b"/>
              <a:pathLst>
                <a:path w="51713" h="26725" fill="none" extrusionOk="0">
                  <a:moveTo>
                    <a:pt x="44251" y="0"/>
                  </a:moveTo>
                  <a:lnTo>
                    <a:pt x="7461" y="0"/>
                  </a:lnTo>
                  <a:lnTo>
                    <a:pt x="7461" y="0"/>
                  </a:lnTo>
                  <a:lnTo>
                    <a:pt x="7075" y="0"/>
                  </a:lnTo>
                  <a:lnTo>
                    <a:pt x="6689" y="33"/>
                  </a:lnTo>
                  <a:lnTo>
                    <a:pt x="5950" y="161"/>
                  </a:lnTo>
                  <a:lnTo>
                    <a:pt x="5242" y="322"/>
                  </a:lnTo>
                  <a:lnTo>
                    <a:pt x="4567" y="579"/>
                  </a:lnTo>
                  <a:lnTo>
                    <a:pt x="3924" y="901"/>
                  </a:lnTo>
                  <a:lnTo>
                    <a:pt x="3313" y="1255"/>
                  </a:lnTo>
                  <a:lnTo>
                    <a:pt x="2734" y="1705"/>
                  </a:lnTo>
                  <a:lnTo>
                    <a:pt x="2187" y="2155"/>
                  </a:lnTo>
                  <a:lnTo>
                    <a:pt x="1705" y="2702"/>
                  </a:lnTo>
                  <a:lnTo>
                    <a:pt x="1287" y="3281"/>
                  </a:lnTo>
                  <a:lnTo>
                    <a:pt x="901" y="3892"/>
                  </a:lnTo>
                  <a:lnTo>
                    <a:pt x="611" y="4535"/>
                  </a:lnTo>
                  <a:lnTo>
                    <a:pt x="354" y="5210"/>
                  </a:lnTo>
                  <a:lnTo>
                    <a:pt x="161" y="5918"/>
                  </a:lnTo>
                  <a:lnTo>
                    <a:pt x="65" y="6657"/>
                  </a:lnTo>
                  <a:lnTo>
                    <a:pt x="32" y="7043"/>
                  </a:lnTo>
                  <a:lnTo>
                    <a:pt x="0" y="7429"/>
                  </a:lnTo>
                  <a:lnTo>
                    <a:pt x="0" y="19296"/>
                  </a:lnTo>
                  <a:lnTo>
                    <a:pt x="0" y="19296"/>
                  </a:lnTo>
                  <a:lnTo>
                    <a:pt x="32" y="19682"/>
                  </a:lnTo>
                  <a:lnTo>
                    <a:pt x="65" y="20036"/>
                  </a:lnTo>
                  <a:lnTo>
                    <a:pt x="161" y="20775"/>
                  </a:lnTo>
                  <a:lnTo>
                    <a:pt x="354" y="21483"/>
                  </a:lnTo>
                  <a:lnTo>
                    <a:pt x="611" y="22190"/>
                  </a:lnTo>
                  <a:lnTo>
                    <a:pt x="901" y="22834"/>
                  </a:lnTo>
                  <a:lnTo>
                    <a:pt x="1287" y="23445"/>
                  </a:lnTo>
                  <a:lnTo>
                    <a:pt x="1705" y="24023"/>
                  </a:lnTo>
                  <a:lnTo>
                    <a:pt x="2187" y="24538"/>
                  </a:lnTo>
                  <a:lnTo>
                    <a:pt x="2734" y="25020"/>
                  </a:lnTo>
                  <a:lnTo>
                    <a:pt x="3313" y="25438"/>
                  </a:lnTo>
                  <a:lnTo>
                    <a:pt x="3924" y="25824"/>
                  </a:lnTo>
                  <a:lnTo>
                    <a:pt x="4567" y="26114"/>
                  </a:lnTo>
                  <a:lnTo>
                    <a:pt x="5242" y="26371"/>
                  </a:lnTo>
                  <a:lnTo>
                    <a:pt x="5950" y="26564"/>
                  </a:lnTo>
                  <a:lnTo>
                    <a:pt x="6689" y="26661"/>
                  </a:lnTo>
                  <a:lnTo>
                    <a:pt x="7075" y="26693"/>
                  </a:lnTo>
                  <a:lnTo>
                    <a:pt x="7461" y="26725"/>
                  </a:lnTo>
                  <a:lnTo>
                    <a:pt x="44251" y="26725"/>
                  </a:lnTo>
                  <a:lnTo>
                    <a:pt x="44251" y="26725"/>
                  </a:lnTo>
                  <a:lnTo>
                    <a:pt x="44862" y="26693"/>
                  </a:lnTo>
                  <a:lnTo>
                    <a:pt x="45441" y="26628"/>
                  </a:lnTo>
                  <a:lnTo>
                    <a:pt x="45988" y="26500"/>
                  </a:lnTo>
                  <a:lnTo>
                    <a:pt x="46535" y="26339"/>
                  </a:lnTo>
                  <a:lnTo>
                    <a:pt x="51712" y="26339"/>
                  </a:lnTo>
                  <a:lnTo>
                    <a:pt x="51712" y="19296"/>
                  </a:lnTo>
                  <a:lnTo>
                    <a:pt x="51712" y="7429"/>
                  </a:lnTo>
                  <a:lnTo>
                    <a:pt x="51712" y="0"/>
                  </a:lnTo>
                  <a:lnTo>
                    <a:pt x="4425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2575;p49">
              <a:extLst>
                <a:ext uri="{FF2B5EF4-FFF2-40B4-BE49-F238E27FC236}">
                  <a16:creationId xmlns:a16="http://schemas.microsoft.com/office/drawing/2014/main" id="{FAAAE3DB-58F8-061D-C56D-3954963E67E5}"/>
                </a:ext>
              </a:extLst>
            </p:cNvPr>
            <p:cNvSpPr/>
            <p:nvPr/>
          </p:nvSpPr>
          <p:spPr>
            <a:xfrm>
              <a:off x="2541145" y="3117018"/>
              <a:ext cx="604501" cy="604929"/>
            </a:xfrm>
            <a:custGeom>
              <a:avLst/>
              <a:gdLst/>
              <a:ahLst/>
              <a:cxnLst/>
              <a:rect l="l" t="t" r="r" b="b"/>
              <a:pathLst>
                <a:path w="45281" h="45313" extrusionOk="0">
                  <a:moveTo>
                    <a:pt x="22222" y="0"/>
                  </a:moveTo>
                  <a:lnTo>
                    <a:pt x="21097" y="64"/>
                  </a:lnTo>
                  <a:lnTo>
                    <a:pt x="19939" y="161"/>
                  </a:lnTo>
                  <a:lnTo>
                    <a:pt x="18813" y="322"/>
                  </a:lnTo>
                  <a:lnTo>
                    <a:pt x="17720" y="547"/>
                  </a:lnTo>
                  <a:lnTo>
                    <a:pt x="16627" y="804"/>
                  </a:lnTo>
                  <a:lnTo>
                    <a:pt x="15565" y="1126"/>
                  </a:lnTo>
                  <a:lnTo>
                    <a:pt x="14536" y="1512"/>
                  </a:lnTo>
                  <a:lnTo>
                    <a:pt x="13507" y="1930"/>
                  </a:lnTo>
                  <a:lnTo>
                    <a:pt x="12510" y="2380"/>
                  </a:lnTo>
                  <a:lnTo>
                    <a:pt x="11545" y="2894"/>
                  </a:lnTo>
                  <a:lnTo>
                    <a:pt x="10613" y="3473"/>
                  </a:lnTo>
                  <a:lnTo>
                    <a:pt x="9712" y="4052"/>
                  </a:lnTo>
                  <a:lnTo>
                    <a:pt x="8812" y="4695"/>
                  </a:lnTo>
                  <a:lnTo>
                    <a:pt x="7976" y="5403"/>
                  </a:lnTo>
                  <a:lnTo>
                    <a:pt x="7172" y="6110"/>
                  </a:lnTo>
                  <a:lnTo>
                    <a:pt x="6400" y="6882"/>
                  </a:lnTo>
                  <a:lnTo>
                    <a:pt x="5660" y="7686"/>
                  </a:lnTo>
                  <a:lnTo>
                    <a:pt x="4953" y="8490"/>
                  </a:lnTo>
                  <a:lnTo>
                    <a:pt x="4277" y="9358"/>
                  </a:lnTo>
                  <a:lnTo>
                    <a:pt x="3666" y="10259"/>
                  </a:lnTo>
                  <a:lnTo>
                    <a:pt x="3088" y="11192"/>
                  </a:lnTo>
                  <a:lnTo>
                    <a:pt x="2573" y="12156"/>
                  </a:lnTo>
                  <a:lnTo>
                    <a:pt x="2091" y="13153"/>
                  </a:lnTo>
                  <a:lnTo>
                    <a:pt x="1640" y="14150"/>
                  </a:lnTo>
                  <a:lnTo>
                    <a:pt x="1254" y="15211"/>
                  </a:lnTo>
                  <a:lnTo>
                    <a:pt x="901" y="16273"/>
                  </a:lnTo>
                  <a:lnTo>
                    <a:pt x="611" y="17366"/>
                  </a:lnTo>
                  <a:lnTo>
                    <a:pt x="386" y="18460"/>
                  </a:lnTo>
                  <a:lnTo>
                    <a:pt x="193" y="19585"/>
                  </a:lnTo>
                  <a:lnTo>
                    <a:pt x="65" y="20743"/>
                  </a:lnTo>
                  <a:lnTo>
                    <a:pt x="0" y="21901"/>
                  </a:lnTo>
                  <a:lnTo>
                    <a:pt x="0" y="23058"/>
                  </a:lnTo>
                  <a:lnTo>
                    <a:pt x="32" y="24216"/>
                  </a:lnTo>
                  <a:lnTo>
                    <a:pt x="129" y="25342"/>
                  </a:lnTo>
                  <a:lnTo>
                    <a:pt x="290" y="26467"/>
                  </a:lnTo>
                  <a:lnTo>
                    <a:pt x="515" y="27593"/>
                  </a:lnTo>
                  <a:lnTo>
                    <a:pt x="804" y="28654"/>
                  </a:lnTo>
                  <a:lnTo>
                    <a:pt x="1126" y="29715"/>
                  </a:lnTo>
                  <a:lnTo>
                    <a:pt x="1480" y="30777"/>
                  </a:lnTo>
                  <a:lnTo>
                    <a:pt x="1898" y="31806"/>
                  </a:lnTo>
                  <a:lnTo>
                    <a:pt x="2380" y="32770"/>
                  </a:lnTo>
                  <a:lnTo>
                    <a:pt x="2895" y="33735"/>
                  </a:lnTo>
                  <a:lnTo>
                    <a:pt x="3441" y="34700"/>
                  </a:lnTo>
                  <a:lnTo>
                    <a:pt x="4052" y="35600"/>
                  </a:lnTo>
                  <a:lnTo>
                    <a:pt x="4695" y="36469"/>
                  </a:lnTo>
                  <a:lnTo>
                    <a:pt x="5371" y="37305"/>
                  </a:lnTo>
                  <a:lnTo>
                    <a:pt x="6078" y="38141"/>
                  </a:lnTo>
                  <a:lnTo>
                    <a:pt x="6850" y="38913"/>
                  </a:lnTo>
                  <a:lnTo>
                    <a:pt x="7654" y="39652"/>
                  </a:lnTo>
                  <a:lnTo>
                    <a:pt x="8490" y="40360"/>
                  </a:lnTo>
                  <a:lnTo>
                    <a:pt x="9359" y="41003"/>
                  </a:lnTo>
                  <a:lnTo>
                    <a:pt x="10259" y="41614"/>
                  </a:lnTo>
                  <a:lnTo>
                    <a:pt x="11192" y="42193"/>
                  </a:lnTo>
                  <a:lnTo>
                    <a:pt x="12124" y="42740"/>
                  </a:lnTo>
                  <a:lnTo>
                    <a:pt x="13121" y="43222"/>
                  </a:lnTo>
                  <a:lnTo>
                    <a:pt x="14150" y="43672"/>
                  </a:lnTo>
                  <a:lnTo>
                    <a:pt x="15179" y="44058"/>
                  </a:lnTo>
                  <a:lnTo>
                    <a:pt x="16241" y="44412"/>
                  </a:lnTo>
                  <a:lnTo>
                    <a:pt x="17334" y="44702"/>
                  </a:lnTo>
                  <a:lnTo>
                    <a:pt x="18428" y="44927"/>
                  </a:lnTo>
                  <a:lnTo>
                    <a:pt x="19553" y="45120"/>
                  </a:lnTo>
                  <a:lnTo>
                    <a:pt x="20711" y="45248"/>
                  </a:lnTo>
                  <a:lnTo>
                    <a:pt x="21869" y="45313"/>
                  </a:lnTo>
                  <a:lnTo>
                    <a:pt x="23058" y="45313"/>
                  </a:lnTo>
                  <a:lnTo>
                    <a:pt x="24184" y="45248"/>
                  </a:lnTo>
                  <a:lnTo>
                    <a:pt x="25342" y="45152"/>
                  </a:lnTo>
                  <a:lnTo>
                    <a:pt x="26467" y="44991"/>
                  </a:lnTo>
                  <a:lnTo>
                    <a:pt x="27561" y="44766"/>
                  </a:lnTo>
                  <a:lnTo>
                    <a:pt x="28654" y="44509"/>
                  </a:lnTo>
                  <a:lnTo>
                    <a:pt x="29715" y="44187"/>
                  </a:lnTo>
                  <a:lnTo>
                    <a:pt x="30745" y="43833"/>
                  </a:lnTo>
                  <a:lnTo>
                    <a:pt x="31774" y="43415"/>
                  </a:lnTo>
                  <a:lnTo>
                    <a:pt x="32771" y="42933"/>
                  </a:lnTo>
                  <a:lnTo>
                    <a:pt x="33735" y="42418"/>
                  </a:lnTo>
                  <a:lnTo>
                    <a:pt x="34668" y="41871"/>
                  </a:lnTo>
                  <a:lnTo>
                    <a:pt x="35568" y="41260"/>
                  </a:lnTo>
                  <a:lnTo>
                    <a:pt x="36469" y="40617"/>
                  </a:lnTo>
                  <a:lnTo>
                    <a:pt x="37305" y="39942"/>
                  </a:lnTo>
                  <a:lnTo>
                    <a:pt x="38109" y="39202"/>
                  </a:lnTo>
                  <a:lnTo>
                    <a:pt x="38881" y="38463"/>
                  </a:lnTo>
                  <a:lnTo>
                    <a:pt x="39620" y="37659"/>
                  </a:lnTo>
                  <a:lnTo>
                    <a:pt x="40328" y="36822"/>
                  </a:lnTo>
                  <a:lnTo>
                    <a:pt x="41003" y="35954"/>
                  </a:lnTo>
                  <a:lnTo>
                    <a:pt x="41614" y="35054"/>
                  </a:lnTo>
                  <a:lnTo>
                    <a:pt x="42193" y="34121"/>
                  </a:lnTo>
                  <a:lnTo>
                    <a:pt x="42708" y="33156"/>
                  </a:lnTo>
                  <a:lnTo>
                    <a:pt x="43190" y="32192"/>
                  </a:lnTo>
                  <a:lnTo>
                    <a:pt x="43640" y="31162"/>
                  </a:lnTo>
                  <a:lnTo>
                    <a:pt x="44026" y="30133"/>
                  </a:lnTo>
                  <a:lnTo>
                    <a:pt x="44380" y="29072"/>
                  </a:lnTo>
                  <a:lnTo>
                    <a:pt x="44669" y="27979"/>
                  </a:lnTo>
                  <a:lnTo>
                    <a:pt x="44895" y="26853"/>
                  </a:lnTo>
                  <a:lnTo>
                    <a:pt x="45088" y="25728"/>
                  </a:lnTo>
                  <a:lnTo>
                    <a:pt x="45216" y="24602"/>
                  </a:lnTo>
                  <a:lnTo>
                    <a:pt x="45281" y="23412"/>
                  </a:lnTo>
                  <a:lnTo>
                    <a:pt x="45281" y="22254"/>
                  </a:lnTo>
                  <a:lnTo>
                    <a:pt x="45248" y="21097"/>
                  </a:lnTo>
                  <a:lnTo>
                    <a:pt x="45152" y="19971"/>
                  </a:lnTo>
                  <a:lnTo>
                    <a:pt x="44991" y="18845"/>
                  </a:lnTo>
                  <a:lnTo>
                    <a:pt x="44766" y="17752"/>
                  </a:lnTo>
                  <a:lnTo>
                    <a:pt x="44477" y="16659"/>
                  </a:lnTo>
                  <a:lnTo>
                    <a:pt x="44155" y="15597"/>
                  </a:lnTo>
                  <a:lnTo>
                    <a:pt x="43801" y="14568"/>
                  </a:lnTo>
                  <a:lnTo>
                    <a:pt x="43383" y="13539"/>
                  </a:lnTo>
                  <a:lnTo>
                    <a:pt x="42901" y="12542"/>
                  </a:lnTo>
                  <a:lnTo>
                    <a:pt x="42386" y="11577"/>
                  </a:lnTo>
                  <a:lnTo>
                    <a:pt x="41839" y="10645"/>
                  </a:lnTo>
                  <a:lnTo>
                    <a:pt x="41228" y="9712"/>
                  </a:lnTo>
                  <a:lnTo>
                    <a:pt x="40585" y="8844"/>
                  </a:lnTo>
                  <a:lnTo>
                    <a:pt x="39910" y="8008"/>
                  </a:lnTo>
                  <a:lnTo>
                    <a:pt x="39202" y="7204"/>
                  </a:lnTo>
                  <a:lnTo>
                    <a:pt x="38431" y="6432"/>
                  </a:lnTo>
                  <a:lnTo>
                    <a:pt x="37627" y="5692"/>
                  </a:lnTo>
                  <a:lnTo>
                    <a:pt x="36790" y="4985"/>
                  </a:lnTo>
                  <a:lnTo>
                    <a:pt x="35922" y="4309"/>
                  </a:lnTo>
                  <a:lnTo>
                    <a:pt x="35022" y="3698"/>
                  </a:lnTo>
                  <a:lnTo>
                    <a:pt x="34089" y="3120"/>
                  </a:lnTo>
                  <a:lnTo>
                    <a:pt x="33156" y="2573"/>
                  </a:lnTo>
                  <a:lnTo>
                    <a:pt x="32160" y="2090"/>
                  </a:lnTo>
                  <a:lnTo>
                    <a:pt x="31130" y="1672"/>
                  </a:lnTo>
                  <a:lnTo>
                    <a:pt x="30101" y="1254"/>
                  </a:lnTo>
                  <a:lnTo>
                    <a:pt x="29040" y="933"/>
                  </a:lnTo>
                  <a:lnTo>
                    <a:pt x="27947" y="643"/>
                  </a:lnTo>
                  <a:lnTo>
                    <a:pt x="26853" y="386"/>
                  </a:lnTo>
                  <a:lnTo>
                    <a:pt x="25728" y="225"/>
                  </a:lnTo>
                  <a:lnTo>
                    <a:pt x="24570" y="97"/>
                  </a:lnTo>
                  <a:lnTo>
                    <a:pt x="23412" y="32"/>
                  </a:lnTo>
                  <a:lnTo>
                    <a:pt x="22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2576;p49">
              <a:extLst>
                <a:ext uri="{FF2B5EF4-FFF2-40B4-BE49-F238E27FC236}">
                  <a16:creationId xmlns:a16="http://schemas.microsoft.com/office/drawing/2014/main" id="{1D809A7C-32D1-1D5C-D8B6-9E2CD0177250}"/>
                </a:ext>
              </a:extLst>
            </p:cNvPr>
            <p:cNvSpPr/>
            <p:nvPr/>
          </p:nvSpPr>
          <p:spPr>
            <a:xfrm>
              <a:off x="2576776" y="3153076"/>
              <a:ext cx="533239" cy="532812"/>
            </a:xfrm>
            <a:custGeom>
              <a:avLst/>
              <a:gdLst/>
              <a:ahLst/>
              <a:cxnLst/>
              <a:rect l="l" t="t" r="r" b="b"/>
              <a:pathLst>
                <a:path w="39943" h="39911" extrusionOk="0">
                  <a:moveTo>
                    <a:pt x="19618" y="0"/>
                  </a:moveTo>
                  <a:lnTo>
                    <a:pt x="18589" y="33"/>
                  </a:lnTo>
                  <a:lnTo>
                    <a:pt x="17592" y="129"/>
                  </a:lnTo>
                  <a:lnTo>
                    <a:pt x="16595" y="290"/>
                  </a:lnTo>
                  <a:lnTo>
                    <a:pt x="15630" y="483"/>
                  </a:lnTo>
                  <a:lnTo>
                    <a:pt x="14697" y="708"/>
                  </a:lnTo>
                  <a:lnTo>
                    <a:pt x="13732" y="997"/>
                  </a:lnTo>
                  <a:lnTo>
                    <a:pt x="12832" y="1319"/>
                  </a:lnTo>
                  <a:lnTo>
                    <a:pt x="11932" y="1673"/>
                  </a:lnTo>
                  <a:lnTo>
                    <a:pt x="11063" y="2091"/>
                  </a:lnTo>
                  <a:lnTo>
                    <a:pt x="10195" y="2541"/>
                  </a:lnTo>
                  <a:lnTo>
                    <a:pt x="9391" y="3056"/>
                  </a:lnTo>
                  <a:lnTo>
                    <a:pt x="8587" y="3570"/>
                  </a:lnTo>
                  <a:lnTo>
                    <a:pt x="7815" y="4149"/>
                  </a:lnTo>
                  <a:lnTo>
                    <a:pt x="7043" y="4728"/>
                  </a:lnTo>
                  <a:lnTo>
                    <a:pt x="6336" y="5371"/>
                  </a:lnTo>
                  <a:lnTo>
                    <a:pt x="5660" y="6046"/>
                  </a:lnTo>
                  <a:lnTo>
                    <a:pt x="5017" y="6754"/>
                  </a:lnTo>
                  <a:lnTo>
                    <a:pt x="4374" y="7494"/>
                  </a:lnTo>
                  <a:lnTo>
                    <a:pt x="3795" y="8265"/>
                  </a:lnTo>
                  <a:lnTo>
                    <a:pt x="3249" y="9037"/>
                  </a:lnTo>
                  <a:lnTo>
                    <a:pt x="2766" y="9873"/>
                  </a:lnTo>
                  <a:lnTo>
                    <a:pt x="2284" y="10710"/>
                  </a:lnTo>
                  <a:lnTo>
                    <a:pt x="1866" y="11578"/>
                  </a:lnTo>
                  <a:lnTo>
                    <a:pt x="1480" y="12478"/>
                  </a:lnTo>
                  <a:lnTo>
                    <a:pt x="1126" y="13379"/>
                  </a:lnTo>
                  <a:lnTo>
                    <a:pt x="804" y="14311"/>
                  </a:lnTo>
                  <a:lnTo>
                    <a:pt x="579" y="15276"/>
                  </a:lnTo>
                  <a:lnTo>
                    <a:pt x="354" y="16273"/>
                  </a:lnTo>
                  <a:lnTo>
                    <a:pt x="193" y="17238"/>
                  </a:lnTo>
                  <a:lnTo>
                    <a:pt x="97" y="18267"/>
                  </a:lnTo>
                  <a:lnTo>
                    <a:pt x="33" y="19296"/>
                  </a:lnTo>
                  <a:lnTo>
                    <a:pt x="0" y="20325"/>
                  </a:lnTo>
                  <a:lnTo>
                    <a:pt x="65" y="21322"/>
                  </a:lnTo>
                  <a:lnTo>
                    <a:pt x="161" y="22319"/>
                  </a:lnTo>
                  <a:lnTo>
                    <a:pt x="290" y="23316"/>
                  </a:lnTo>
                  <a:lnTo>
                    <a:pt x="483" y="24281"/>
                  </a:lnTo>
                  <a:lnTo>
                    <a:pt x="708" y="25246"/>
                  </a:lnTo>
                  <a:lnTo>
                    <a:pt x="997" y="26178"/>
                  </a:lnTo>
                  <a:lnTo>
                    <a:pt x="1319" y="27111"/>
                  </a:lnTo>
                  <a:lnTo>
                    <a:pt x="1705" y="28011"/>
                  </a:lnTo>
                  <a:lnTo>
                    <a:pt x="2123" y="28880"/>
                  </a:lnTo>
                  <a:lnTo>
                    <a:pt x="2573" y="29716"/>
                  </a:lnTo>
                  <a:lnTo>
                    <a:pt x="3056" y="30552"/>
                  </a:lnTo>
                  <a:lnTo>
                    <a:pt x="3570" y="31356"/>
                  </a:lnTo>
                  <a:lnTo>
                    <a:pt x="4149" y="32128"/>
                  </a:lnTo>
                  <a:lnTo>
                    <a:pt x="4760" y="32867"/>
                  </a:lnTo>
                  <a:lnTo>
                    <a:pt x="5403" y="33607"/>
                  </a:lnTo>
                  <a:lnTo>
                    <a:pt x="6046" y="34282"/>
                  </a:lnTo>
                  <a:lnTo>
                    <a:pt x="6754" y="34925"/>
                  </a:lnTo>
                  <a:lnTo>
                    <a:pt x="7494" y="35536"/>
                  </a:lnTo>
                  <a:lnTo>
                    <a:pt x="8265" y="36115"/>
                  </a:lnTo>
                  <a:lnTo>
                    <a:pt x="9069" y="36662"/>
                  </a:lnTo>
                  <a:lnTo>
                    <a:pt x="9873" y="37177"/>
                  </a:lnTo>
                  <a:lnTo>
                    <a:pt x="10709" y="37659"/>
                  </a:lnTo>
                  <a:lnTo>
                    <a:pt x="11578" y="38077"/>
                  </a:lnTo>
                  <a:lnTo>
                    <a:pt x="12478" y="38463"/>
                  </a:lnTo>
                  <a:lnTo>
                    <a:pt x="13411" y="38817"/>
                  </a:lnTo>
                  <a:lnTo>
                    <a:pt x="14343" y="39106"/>
                  </a:lnTo>
                  <a:lnTo>
                    <a:pt x="15308" y="39363"/>
                  </a:lnTo>
                  <a:lnTo>
                    <a:pt x="16273" y="39589"/>
                  </a:lnTo>
                  <a:lnTo>
                    <a:pt x="17270" y="39749"/>
                  </a:lnTo>
                  <a:lnTo>
                    <a:pt x="18267" y="39846"/>
                  </a:lnTo>
                  <a:lnTo>
                    <a:pt x="19296" y="39910"/>
                  </a:lnTo>
                  <a:lnTo>
                    <a:pt x="20325" y="39910"/>
                  </a:lnTo>
                  <a:lnTo>
                    <a:pt x="21354" y="39878"/>
                  </a:lnTo>
                  <a:lnTo>
                    <a:pt x="22351" y="39782"/>
                  </a:lnTo>
                  <a:lnTo>
                    <a:pt x="23348" y="39653"/>
                  </a:lnTo>
                  <a:lnTo>
                    <a:pt x="24313" y="39460"/>
                  </a:lnTo>
                  <a:lnTo>
                    <a:pt x="25278" y="39203"/>
                  </a:lnTo>
                  <a:lnTo>
                    <a:pt x="26210" y="38945"/>
                  </a:lnTo>
                  <a:lnTo>
                    <a:pt x="27111" y="38592"/>
                  </a:lnTo>
                  <a:lnTo>
                    <a:pt x="28011" y="38238"/>
                  </a:lnTo>
                  <a:lnTo>
                    <a:pt x="28879" y="37820"/>
                  </a:lnTo>
                  <a:lnTo>
                    <a:pt x="29748" y="37370"/>
                  </a:lnTo>
                  <a:lnTo>
                    <a:pt x="30552" y="36887"/>
                  </a:lnTo>
                  <a:lnTo>
                    <a:pt x="31356" y="36340"/>
                  </a:lnTo>
                  <a:lnTo>
                    <a:pt x="32128" y="35794"/>
                  </a:lnTo>
                  <a:lnTo>
                    <a:pt x="32899" y="35183"/>
                  </a:lnTo>
                  <a:lnTo>
                    <a:pt x="33607" y="34540"/>
                  </a:lnTo>
                  <a:lnTo>
                    <a:pt x="34282" y="33864"/>
                  </a:lnTo>
                  <a:lnTo>
                    <a:pt x="34925" y="33157"/>
                  </a:lnTo>
                  <a:lnTo>
                    <a:pt x="35569" y="32449"/>
                  </a:lnTo>
                  <a:lnTo>
                    <a:pt x="36147" y="31677"/>
                  </a:lnTo>
                  <a:lnTo>
                    <a:pt x="36694" y="30873"/>
                  </a:lnTo>
                  <a:lnTo>
                    <a:pt x="37177" y="30069"/>
                  </a:lnTo>
                  <a:lnTo>
                    <a:pt x="37659" y="29201"/>
                  </a:lnTo>
                  <a:lnTo>
                    <a:pt x="38077" y="28333"/>
                  </a:lnTo>
                  <a:lnTo>
                    <a:pt x="38463" y="27464"/>
                  </a:lnTo>
                  <a:lnTo>
                    <a:pt x="38817" y="26532"/>
                  </a:lnTo>
                  <a:lnTo>
                    <a:pt x="39138" y="25599"/>
                  </a:lnTo>
                  <a:lnTo>
                    <a:pt x="39363" y="24634"/>
                  </a:lnTo>
                  <a:lnTo>
                    <a:pt x="39589" y="23670"/>
                  </a:lnTo>
                  <a:lnTo>
                    <a:pt x="39749" y="22673"/>
                  </a:lnTo>
                  <a:lnTo>
                    <a:pt x="39846" y="21644"/>
                  </a:lnTo>
                  <a:lnTo>
                    <a:pt x="39910" y="20647"/>
                  </a:lnTo>
                  <a:lnTo>
                    <a:pt x="39942" y="19618"/>
                  </a:lnTo>
                  <a:lnTo>
                    <a:pt x="39878" y="18589"/>
                  </a:lnTo>
                  <a:lnTo>
                    <a:pt x="39781" y="17592"/>
                  </a:lnTo>
                  <a:lnTo>
                    <a:pt x="39653" y="16595"/>
                  </a:lnTo>
                  <a:lnTo>
                    <a:pt x="39460" y="15630"/>
                  </a:lnTo>
                  <a:lnTo>
                    <a:pt x="39235" y="14665"/>
                  </a:lnTo>
                  <a:lnTo>
                    <a:pt x="38945" y="13732"/>
                  </a:lnTo>
                  <a:lnTo>
                    <a:pt x="38624" y="12800"/>
                  </a:lnTo>
                  <a:lnTo>
                    <a:pt x="38238" y="11932"/>
                  </a:lnTo>
                  <a:lnTo>
                    <a:pt x="37820" y="11031"/>
                  </a:lnTo>
                  <a:lnTo>
                    <a:pt x="37370" y="10195"/>
                  </a:lnTo>
                  <a:lnTo>
                    <a:pt x="36887" y="9359"/>
                  </a:lnTo>
                  <a:lnTo>
                    <a:pt x="36373" y="8555"/>
                  </a:lnTo>
                  <a:lnTo>
                    <a:pt x="35794" y="7783"/>
                  </a:lnTo>
                  <a:lnTo>
                    <a:pt x="35183" y="7043"/>
                  </a:lnTo>
                  <a:lnTo>
                    <a:pt x="34540" y="6336"/>
                  </a:lnTo>
                  <a:lnTo>
                    <a:pt x="33896" y="5660"/>
                  </a:lnTo>
                  <a:lnTo>
                    <a:pt x="33189" y="4985"/>
                  </a:lnTo>
                  <a:lnTo>
                    <a:pt x="32449" y="4374"/>
                  </a:lnTo>
                  <a:lnTo>
                    <a:pt x="31677" y="3795"/>
                  </a:lnTo>
                  <a:lnTo>
                    <a:pt x="30906" y="3249"/>
                  </a:lnTo>
                  <a:lnTo>
                    <a:pt x="30069" y="2734"/>
                  </a:lnTo>
                  <a:lnTo>
                    <a:pt x="29233" y="2284"/>
                  </a:lnTo>
                  <a:lnTo>
                    <a:pt x="28365" y="1834"/>
                  </a:lnTo>
                  <a:lnTo>
                    <a:pt x="27464" y="1448"/>
                  </a:lnTo>
                  <a:lnTo>
                    <a:pt x="26532" y="1094"/>
                  </a:lnTo>
                  <a:lnTo>
                    <a:pt x="25599" y="804"/>
                  </a:lnTo>
                  <a:lnTo>
                    <a:pt x="24667" y="547"/>
                  </a:lnTo>
                  <a:lnTo>
                    <a:pt x="23670" y="354"/>
                  </a:lnTo>
                  <a:lnTo>
                    <a:pt x="22673" y="193"/>
                  </a:lnTo>
                  <a:lnTo>
                    <a:pt x="21676" y="65"/>
                  </a:lnTo>
                  <a:lnTo>
                    <a:pt x="20647" y="0"/>
                  </a:lnTo>
                  <a:close/>
                </a:path>
              </a:pathLst>
            </a:custGeom>
            <a:solidFill>
              <a:srgbClr val="000000">
                <a:alpha val="26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2577;p49">
              <a:extLst>
                <a:ext uri="{FF2B5EF4-FFF2-40B4-BE49-F238E27FC236}">
                  <a16:creationId xmlns:a16="http://schemas.microsoft.com/office/drawing/2014/main" id="{38FC0786-C35C-00BE-14B0-DCD7C663F3E4}"/>
                </a:ext>
              </a:extLst>
            </p:cNvPr>
            <p:cNvSpPr/>
            <p:nvPr/>
          </p:nvSpPr>
          <p:spPr>
            <a:xfrm>
              <a:off x="2591368" y="3167668"/>
              <a:ext cx="504043" cy="504043"/>
            </a:xfrm>
            <a:custGeom>
              <a:avLst/>
              <a:gdLst/>
              <a:ahLst/>
              <a:cxnLst/>
              <a:rect l="l" t="t" r="r" b="b"/>
              <a:pathLst>
                <a:path w="37756" h="37756" extrusionOk="0">
                  <a:moveTo>
                    <a:pt x="18557" y="1"/>
                  </a:moveTo>
                  <a:lnTo>
                    <a:pt x="17592" y="33"/>
                  </a:lnTo>
                  <a:lnTo>
                    <a:pt x="16627" y="130"/>
                  </a:lnTo>
                  <a:lnTo>
                    <a:pt x="15695" y="258"/>
                  </a:lnTo>
                  <a:lnTo>
                    <a:pt x="14794" y="451"/>
                  </a:lnTo>
                  <a:lnTo>
                    <a:pt x="13862" y="676"/>
                  </a:lnTo>
                  <a:lnTo>
                    <a:pt x="12993" y="933"/>
                  </a:lnTo>
                  <a:lnTo>
                    <a:pt x="12125" y="1223"/>
                  </a:lnTo>
                  <a:lnTo>
                    <a:pt x="11289" y="1577"/>
                  </a:lnTo>
                  <a:lnTo>
                    <a:pt x="10453" y="1963"/>
                  </a:lnTo>
                  <a:lnTo>
                    <a:pt x="9649" y="2413"/>
                  </a:lnTo>
                  <a:lnTo>
                    <a:pt x="8845" y="2863"/>
                  </a:lnTo>
                  <a:lnTo>
                    <a:pt x="8105" y="3378"/>
                  </a:lnTo>
                  <a:lnTo>
                    <a:pt x="7365" y="3892"/>
                  </a:lnTo>
                  <a:lnTo>
                    <a:pt x="6658" y="4471"/>
                  </a:lnTo>
                  <a:lnTo>
                    <a:pt x="5982" y="5082"/>
                  </a:lnTo>
                  <a:lnTo>
                    <a:pt x="5339" y="5725"/>
                  </a:lnTo>
                  <a:lnTo>
                    <a:pt x="4728" y="6368"/>
                  </a:lnTo>
                  <a:lnTo>
                    <a:pt x="4149" y="7076"/>
                  </a:lnTo>
                  <a:lnTo>
                    <a:pt x="3603" y="7783"/>
                  </a:lnTo>
                  <a:lnTo>
                    <a:pt x="3088" y="8555"/>
                  </a:lnTo>
                  <a:lnTo>
                    <a:pt x="2606" y="9327"/>
                  </a:lnTo>
                  <a:lnTo>
                    <a:pt x="2156" y="10131"/>
                  </a:lnTo>
                  <a:lnTo>
                    <a:pt x="1737" y="10935"/>
                  </a:lnTo>
                  <a:lnTo>
                    <a:pt x="1384" y="11771"/>
                  </a:lnTo>
                  <a:lnTo>
                    <a:pt x="1062" y="12639"/>
                  </a:lnTo>
                  <a:lnTo>
                    <a:pt x="773" y="13540"/>
                  </a:lnTo>
                  <a:lnTo>
                    <a:pt x="515" y="14440"/>
                  </a:lnTo>
                  <a:lnTo>
                    <a:pt x="322" y="15373"/>
                  </a:lnTo>
                  <a:lnTo>
                    <a:pt x="162" y="16306"/>
                  </a:lnTo>
                  <a:lnTo>
                    <a:pt x="65" y="17270"/>
                  </a:lnTo>
                  <a:lnTo>
                    <a:pt x="1" y="18235"/>
                  </a:lnTo>
                  <a:lnTo>
                    <a:pt x="1" y="19200"/>
                  </a:lnTo>
                  <a:lnTo>
                    <a:pt x="33" y="20165"/>
                  </a:lnTo>
                  <a:lnTo>
                    <a:pt x="129" y="21097"/>
                  </a:lnTo>
                  <a:lnTo>
                    <a:pt x="258" y="22062"/>
                  </a:lnTo>
                  <a:lnTo>
                    <a:pt x="451" y="22963"/>
                  </a:lnTo>
                  <a:lnTo>
                    <a:pt x="676" y="23863"/>
                  </a:lnTo>
                  <a:lnTo>
                    <a:pt x="933" y="24764"/>
                  </a:lnTo>
                  <a:lnTo>
                    <a:pt x="1255" y="25632"/>
                  </a:lnTo>
                  <a:lnTo>
                    <a:pt x="1609" y="26468"/>
                  </a:lnTo>
                  <a:lnTo>
                    <a:pt x="1995" y="27304"/>
                  </a:lnTo>
                  <a:lnTo>
                    <a:pt x="2413" y="28108"/>
                  </a:lnTo>
                  <a:lnTo>
                    <a:pt x="2895" y="28880"/>
                  </a:lnTo>
                  <a:lnTo>
                    <a:pt x="3378" y="29652"/>
                  </a:lnTo>
                  <a:lnTo>
                    <a:pt x="3924" y="30391"/>
                  </a:lnTo>
                  <a:lnTo>
                    <a:pt x="4503" y="31067"/>
                  </a:lnTo>
                  <a:lnTo>
                    <a:pt x="5082" y="31742"/>
                  </a:lnTo>
                  <a:lnTo>
                    <a:pt x="5725" y="32417"/>
                  </a:lnTo>
                  <a:lnTo>
                    <a:pt x="6401" y="33028"/>
                  </a:lnTo>
                  <a:lnTo>
                    <a:pt x="7076" y="33607"/>
                  </a:lnTo>
                  <a:lnTo>
                    <a:pt x="7816" y="34154"/>
                  </a:lnTo>
                  <a:lnTo>
                    <a:pt x="8555" y="34669"/>
                  </a:lnTo>
                  <a:lnTo>
                    <a:pt x="9327" y="35151"/>
                  </a:lnTo>
                  <a:lnTo>
                    <a:pt x="10131" y="35601"/>
                  </a:lnTo>
                  <a:lnTo>
                    <a:pt x="10935" y="35987"/>
                  </a:lnTo>
                  <a:lnTo>
                    <a:pt x="11803" y="36373"/>
                  </a:lnTo>
                  <a:lnTo>
                    <a:pt x="12672" y="36695"/>
                  </a:lnTo>
                  <a:lnTo>
                    <a:pt x="13540" y="36984"/>
                  </a:lnTo>
                  <a:lnTo>
                    <a:pt x="14440" y="37209"/>
                  </a:lnTo>
                  <a:lnTo>
                    <a:pt x="15373" y="37402"/>
                  </a:lnTo>
                  <a:lnTo>
                    <a:pt x="16306" y="37563"/>
                  </a:lnTo>
                  <a:lnTo>
                    <a:pt x="17270" y="37659"/>
                  </a:lnTo>
                  <a:lnTo>
                    <a:pt x="18235" y="37724"/>
                  </a:lnTo>
                  <a:lnTo>
                    <a:pt x="19200" y="37756"/>
                  </a:lnTo>
                  <a:lnTo>
                    <a:pt x="20165" y="37692"/>
                  </a:lnTo>
                  <a:lnTo>
                    <a:pt x="21130" y="37627"/>
                  </a:lnTo>
                  <a:lnTo>
                    <a:pt x="22062" y="37466"/>
                  </a:lnTo>
                  <a:lnTo>
                    <a:pt x="22963" y="37306"/>
                  </a:lnTo>
                  <a:lnTo>
                    <a:pt x="23895" y="37081"/>
                  </a:lnTo>
                  <a:lnTo>
                    <a:pt x="24764" y="36791"/>
                  </a:lnTo>
                  <a:lnTo>
                    <a:pt x="25632" y="36502"/>
                  </a:lnTo>
                  <a:lnTo>
                    <a:pt x="26468" y="36148"/>
                  </a:lnTo>
                  <a:lnTo>
                    <a:pt x="27304" y="35762"/>
                  </a:lnTo>
                  <a:lnTo>
                    <a:pt x="28108" y="35344"/>
                  </a:lnTo>
                  <a:lnTo>
                    <a:pt x="28912" y="34862"/>
                  </a:lnTo>
                  <a:lnTo>
                    <a:pt x="29652" y="34379"/>
                  </a:lnTo>
                  <a:lnTo>
                    <a:pt x="30391" y="33832"/>
                  </a:lnTo>
                  <a:lnTo>
                    <a:pt x="31099" y="33254"/>
                  </a:lnTo>
                  <a:lnTo>
                    <a:pt x="31774" y="32643"/>
                  </a:lnTo>
                  <a:lnTo>
                    <a:pt x="32417" y="32032"/>
                  </a:lnTo>
                  <a:lnTo>
                    <a:pt x="33028" y="31356"/>
                  </a:lnTo>
                  <a:lnTo>
                    <a:pt x="33607" y="30649"/>
                  </a:lnTo>
                  <a:lnTo>
                    <a:pt x="34154" y="29941"/>
                  </a:lnTo>
                  <a:lnTo>
                    <a:pt x="34669" y="29202"/>
                  </a:lnTo>
                  <a:lnTo>
                    <a:pt x="35151" y="28430"/>
                  </a:lnTo>
                  <a:lnTo>
                    <a:pt x="35601" y="27626"/>
                  </a:lnTo>
                  <a:lnTo>
                    <a:pt x="36019" y="26790"/>
                  </a:lnTo>
                  <a:lnTo>
                    <a:pt x="36373" y="25953"/>
                  </a:lnTo>
                  <a:lnTo>
                    <a:pt x="36695" y="25085"/>
                  </a:lnTo>
                  <a:lnTo>
                    <a:pt x="36984" y="24185"/>
                  </a:lnTo>
                  <a:lnTo>
                    <a:pt x="37241" y="23284"/>
                  </a:lnTo>
                  <a:lnTo>
                    <a:pt x="37434" y="22384"/>
                  </a:lnTo>
                  <a:lnTo>
                    <a:pt x="37563" y="21419"/>
                  </a:lnTo>
                  <a:lnTo>
                    <a:pt x="37692" y="20486"/>
                  </a:lnTo>
                  <a:lnTo>
                    <a:pt x="37756" y="19489"/>
                  </a:lnTo>
                  <a:lnTo>
                    <a:pt x="37756" y="18525"/>
                  </a:lnTo>
                  <a:lnTo>
                    <a:pt x="37724" y="17560"/>
                  </a:lnTo>
                  <a:lnTo>
                    <a:pt x="37627" y="16627"/>
                  </a:lnTo>
                  <a:lnTo>
                    <a:pt x="37499" y="15695"/>
                  </a:lnTo>
                  <a:lnTo>
                    <a:pt x="37306" y="14762"/>
                  </a:lnTo>
                  <a:lnTo>
                    <a:pt x="37081" y="13862"/>
                  </a:lnTo>
                  <a:lnTo>
                    <a:pt x="36823" y="12993"/>
                  </a:lnTo>
                  <a:lnTo>
                    <a:pt x="36502" y="12125"/>
                  </a:lnTo>
                  <a:lnTo>
                    <a:pt x="36148" y="11257"/>
                  </a:lnTo>
                  <a:lnTo>
                    <a:pt x="35762" y="10420"/>
                  </a:lnTo>
                  <a:lnTo>
                    <a:pt x="35344" y="9617"/>
                  </a:lnTo>
                  <a:lnTo>
                    <a:pt x="34862" y="8845"/>
                  </a:lnTo>
                  <a:lnTo>
                    <a:pt x="34379" y="8105"/>
                  </a:lnTo>
                  <a:lnTo>
                    <a:pt x="33832" y="7365"/>
                  </a:lnTo>
                  <a:lnTo>
                    <a:pt x="33254" y="6658"/>
                  </a:lnTo>
                  <a:lnTo>
                    <a:pt x="32675" y="5983"/>
                  </a:lnTo>
                  <a:lnTo>
                    <a:pt x="32032" y="5339"/>
                  </a:lnTo>
                  <a:lnTo>
                    <a:pt x="31356" y="4728"/>
                  </a:lnTo>
                  <a:lnTo>
                    <a:pt x="30681" y="4117"/>
                  </a:lnTo>
                  <a:lnTo>
                    <a:pt x="29941" y="3571"/>
                  </a:lnTo>
                  <a:lnTo>
                    <a:pt x="29202" y="3056"/>
                  </a:lnTo>
                  <a:lnTo>
                    <a:pt x="28430" y="2574"/>
                  </a:lnTo>
                  <a:lnTo>
                    <a:pt x="27626" y="2156"/>
                  </a:lnTo>
                  <a:lnTo>
                    <a:pt x="26822" y="1737"/>
                  </a:lnTo>
                  <a:lnTo>
                    <a:pt x="25953" y="1384"/>
                  </a:lnTo>
                  <a:lnTo>
                    <a:pt x="25085" y="1030"/>
                  </a:lnTo>
                  <a:lnTo>
                    <a:pt x="24217" y="773"/>
                  </a:lnTo>
                  <a:lnTo>
                    <a:pt x="23316" y="515"/>
                  </a:lnTo>
                  <a:lnTo>
                    <a:pt x="22384" y="322"/>
                  </a:lnTo>
                  <a:lnTo>
                    <a:pt x="21451" y="162"/>
                  </a:lnTo>
                  <a:lnTo>
                    <a:pt x="20486" y="65"/>
                  </a:lnTo>
                  <a:lnTo>
                    <a:pt x="195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2578;p49">
              <a:extLst>
                <a:ext uri="{FF2B5EF4-FFF2-40B4-BE49-F238E27FC236}">
                  <a16:creationId xmlns:a16="http://schemas.microsoft.com/office/drawing/2014/main" id="{7B9AEC74-A24F-D897-A11F-25F420174653}"/>
                </a:ext>
              </a:extLst>
            </p:cNvPr>
            <p:cNvSpPr/>
            <p:nvPr/>
          </p:nvSpPr>
          <p:spPr>
            <a:xfrm>
              <a:off x="2729621" y="3253535"/>
              <a:ext cx="230982" cy="358928"/>
            </a:xfrm>
            <a:custGeom>
              <a:avLst/>
              <a:gdLst/>
              <a:ahLst/>
              <a:cxnLst/>
              <a:rect l="l" t="t" r="r" b="b"/>
              <a:pathLst>
                <a:path w="17302" h="26886" extrusionOk="0">
                  <a:moveTo>
                    <a:pt x="965" y="1"/>
                  </a:moveTo>
                  <a:lnTo>
                    <a:pt x="868" y="33"/>
                  </a:lnTo>
                  <a:lnTo>
                    <a:pt x="772" y="97"/>
                  </a:lnTo>
                  <a:lnTo>
                    <a:pt x="676" y="162"/>
                  </a:lnTo>
                  <a:lnTo>
                    <a:pt x="579" y="226"/>
                  </a:lnTo>
                  <a:lnTo>
                    <a:pt x="547" y="354"/>
                  </a:lnTo>
                  <a:lnTo>
                    <a:pt x="483" y="451"/>
                  </a:lnTo>
                  <a:lnTo>
                    <a:pt x="483" y="580"/>
                  </a:lnTo>
                  <a:lnTo>
                    <a:pt x="386" y="3088"/>
                  </a:lnTo>
                  <a:lnTo>
                    <a:pt x="418" y="3185"/>
                  </a:lnTo>
                  <a:lnTo>
                    <a:pt x="418" y="3313"/>
                  </a:lnTo>
                  <a:lnTo>
                    <a:pt x="483" y="3410"/>
                  </a:lnTo>
                  <a:lnTo>
                    <a:pt x="547" y="3506"/>
                  </a:lnTo>
                  <a:lnTo>
                    <a:pt x="643" y="3570"/>
                  </a:lnTo>
                  <a:lnTo>
                    <a:pt x="740" y="3635"/>
                  </a:lnTo>
                  <a:lnTo>
                    <a:pt x="868" y="3667"/>
                  </a:lnTo>
                  <a:lnTo>
                    <a:pt x="965" y="3699"/>
                  </a:lnTo>
                  <a:lnTo>
                    <a:pt x="3698" y="3796"/>
                  </a:lnTo>
                  <a:lnTo>
                    <a:pt x="4631" y="3860"/>
                  </a:lnTo>
                  <a:lnTo>
                    <a:pt x="5499" y="3988"/>
                  </a:lnTo>
                  <a:lnTo>
                    <a:pt x="5885" y="4053"/>
                  </a:lnTo>
                  <a:lnTo>
                    <a:pt x="6239" y="4181"/>
                  </a:lnTo>
                  <a:lnTo>
                    <a:pt x="6593" y="4278"/>
                  </a:lnTo>
                  <a:lnTo>
                    <a:pt x="6914" y="4439"/>
                  </a:lnTo>
                  <a:lnTo>
                    <a:pt x="7204" y="4567"/>
                  </a:lnTo>
                  <a:lnTo>
                    <a:pt x="7493" y="4760"/>
                  </a:lnTo>
                  <a:lnTo>
                    <a:pt x="7751" y="4921"/>
                  </a:lnTo>
                  <a:lnTo>
                    <a:pt x="7976" y="5114"/>
                  </a:lnTo>
                  <a:lnTo>
                    <a:pt x="8169" y="5339"/>
                  </a:lnTo>
                  <a:lnTo>
                    <a:pt x="8362" y="5564"/>
                  </a:lnTo>
                  <a:lnTo>
                    <a:pt x="8522" y="5822"/>
                  </a:lnTo>
                  <a:lnTo>
                    <a:pt x="8651" y="6079"/>
                  </a:lnTo>
                  <a:lnTo>
                    <a:pt x="901" y="5822"/>
                  </a:lnTo>
                  <a:lnTo>
                    <a:pt x="772" y="5822"/>
                  </a:lnTo>
                  <a:lnTo>
                    <a:pt x="676" y="5854"/>
                  </a:lnTo>
                  <a:lnTo>
                    <a:pt x="547" y="5918"/>
                  </a:lnTo>
                  <a:lnTo>
                    <a:pt x="483" y="5982"/>
                  </a:lnTo>
                  <a:lnTo>
                    <a:pt x="386" y="6047"/>
                  </a:lnTo>
                  <a:lnTo>
                    <a:pt x="322" y="6175"/>
                  </a:lnTo>
                  <a:lnTo>
                    <a:pt x="290" y="6272"/>
                  </a:lnTo>
                  <a:lnTo>
                    <a:pt x="290" y="6400"/>
                  </a:lnTo>
                  <a:lnTo>
                    <a:pt x="225" y="8330"/>
                  </a:lnTo>
                  <a:lnTo>
                    <a:pt x="225" y="8426"/>
                  </a:lnTo>
                  <a:lnTo>
                    <a:pt x="257" y="8555"/>
                  </a:lnTo>
                  <a:lnTo>
                    <a:pt x="290" y="8652"/>
                  </a:lnTo>
                  <a:lnTo>
                    <a:pt x="386" y="8748"/>
                  </a:lnTo>
                  <a:lnTo>
                    <a:pt x="450" y="8845"/>
                  </a:lnTo>
                  <a:lnTo>
                    <a:pt x="547" y="8877"/>
                  </a:lnTo>
                  <a:lnTo>
                    <a:pt x="676" y="8909"/>
                  </a:lnTo>
                  <a:lnTo>
                    <a:pt x="804" y="8941"/>
                  </a:lnTo>
                  <a:lnTo>
                    <a:pt x="8812" y="9198"/>
                  </a:lnTo>
                  <a:lnTo>
                    <a:pt x="8683" y="9584"/>
                  </a:lnTo>
                  <a:lnTo>
                    <a:pt x="8522" y="9906"/>
                  </a:lnTo>
                  <a:lnTo>
                    <a:pt x="8329" y="10227"/>
                  </a:lnTo>
                  <a:lnTo>
                    <a:pt x="8072" y="10549"/>
                  </a:lnTo>
                  <a:lnTo>
                    <a:pt x="7815" y="10806"/>
                  </a:lnTo>
                  <a:lnTo>
                    <a:pt x="7525" y="11064"/>
                  </a:lnTo>
                  <a:lnTo>
                    <a:pt x="7172" y="11289"/>
                  </a:lnTo>
                  <a:lnTo>
                    <a:pt x="6818" y="11482"/>
                  </a:lnTo>
                  <a:lnTo>
                    <a:pt x="6400" y="11675"/>
                  </a:lnTo>
                  <a:lnTo>
                    <a:pt x="5982" y="11803"/>
                  </a:lnTo>
                  <a:lnTo>
                    <a:pt x="5532" y="11932"/>
                  </a:lnTo>
                  <a:lnTo>
                    <a:pt x="5049" y="12028"/>
                  </a:lnTo>
                  <a:lnTo>
                    <a:pt x="4535" y="12093"/>
                  </a:lnTo>
                  <a:lnTo>
                    <a:pt x="3988" y="12157"/>
                  </a:lnTo>
                  <a:lnTo>
                    <a:pt x="2798" y="12157"/>
                  </a:lnTo>
                  <a:lnTo>
                    <a:pt x="708" y="12093"/>
                  </a:lnTo>
                  <a:lnTo>
                    <a:pt x="579" y="12093"/>
                  </a:lnTo>
                  <a:lnTo>
                    <a:pt x="450" y="12125"/>
                  </a:lnTo>
                  <a:lnTo>
                    <a:pt x="354" y="12189"/>
                  </a:lnTo>
                  <a:lnTo>
                    <a:pt x="257" y="12253"/>
                  </a:lnTo>
                  <a:lnTo>
                    <a:pt x="193" y="12350"/>
                  </a:lnTo>
                  <a:lnTo>
                    <a:pt x="129" y="12446"/>
                  </a:lnTo>
                  <a:lnTo>
                    <a:pt x="97" y="12543"/>
                  </a:lnTo>
                  <a:lnTo>
                    <a:pt x="64" y="12671"/>
                  </a:lnTo>
                  <a:lnTo>
                    <a:pt x="0" y="15051"/>
                  </a:lnTo>
                  <a:lnTo>
                    <a:pt x="0" y="15180"/>
                  </a:lnTo>
                  <a:lnTo>
                    <a:pt x="32" y="15276"/>
                  </a:lnTo>
                  <a:lnTo>
                    <a:pt x="64" y="15373"/>
                  </a:lnTo>
                  <a:lnTo>
                    <a:pt x="161" y="15469"/>
                  </a:lnTo>
                  <a:lnTo>
                    <a:pt x="2026" y="17656"/>
                  </a:lnTo>
                  <a:lnTo>
                    <a:pt x="4149" y="20197"/>
                  </a:lnTo>
                  <a:lnTo>
                    <a:pt x="6496" y="23155"/>
                  </a:lnTo>
                  <a:lnTo>
                    <a:pt x="9133" y="26500"/>
                  </a:lnTo>
                  <a:lnTo>
                    <a:pt x="9230" y="26629"/>
                  </a:lnTo>
                  <a:lnTo>
                    <a:pt x="9326" y="26693"/>
                  </a:lnTo>
                  <a:lnTo>
                    <a:pt x="9455" y="26725"/>
                  </a:lnTo>
                  <a:lnTo>
                    <a:pt x="9616" y="26757"/>
                  </a:lnTo>
                  <a:lnTo>
                    <a:pt x="13250" y="26886"/>
                  </a:lnTo>
                  <a:lnTo>
                    <a:pt x="13443" y="26854"/>
                  </a:lnTo>
                  <a:lnTo>
                    <a:pt x="13604" y="26789"/>
                  </a:lnTo>
                  <a:lnTo>
                    <a:pt x="13732" y="26693"/>
                  </a:lnTo>
                  <a:lnTo>
                    <a:pt x="13829" y="26564"/>
                  </a:lnTo>
                  <a:lnTo>
                    <a:pt x="13893" y="26404"/>
                  </a:lnTo>
                  <a:lnTo>
                    <a:pt x="13893" y="26243"/>
                  </a:lnTo>
                  <a:lnTo>
                    <a:pt x="13861" y="26082"/>
                  </a:lnTo>
                  <a:lnTo>
                    <a:pt x="13764" y="25921"/>
                  </a:lnTo>
                  <a:lnTo>
                    <a:pt x="11288" y="22673"/>
                  </a:lnTo>
                  <a:lnTo>
                    <a:pt x="9069" y="19875"/>
                  </a:lnTo>
                  <a:lnTo>
                    <a:pt x="7140" y="17495"/>
                  </a:lnTo>
                  <a:lnTo>
                    <a:pt x="5499" y="15566"/>
                  </a:lnTo>
                  <a:lnTo>
                    <a:pt x="6271" y="15469"/>
                  </a:lnTo>
                  <a:lnTo>
                    <a:pt x="7011" y="15341"/>
                  </a:lnTo>
                  <a:lnTo>
                    <a:pt x="7718" y="15180"/>
                  </a:lnTo>
                  <a:lnTo>
                    <a:pt x="8394" y="14955"/>
                  </a:lnTo>
                  <a:lnTo>
                    <a:pt x="9037" y="14698"/>
                  </a:lnTo>
                  <a:lnTo>
                    <a:pt x="9648" y="14408"/>
                  </a:lnTo>
                  <a:lnTo>
                    <a:pt x="10195" y="14054"/>
                  </a:lnTo>
                  <a:lnTo>
                    <a:pt x="10741" y="13668"/>
                  </a:lnTo>
                  <a:lnTo>
                    <a:pt x="11224" y="13250"/>
                  </a:lnTo>
                  <a:lnTo>
                    <a:pt x="11674" y="12800"/>
                  </a:lnTo>
                  <a:lnTo>
                    <a:pt x="12060" y="12318"/>
                  </a:lnTo>
                  <a:lnTo>
                    <a:pt x="12414" y="11771"/>
                  </a:lnTo>
                  <a:lnTo>
                    <a:pt x="12703" y="11224"/>
                  </a:lnTo>
                  <a:lnTo>
                    <a:pt x="12960" y="10645"/>
                  </a:lnTo>
                  <a:lnTo>
                    <a:pt x="13153" y="10002"/>
                  </a:lnTo>
                  <a:lnTo>
                    <a:pt x="13314" y="9359"/>
                  </a:lnTo>
                  <a:lnTo>
                    <a:pt x="16466" y="9456"/>
                  </a:lnTo>
                  <a:lnTo>
                    <a:pt x="16594" y="9456"/>
                  </a:lnTo>
                  <a:lnTo>
                    <a:pt x="16691" y="9423"/>
                  </a:lnTo>
                  <a:lnTo>
                    <a:pt x="16819" y="9391"/>
                  </a:lnTo>
                  <a:lnTo>
                    <a:pt x="16884" y="9295"/>
                  </a:lnTo>
                  <a:lnTo>
                    <a:pt x="16980" y="9230"/>
                  </a:lnTo>
                  <a:lnTo>
                    <a:pt x="17045" y="9134"/>
                  </a:lnTo>
                  <a:lnTo>
                    <a:pt x="17077" y="9005"/>
                  </a:lnTo>
                  <a:lnTo>
                    <a:pt x="17077" y="8877"/>
                  </a:lnTo>
                  <a:lnTo>
                    <a:pt x="17141" y="6979"/>
                  </a:lnTo>
                  <a:lnTo>
                    <a:pt x="17141" y="6851"/>
                  </a:lnTo>
                  <a:lnTo>
                    <a:pt x="17109" y="6722"/>
                  </a:lnTo>
                  <a:lnTo>
                    <a:pt x="17077" y="6626"/>
                  </a:lnTo>
                  <a:lnTo>
                    <a:pt x="16980" y="6529"/>
                  </a:lnTo>
                  <a:lnTo>
                    <a:pt x="16916" y="6465"/>
                  </a:lnTo>
                  <a:lnTo>
                    <a:pt x="16819" y="6400"/>
                  </a:lnTo>
                  <a:lnTo>
                    <a:pt x="16691" y="6368"/>
                  </a:lnTo>
                  <a:lnTo>
                    <a:pt x="16562" y="6336"/>
                  </a:lnTo>
                  <a:lnTo>
                    <a:pt x="13346" y="6240"/>
                  </a:lnTo>
                  <a:lnTo>
                    <a:pt x="13282" y="5854"/>
                  </a:lnTo>
                  <a:lnTo>
                    <a:pt x="13185" y="5468"/>
                  </a:lnTo>
                  <a:lnTo>
                    <a:pt x="13089" y="5114"/>
                  </a:lnTo>
                  <a:lnTo>
                    <a:pt x="12960" y="4760"/>
                  </a:lnTo>
                  <a:lnTo>
                    <a:pt x="12800" y="4439"/>
                  </a:lnTo>
                  <a:lnTo>
                    <a:pt x="12639" y="4117"/>
                  </a:lnTo>
                  <a:lnTo>
                    <a:pt x="12446" y="3796"/>
                  </a:lnTo>
                  <a:lnTo>
                    <a:pt x="12253" y="3506"/>
                  </a:lnTo>
                  <a:lnTo>
                    <a:pt x="16627" y="3635"/>
                  </a:lnTo>
                  <a:lnTo>
                    <a:pt x="16755" y="3635"/>
                  </a:lnTo>
                  <a:lnTo>
                    <a:pt x="16852" y="3603"/>
                  </a:lnTo>
                  <a:lnTo>
                    <a:pt x="16980" y="3570"/>
                  </a:lnTo>
                  <a:lnTo>
                    <a:pt x="17045" y="3474"/>
                  </a:lnTo>
                  <a:lnTo>
                    <a:pt x="17141" y="3410"/>
                  </a:lnTo>
                  <a:lnTo>
                    <a:pt x="17205" y="3313"/>
                  </a:lnTo>
                  <a:lnTo>
                    <a:pt x="17238" y="3185"/>
                  </a:lnTo>
                  <a:lnTo>
                    <a:pt x="17238" y="3056"/>
                  </a:lnTo>
                  <a:lnTo>
                    <a:pt x="17302" y="1158"/>
                  </a:lnTo>
                  <a:lnTo>
                    <a:pt x="17302" y="1030"/>
                  </a:lnTo>
                  <a:lnTo>
                    <a:pt x="17270" y="901"/>
                  </a:lnTo>
                  <a:lnTo>
                    <a:pt x="17238" y="805"/>
                  </a:lnTo>
                  <a:lnTo>
                    <a:pt x="17141" y="708"/>
                  </a:lnTo>
                  <a:lnTo>
                    <a:pt x="17077" y="644"/>
                  </a:lnTo>
                  <a:lnTo>
                    <a:pt x="16948" y="580"/>
                  </a:lnTo>
                  <a:lnTo>
                    <a:pt x="16852" y="547"/>
                  </a:lnTo>
                  <a:lnTo>
                    <a:pt x="16723" y="515"/>
                  </a:lnTo>
                  <a:lnTo>
                    <a:pt x="1094" y="1"/>
                  </a:lnTo>
                  <a:close/>
                </a:path>
              </a:pathLst>
            </a:custGeom>
            <a:solidFill>
              <a:srgbClr val="000000">
                <a:alpha val="26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3" name="TextBox 482">
            <a:extLst>
              <a:ext uri="{FF2B5EF4-FFF2-40B4-BE49-F238E27FC236}">
                <a16:creationId xmlns:a16="http://schemas.microsoft.com/office/drawing/2014/main" id="{967CD9B6-902B-320F-6185-829B9F510D51}"/>
              </a:ext>
            </a:extLst>
          </p:cNvPr>
          <p:cNvSpPr txBox="1"/>
          <p:nvPr/>
        </p:nvSpPr>
        <p:spPr>
          <a:xfrm>
            <a:off x="4372606" y="2238567"/>
            <a:ext cx="7029368" cy="707886"/>
          </a:xfrm>
          <a:prstGeom prst="rect">
            <a:avLst/>
          </a:prstGeom>
          <a:noFill/>
        </p:spPr>
        <p:txBody>
          <a:bodyPr wrap="square" rtlCol="0">
            <a:spAutoFit/>
          </a:bodyPr>
          <a:lstStyle/>
          <a:p>
            <a:pPr marL="0" indent="0">
              <a:buNone/>
            </a:pPr>
            <a:r>
              <a:rPr lang="en-US" sz="2000" b="1" dirty="0">
                <a:latin typeface="Times New Roman" panose="02020603050405020304" pitchFamily="18" charset="0"/>
                <a:cs typeface="Times New Roman" panose="02020603050405020304" pitchFamily="18" charset="0"/>
              </a:rPr>
              <a:t>Certainty of returns: </a:t>
            </a:r>
            <a:r>
              <a:rPr lang="en-US" sz="2000" dirty="0">
                <a:latin typeface="Times New Roman" panose="02020603050405020304" pitchFamily="18" charset="0"/>
                <a:cs typeface="Times New Roman" panose="02020603050405020304" pitchFamily="18" charset="0"/>
              </a:rPr>
              <a:t>as they offer guaranteed interest earnings regardless of market fluctuations. </a:t>
            </a:r>
          </a:p>
        </p:txBody>
      </p:sp>
      <p:sp>
        <p:nvSpPr>
          <p:cNvPr id="486" name="TextBox 485">
            <a:extLst>
              <a:ext uri="{FF2B5EF4-FFF2-40B4-BE49-F238E27FC236}">
                <a16:creationId xmlns:a16="http://schemas.microsoft.com/office/drawing/2014/main" id="{C92905EF-2F7E-F8BC-2512-39ED308F9215}"/>
              </a:ext>
            </a:extLst>
          </p:cNvPr>
          <p:cNvSpPr txBox="1"/>
          <p:nvPr/>
        </p:nvSpPr>
        <p:spPr>
          <a:xfrm>
            <a:off x="4372606" y="3315459"/>
            <a:ext cx="6658984" cy="101566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Tax benefits: </a:t>
            </a:r>
            <a:r>
              <a:rPr lang="en-US" sz="2000" dirty="0">
                <a:latin typeface="Times New Roman" panose="02020603050405020304" pitchFamily="18" charset="0"/>
                <a:cs typeface="Times New Roman" panose="02020603050405020304" pitchFamily="18" charset="0"/>
              </a:rPr>
              <a:t>Tax deduction under section 80C of up to 1.5 lakh when we make an investment on a tax saver FD scheme with a minimum lock in period of five years.</a:t>
            </a:r>
            <a:endParaRPr lang="en-IN" sz="2000" dirty="0"/>
          </a:p>
        </p:txBody>
      </p:sp>
      <p:sp>
        <p:nvSpPr>
          <p:cNvPr id="487" name="TextBox 486">
            <a:extLst>
              <a:ext uri="{FF2B5EF4-FFF2-40B4-BE49-F238E27FC236}">
                <a16:creationId xmlns:a16="http://schemas.microsoft.com/office/drawing/2014/main" id="{FDBCD456-3848-A263-04A8-5D3F758ECC8A}"/>
              </a:ext>
            </a:extLst>
          </p:cNvPr>
          <p:cNvSpPr txBox="1"/>
          <p:nvPr/>
        </p:nvSpPr>
        <p:spPr>
          <a:xfrm>
            <a:off x="4373330" y="4700129"/>
            <a:ext cx="6949440" cy="707886"/>
          </a:xfrm>
          <a:prstGeom prst="rect">
            <a:avLst/>
          </a:prstGeom>
          <a:noFill/>
        </p:spPr>
        <p:txBody>
          <a:bodyPr wrap="square" rtlCol="0">
            <a:spAutoFit/>
          </a:bodyPr>
          <a:lstStyle/>
          <a:p>
            <a:pPr marL="0" indent="0">
              <a:buNone/>
            </a:pPr>
            <a:r>
              <a:rPr lang="en-US" sz="2000" b="1" dirty="0">
                <a:latin typeface="Times New Roman" panose="02020603050405020304" pitchFamily="18" charset="0"/>
                <a:cs typeface="Times New Roman" panose="02020603050405020304" pitchFamily="18" charset="0"/>
              </a:rPr>
              <a:t>Capital stability: </a:t>
            </a:r>
            <a:r>
              <a:rPr lang="en-US" sz="2000" dirty="0">
                <a:latin typeface="Times New Roman" panose="02020603050405020304" pitchFamily="18" charset="0"/>
                <a:cs typeface="Times New Roman" panose="02020603050405020304" pitchFamily="18" charset="0"/>
              </a:rPr>
              <a:t>FDs provide banks with predictable inflows, allowing better planning for loans and advances.</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419822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1623;p39">
            <a:extLst>
              <a:ext uri="{FF2B5EF4-FFF2-40B4-BE49-F238E27FC236}">
                <a16:creationId xmlns:a16="http://schemas.microsoft.com/office/drawing/2014/main" id="{084C275E-549E-C191-BB07-30EE41EAE074}"/>
              </a:ext>
            </a:extLst>
          </p:cNvPr>
          <p:cNvSpPr/>
          <p:nvPr/>
        </p:nvSpPr>
        <p:spPr>
          <a:xfrm>
            <a:off x="5826098" y="3176889"/>
            <a:ext cx="658200" cy="658200"/>
          </a:xfrm>
          <a:prstGeom prst="ellipse">
            <a:avLst/>
          </a:prstGeom>
          <a:solidFill>
            <a:srgbClr val="3A68A2"/>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Fira Sans"/>
              <a:ea typeface="Fira Sans"/>
              <a:cs typeface="Fira Sans"/>
              <a:sym typeface="Fira Sans"/>
            </a:endParaRPr>
          </a:p>
        </p:txBody>
      </p:sp>
      <p:sp>
        <p:nvSpPr>
          <p:cNvPr id="10" name="Google Shape;1623;p39">
            <a:extLst>
              <a:ext uri="{FF2B5EF4-FFF2-40B4-BE49-F238E27FC236}">
                <a16:creationId xmlns:a16="http://schemas.microsoft.com/office/drawing/2014/main" id="{FEC4BECE-E459-3F85-281B-361AE0AB2536}"/>
              </a:ext>
            </a:extLst>
          </p:cNvPr>
          <p:cNvSpPr/>
          <p:nvPr/>
        </p:nvSpPr>
        <p:spPr>
          <a:xfrm>
            <a:off x="3986133" y="4086304"/>
            <a:ext cx="658200" cy="658200"/>
          </a:xfrm>
          <a:prstGeom prst="ellipse">
            <a:avLst/>
          </a:prstGeom>
          <a:solidFill>
            <a:srgbClr val="3A68A2"/>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Fira Sans"/>
              <a:ea typeface="Fira Sans"/>
              <a:cs typeface="Fira Sans"/>
              <a:sym typeface="Fira Sans"/>
            </a:endParaRPr>
          </a:p>
        </p:txBody>
      </p:sp>
      <p:sp>
        <p:nvSpPr>
          <p:cNvPr id="11" name="Google Shape;1623;p39">
            <a:extLst>
              <a:ext uri="{FF2B5EF4-FFF2-40B4-BE49-F238E27FC236}">
                <a16:creationId xmlns:a16="http://schemas.microsoft.com/office/drawing/2014/main" id="{F8C585D7-DB45-D9CB-839C-68A3EC2D6A19}"/>
              </a:ext>
            </a:extLst>
          </p:cNvPr>
          <p:cNvSpPr/>
          <p:nvPr/>
        </p:nvSpPr>
        <p:spPr>
          <a:xfrm>
            <a:off x="7495929" y="4086304"/>
            <a:ext cx="658200" cy="658200"/>
          </a:xfrm>
          <a:prstGeom prst="ellipse">
            <a:avLst/>
          </a:prstGeom>
          <a:solidFill>
            <a:srgbClr val="3A68A2"/>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Fira Sans"/>
              <a:ea typeface="Fira Sans"/>
              <a:cs typeface="Fira Sans"/>
              <a:sym typeface="Fira Sans"/>
            </a:endParaRPr>
          </a:p>
        </p:txBody>
      </p:sp>
      <p:grpSp>
        <p:nvGrpSpPr>
          <p:cNvPr id="12" name="Google Shape;1619;p39">
            <a:extLst>
              <a:ext uri="{FF2B5EF4-FFF2-40B4-BE49-F238E27FC236}">
                <a16:creationId xmlns:a16="http://schemas.microsoft.com/office/drawing/2014/main" id="{B822D2F9-CFC8-46E5-757A-274D1F20D214}"/>
              </a:ext>
            </a:extLst>
          </p:cNvPr>
          <p:cNvGrpSpPr/>
          <p:nvPr/>
        </p:nvGrpSpPr>
        <p:grpSpPr>
          <a:xfrm>
            <a:off x="3398156" y="2896816"/>
            <a:ext cx="5381458" cy="5114400"/>
            <a:chOff x="2014800" y="1986962"/>
            <a:chExt cx="5114400" cy="5114400"/>
          </a:xfrm>
        </p:grpSpPr>
        <p:sp>
          <p:nvSpPr>
            <p:cNvPr id="13" name="Google Shape;1620;p39">
              <a:extLst>
                <a:ext uri="{FF2B5EF4-FFF2-40B4-BE49-F238E27FC236}">
                  <a16:creationId xmlns:a16="http://schemas.microsoft.com/office/drawing/2014/main" id="{DE785DE9-6279-538D-1209-6A568D7EFF1F}"/>
                </a:ext>
              </a:extLst>
            </p:cNvPr>
            <p:cNvSpPr/>
            <p:nvPr/>
          </p:nvSpPr>
          <p:spPr>
            <a:xfrm rot="6742694">
              <a:off x="2613075" y="2585237"/>
              <a:ext cx="3917850" cy="3917850"/>
            </a:xfrm>
            <a:prstGeom prst="chord">
              <a:avLst>
                <a:gd name="adj1" fmla="val 3102835"/>
                <a:gd name="adj2" fmla="val 15772433"/>
              </a:avLst>
            </a:prstGeom>
            <a:noFill/>
            <a:ln w="19050" cap="flat" cmpd="sng">
              <a:solidFill>
                <a:srgbClr val="0B294E"/>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1621;p39">
              <a:extLst>
                <a:ext uri="{FF2B5EF4-FFF2-40B4-BE49-F238E27FC236}">
                  <a16:creationId xmlns:a16="http://schemas.microsoft.com/office/drawing/2014/main" id="{CD460D77-FA34-4BC7-4F42-D8412FDFB138}"/>
                </a:ext>
              </a:extLst>
            </p:cNvPr>
            <p:cNvSpPr/>
            <p:nvPr/>
          </p:nvSpPr>
          <p:spPr>
            <a:xfrm>
              <a:off x="2582725" y="4731900"/>
              <a:ext cx="4010700" cy="425100"/>
            </a:xfrm>
            <a:prstGeom prst="rect">
              <a:avLst/>
            </a:pr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5" name="Google Shape;1648;p39">
            <a:extLst>
              <a:ext uri="{FF2B5EF4-FFF2-40B4-BE49-F238E27FC236}">
                <a16:creationId xmlns:a16="http://schemas.microsoft.com/office/drawing/2014/main" id="{B141255E-E06A-BFB6-2410-E929F71E04AB}"/>
              </a:ext>
            </a:extLst>
          </p:cNvPr>
          <p:cNvGrpSpPr/>
          <p:nvPr/>
        </p:nvGrpSpPr>
        <p:grpSpPr>
          <a:xfrm>
            <a:off x="4785213" y="4274979"/>
            <a:ext cx="2338769" cy="1791875"/>
            <a:chOff x="3895643" y="3183017"/>
            <a:chExt cx="1886120" cy="1548884"/>
          </a:xfrm>
        </p:grpSpPr>
        <p:grpSp>
          <p:nvGrpSpPr>
            <p:cNvPr id="16" name="Google Shape;1649;p39">
              <a:extLst>
                <a:ext uri="{FF2B5EF4-FFF2-40B4-BE49-F238E27FC236}">
                  <a16:creationId xmlns:a16="http://schemas.microsoft.com/office/drawing/2014/main" id="{198BD3BB-49DE-3EB2-B16D-ED1DED127058}"/>
                </a:ext>
              </a:extLst>
            </p:cNvPr>
            <p:cNvGrpSpPr/>
            <p:nvPr/>
          </p:nvGrpSpPr>
          <p:grpSpPr>
            <a:xfrm>
              <a:off x="4836459" y="3183017"/>
              <a:ext cx="945303" cy="1543336"/>
              <a:chOff x="4641150" y="1095525"/>
              <a:chExt cx="1249575" cy="2040100"/>
            </a:xfrm>
          </p:grpSpPr>
          <p:sp>
            <p:nvSpPr>
              <p:cNvPr id="26" name="Google Shape;1650;p39">
                <a:extLst>
                  <a:ext uri="{FF2B5EF4-FFF2-40B4-BE49-F238E27FC236}">
                    <a16:creationId xmlns:a16="http://schemas.microsoft.com/office/drawing/2014/main" id="{52C0E6A1-2673-9A69-EF4E-1F871B1C0954}"/>
                  </a:ext>
                </a:extLst>
              </p:cNvPr>
              <p:cNvSpPr/>
              <p:nvPr/>
            </p:nvSpPr>
            <p:spPr>
              <a:xfrm>
                <a:off x="5162750" y="2583400"/>
                <a:ext cx="138975" cy="155775"/>
              </a:xfrm>
              <a:custGeom>
                <a:avLst/>
                <a:gdLst/>
                <a:ahLst/>
                <a:cxnLst/>
                <a:rect l="l" t="t" r="r" b="b"/>
                <a:pathLst>
                  <a:path w="5559" h="6231" extrusionOk="0">
                    <a:moveTo>
                      <a:pt x="2783" y="660"/>
                    </a:moveTo>
                    <a:cubicBezTo>
                      <a:pt x="3373" y="660"/>
                      <a:pt x="3840" y="880"/>
                      <a:pt x="4185" y="1320"/>
                    </a:cubicBezTo>
                    <a:cubicBezTo>
                      <a:pt x="4529" y="1759"/>
                      <a:pt x="4702" y="2359"/>
                      <a:pt x="4702" y="3118"/>
                    </a:cubicBezTo>
                    <a:cubicBezTo>
                      <a:pt x="4702" y="3874"/>
                      <a:pt x="4529" y="4472"/>
                      <a:pt x="4185" y="4911"/>
                    </a:cubicBezTo>
                    <a:cubicBezTo>
                      <a:pt x="3840" y="5351"/>
                      <a:pt x="3373" y="5571"/>
                      <a:pt x="2783" y="5571"/>
                    </a:cubicBezTo>
                    <a:cubicBezTo>
                      <a:pt x="2193" y="5571"/>
                      <a:pt x="1725" y="5351"/>
                      <a:pt x="1378" y="4911"/>
                    </a:cubicBezTo>
                    <a:cubicBezTo>
                      <a:pt x="1030" y="4472"/>
                      <a:pt x="857" y="3874"/>
                      <a:pt x="857" y="3118"/>
                    </a:cubicBezTo>
                    <a:cubicBezTo>
                      <a:pt x="857" y="2359"/>
                      <a:pt x="1030" y="1759"/>
                      <a:pt x="1378" y="1320"/>
                    </a:cubicBezTo>
                    <a:cubicBezTo>
                      <a:pt x="1725" y="880"/>
                      <a:pt x="2193" y="660"/>
                      <a:pt x="2783" y="660"/>
                    </a:cubicBezTo>
                    <a:close/>
                    <a:moveTo>
                      <a:pt x="2783" y="0"/>
                    </a:moveTo>
                    <a:cubicBezTo>
                      <a:pt x="1939" y="0"/>
                      <a:pt x="1264" y="283"/>
                      <a:pt x="758" y="847"/>
                    </a:cubicBezTo>
                    <a:cubicBezTo>
                      <a:pt x="253" y="1412"/>
                      <a:pt x="0" y="2168"/>
                      <a:pt x="0" y="3118"/>
                    </a:cubicBezTo>
                    <a:cubicBezTo>
                      <a:pt x="0" y="4067"/>
                      <a:pt x="253" y="4823"/>
                      <a:pt x="758" y="5386"/>
                    </a:cubicBezTo>
                    <a:cubicBezTo>
                      <a:pt x="1264" y="5949"/>
                      <a:pt x="1939" y="6231"/>
                      <a:pt x="2783" y="6231"/>
                    </a:cubicBezTo>
                    <a:cubicBezTo>
                      <a:pt x="3625" y="6231"/>
                      <a:pt x="4298" y="5948"/>
                      <a:pt x="4802" y="5384"/>
                    </a:cubicBezTo>
                    <a:cubicBezTo>
                      <a:pt x="5306" y="4820"/>
                      <a:pt x="5558" y="4064"/>
                      <a:pt x="5558" y="3118"/>
                    </a:cubicBezTo>
                    <a:cubicBezTo>
                      <a:pt x="5558" y="2168"/>
                      <a:pt x="5306" y="1412"/>
                      <a:pt x="4802" y="847"/>
                    </a:cubicBezTo>
                    <a:cubicBezTo>
                      <a:pt x="4298" y="283"/>
                      <a:pt x="3625" y="0"/>
                      <a:pt x="2783" y="0"/>
                    </a:cubicBezTo>
                    <a:close/>
                  </a:path>
                </a:pathLst>
              </a:custGeom>
              <a:solidFill>
                <a:srgbClr val="F5F5F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1651;p39">
                <a:extLst>
                  <a:ext uri="{FF2B5EF4-FFF2-40B4-BE49-F238E27FC236}">
                    <a16:creationId xmlns:a16="http://schemas.microsoft.com/office/drawing/2014/main" id="{092E6DAF-81BB-2903-D7FB-431792F18702}"/>
                  </a:ext>
                </a:extLst>
              </p:cNvPr>
              <p:cNvSpPr/>
              <p:nvPr/>
            </p:nvSpPr>
            <p:spPr>
              <a:xfrm>
                <a:off x="5283500" y="2586125"/>
                <a:ext cx="119175" cy="150150"/>
              </a:xfrm>
              <a:custGeom>
                <a:avLst/>
                <a:gdLst/>
                <a:ahLst/>
                <a:cxnLst/>
                <a:rect l="l" t="t" r="r" b="b"/>
                <a:pathLst>
                  <a:path w="4767" h="6006" extrusionOk="0">
                    <a:moveTo>
                      <a:pt x="0" y="0"/>
                    </a:moveTo>
                    <a:lnTo>
                      <a:pt x="0" y="6005"/>
                    </a:lnTo>
                    <a:lnTo>
                      <a:pt x="813" y="6005"/>
                    </a:lnTo>
                    <a:lnTo>
                      <a:pt x="813" y="3113"/>
                    </a:lnTo>
                    <a:lnTo>
                      <a:pt x="3696" y="6005"/>
                    </a:lnTo>
                    <a:lnTo>
                      <a:pt x="4766" y="6005"/>
                    </a:lnTo>
                    <a:lnTo>
                      <a:pt x="1573" y="2799"/>
                    </a:lnTo>
                    <a:lnTo>
                      <a:pt x="4553" y="0"/>
                    </a:lnTo>
                    <a:lnTo>
                      <a:pt x="3507" y="0"/>
                    </a:lnTo>
                    <a:lnTo>
                      <a:pt x="813" y="2538"/>
                    </a:lnTo>
                    <a:lnTo>
                      <a:pt x="813" y="0"/>
                    </a:lnTo>
                    <a:close/>
                  </a:path>
                </a:pathLst>
              </a:custGeom>
              <a:solidFill>
                <a:srgbClr val="F5F5F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1652;p39">
                <a:extLst>
                  <a:ext uri="{FF2B5EF4-FFF2-40B4-BE49-F238E27FC236}">
                    <a16:creationId xmlns:a16="http://schemas.microsoft.com/office/drawing/2014/main" id="{116ABF70-1718-70FE-336B-48406BAE61ED}"/>
                  </a:ext>
                </a:extLst>
              </p:cNvPr>
              <p:cNvSpPr/>
              <p:nvPr/>
            </p:nvSpPr>
            <p:spPr>
              <a:xfrm>
                <a:off x="4787100" y="2039100"/>
                <a:ext cx="17725" cy="66200"/>
              </a:xfrm>
              <a:custGeom>
                <a:avLst/>
                <a:gdLst/>
                <a:ahLst/>
                <a:cxnLst/>
                <a:rect l="l" t="t" r="r" b="b"/>
                <a:pathLst>
                  <a:path w="709" h="2648" extrusionOk="0">
                    <a:moveTo>
                      <a:pt x="428" y="1"/>
                    </a:moveTo>
                    <a:lnTo>
                      <a:pt x="428" y="1933"/>
                    </a:lnTo>
                    <a:cubicBezTo>
                      <a:pt x="428" y="2112"/>
                      <a:pt x="402" y="2237"/>
                      <a:pt x="351" y="2307"/>
                    </a:cubicBezTo>
                    <a:cubicBezTo>
                      <a:pt x="300" y="2376"/>
                      <a:pt x="213" y="2411"/>
                      <a:pt x="88" y="2411"/>
                    </a:cubicBezTo>
                    <a:lnTo>
                      <a:pt x="1" y="2411"/>
                    </a:lnTo>
                    <a:lnTo>
                      <a:pt x="1" y="2647"/>
                    </a:lnTo>
                    <a:lnTo>
                      <a:pt x="108" y="2647"/>
                    </a:lnTo>
                    <a:cubicBezTo>
                      <a:pt x="318" y="2647"/>
                      <a:pt x="471" y="2591"/>
                      <a:pt x="566" y="2478"/>
                    </a:cubicBezTo>
                    <a:cubicBezTo>
                      <a:pt x="661" y="2365"/>
                      <a:pt x="709" y="2183"/>
                      <a:pt x="709" y="1933"/>
                    </a:cubicBezTo>
                    <a:lnTo>
                      <a:pt x="709"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1653;p39">
                <a:extLst>
                  <a:ext uri="{FF2B5EF4-FFF2-40B4-BE49-F238E27FC236}">
                    <a16:creationId xmlns:a16="http://schemas.microsoft.com/office/drawing/2014/main" id="{050BD6ED-0BF3-9F3A-F65C-CEB4967DDFC8}"/>
                  </a:ext>
                </a:extLst>
              </p:cNvPr>
              <p:cNvSpPr/>
              <p:nvPr/>
            </p:nvSpPr>
            <p:spPr>
              <a:xfrm>
                <a:off x="4823600" y="2051125"/>
                <a:ext cx="35750" cy="40925"/>
              </a:xfrm>
              <a:custGeom>
                <a:avLst/>
                <a:gdLst/>
                <a:ahLst/>
                <a:cxnLst/>
                <a:rect l="l" t="t" r="r" b="b"/>
                <a:pathLst>
                  <a:path w="1430" h="1637" extrusionOk="0">
                    <a:moveTo>
                      <a:pt x="715" y="218"/>
                    </a:moveTo>
                    <a:cubicBezTo>
                      <a:pt x="851" y="218"/>
                      <a:pt x="959" y="272"/>
                      <a:pt x="1039" y="380"/>
                    </a:cubicBezTo>
                    <a:cubicBezTo>
                      <a:pt x="1119" y="488"/>
                      <a:pt x="1159" y="634"/>
                      <a:pt x="1159" y="819"/>
                    </a:cubicBezTo>
                    <a:cubicBezTo>
                      <a:pt x="1159" y="1004"/>
                      <a:pt x="1119" y="1151"/>
                      <a:pt x="1039" y="1258"/>
                    </a:cubicBezTo>
                    <a:cubicBezTo>
                      <a:pt x="959" y="1366"/>
                      <a:pt x="851" y="1420"/>
                      <a:pt x="715" y="1420"/>
                    </a:cubicBezTo>
                    <a:cubicBezTo>
                      <a:pt x="577" y="1420"/>
                      <a:pt x="468" y="1366"/>
                      <a:pt x="389" y="1259"/>
                    </a:cubicBezTo>
                    <a:cubicBezTo>
                      <a:pt x="310" y="1152"/>
                      <a:pt x="270" y="1005"/>
                      <a:pt x="270" y="819"/>
                    </a:cubicBezTo>
                    <a:cubicBezTo>
                      <a:pt x="270" y="632"/>
                      <a:pt x="310" y="486"/>
                      <a:pt x="390" y="379"/>
                    </a:cubicBezTo>
                    <a:cubicBezTo>
                      <a:pt x="469" y="271"/>
                      <a:pt x="578" y="218"/>
                      <a:pt x="715" y="218"/>
                    </a:cubicBezTo>
                    <a:close/>
                    <a:moveTo>
                      <a:pt x="715" y="1"/>
                    </a:moveTo>
                    <a:cubicBezTo>
                      <a:pt x="492" y="1"/>
                      <a:pt x="317" y="73"/>
                      <a:pt x="190" y="218"/>
                    </a:cubicBezTo>
                    <a:cubicBezTo>
                      <a:pt x="63" y="363"/>
                      <a:pt x="0" y="563"/>
                      <a:pt x="0" y="819"/>
                    </a:cubicBezTo>
                    <a:cubicBezTo>
                      <a:pt x="0" y="1074"/>
                      <a:pt x="63" y="1274"/>
                      <a:pt x="190" y="1419"/>
                    </a:cubicBezTo>
                    <a:cubicBezTo>
                      <a:pt x="317" y="1564"/>
                      <a:pt x="492" y="1637"/>
                      <a:pt x="715" y="1637"/>
                    </a:cubicBezTo>
                    <a:cubicBezTo>
                      <a:pt x="938" y="1637"/>
                      <a:pt x="1112" y="1564"/>
                      <a:pt x="1239" y="1419"/>
                    </a:cubicBezTo>
                    <a:cubicBezTo>
                      <a:pt x="1366" y="1274"/>
                      <a:pt x="1430" y="1074"/>
                      <a:pt x="1430" y="819"/>
                    </a:cubicBezTo>
                    <a:cubicBezTo>
                      <a:pt x="1430" y="563"/>
                      <a:pt x="1366" y="363"/>
                      <a:pt x="1239" y="218"/>
                    </a:cubicBezTo>
                    <a:cubicBezTo>
                      <a:pt x="1112" y="73"/>
                      <a:pt x="938" y="1"/>
                      <a:pt x="71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1654;p39">
                <a:extLst>
                  <a:ext uri="{FF2B5EF4-FFF2-40B4-BE49-F238E27FC236}">
                    <a16:creationId xmlns:a16="http://schemas.microsoft.com/office/drawing/2014/main" id="{A3111567-B44F-1BA0-E0B2-CBDEC3C14A5C}"/>
                  </a:ext>
                </a:extLst>
              </p:cNvPr>
              <p:cNvSpPr/>
              <p:nvPr/>
            </p:nvSpPr>
            <p:spPr>
              <a:xfrm>
                <a:off x="4864625" y="2036925"/>
                <a:ext cx="32625" cy="54125"/>
              </a:xfrm>
              <a:custGeom>
                <a:avLst/>
                <a:gdLst/>
                <a:ahLst/>
                <a:cxnLst/>
                <a:rect l="l" t="t" r="r" b="b"/>
                <a:pathLst>
                  <a:path w="1305" h="2165" extrusionOk="0">
                    <a:moveTo>
                      <a:pt x="0" y="0"/>
                    </a:moveTo>
                    <a:lnTo>
                      <a:pt x="0" y="2164"/>
                    </a:lnTo>
                    <a:lnTo>
                      <a:pt x="258" y="2164"/>
                    </a:lnTo>
                    <a:lnTo>
                      <a:pt x="258" y="1284"/>
                    </a:lnTo>
                    <a:cubicBezTo>
                      <a:pt x="258" y="1132"/>
                      <a:pt x="298" y="1012"/>
                      <a:pt x="377" y="924"/>
                    </a:cubicBezTo>
                    <a:cubicBezTo>
                      <a:pt x="457" y="836"/>
                      <a:pt x="566" y="791"/>
                      <a:pt x="704" y="791"/>
                    </a:cubicBezTo>
                    <a:cubicBezTo>
                      <a:pt x="819" y="791"/>
                      <a:pt x="905" y="828"/>
                      <a:pt x="963" y="901"/>
                    </a:cubicBezTo>
                    <a:cubicBezTo>
                      <a:pt x="1020" y="975"/>
                      <a:pt x="1049" y="1085"/>
                      <a:pt x="1049" y="1232"/>
                    </a:cubicBezTo>
                    <a:lnTo>
                      <a:pt x="1049" y="2164"/>
                    </a:lnTo>
                    <a:lnTo>
                      <a:pt x="1305" y="2164"/>
                    </a:lnTo>
                    <a:lnTo>
                      <a:pt x="1305" y="1224"/>
                    </a:lnTo>
                    <a:cubicBezTo>
                      <a:pt x="1305" y="1009"/>
                      <a:pt x="1259" y="846"/>
                      <a:pt x="1167" y="735"/>
                    </a:cubicBezTo>
                    <a:cubicBezTo>
                      <a:pt x="1075" y="624"/>
                      <a:pt x="940" y="569"/>
                      <a:pt x="761" y="569"/>
                    </a:cubicBezTo>
                    <a:cubicBezTo>
                      <a:pt x="653" y="569"/>
                      <a:pt x="557" y="592"/>
                      <a:pt x="474" y="638"/>
                    </a:cubicBezTo>
                    <a:cubicBezTo>
                      <a:pt x="391" y="685"/>
                      <a:pt x="319" y="755"/>
                      <a:pt x="258" y="848"/>
                    </a:cubicBezTo>
                    <a:lnTo>
                      <a:pt x="258"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1655;p39">
                <a:extLst>
                  <a:ext uri="{FF2B5EF4-FFF2-40B4-BE49-F238E27FC236}">
                    <a16:creationId xmlns:a16="http://schemas.microsoft.com/office/drawing/2014/main" id="{7868C66B-CF6C-208C-32C4-09DCDE909F57}"/>
                  </a:ext>
                </a:extLst>
              </p:cNvPr>
              <p:cNvSpPr/>
              <p:nvPr/>
            </p:nvSpPr>
            <p:spPr>
              <a:xfrm>
                <a:off x="4903600" y="2051125"/>
                <a:ext cx="32625" cy="39925"/>
              </a:xfrm>
              <a:custGeom>
                <a:avLst/>
                <a:gdLst/>
                <a:ahLst/>
                <a:cxnLst/>
                <a:rect l="l" t="t" r="r" b="b"/>
                <a:pathLst>
                  <a:path w="1305" h="1597" extrusionOk="0">
                    <a:moveTo>
                      <a:pt x="761" y="1"/>
                    </a:moveTo>
                    <a:cubicBezTo>
                      <a:pt x="653" y="1"/>
                      <a:pt x="557" y="24"/>
                      <a:pt x="474" y="70"/>
                    </a:cubicBezTo>
                    <a:cubicBezTo>
                      <a:pt x="391" y="117"/>
                      <a:pt x="319" y="187"/>
                      <a:pt x="258" y="280"/>
                    </a:cubicBezTo>
                    <a:lnTo>
                      <a:pt x="258" y="38"/>
                    </a:lnTo>
                    <a:lnTo>
                      <a:pt x="0" y="38"/>
                    </a:lnTo>
                    <a:lnTo>
                      <a:pt x="0" y="1596"/>
                    </a:lnTo>
                    <a:lnTo>
                      <a:pt x="258" y="1596"/>
                    </a:lnTo>
                    <a:lnTo>
                      <a:pt x="258" y="716"/>
                    </a:lnTo>
                    <a:cubicBezTo>
                      <a:pt x="258" y="564"/>
                      <a:pt x="297" y="444"/>
                      <a:pt x="377" y="356"/>
                    </a:cubicBezTo>
                    <a:cubicBezTo>
                      <a:pt x="457" y="268"/>
                      <a:pt x="566" y="223"/>
                      <a:pt x="704" y="223"/>
                    </a:cubicBezTo>
                    <a:cubicBezTo>
                      <a:pt x="819" y="223"/>
                      <a:pt x="905" y="260"/>
                      <a:pt x="963" y="333"/>
                    </a:cubicBezTo>
                    <a:cubicBezTo>
                      <a:pt x="1020" y="407"/>
                      <a:pt x="1049" y="517"/>
                      <a:pt x="1049" y="664"/>
                    </a:cubicBezTo>
                    <a:lnTo>
                      <a:pt x="1049" y="1596"/>
                    </a:lnTo>
                    <a:lnTo>
                      <a:pt x="1305" y="1596"/>
                    </a:lnTo>
                    <a:lnTo>
                      <a:pt x="1305" y="656"/>
                    </a:lnTo>
                    <a:cubicBezTo>
                      <a:pt x="1305" y="441"/>
                      <a:pt x="1259" y="278"/>
                      <a:pt x="1167" y="167"/>
                    </a:cubicBezTo>
                    <a:cubicBezTo>
                      <a:pt x="1075" y="56"/>
                      <a:pt x="940" y="1"/>
                      <a:pt x="76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1656;p39">
                <a:extLst>
                  <a:ext uri="{FF2B5EF4-FFF2-40B4-BE49-F238E27FC236}">
                    <a16:creationId xmlns:a16="http://schemas.microsoft.com/office/drawing/2014/main" id="{A7A0BFED-6DC1-9852-33AD-014CC7B96AF8}"/>
                  </a:ext>
                </a:extLst>
              </p:cNvPr>
              <p:cNvSpPr/>
              <p:nvPr/>
            </p:nvSpPr>
            <p:spPr>
              <a:xfrm>
                <a:off x="4941400" y="2051125"/>
                <a:ext cx="29800" cy="40925"/>
              </a:xfrm>
              <a:custGeom>
                <a:avLst/>
                <a:gdLst/>
                <a:ahLst/>
                <a:cxnLst/>
                <a:rect l="l" t="t" r="r" b="b"/>
                <a:pathLst>
                  <a:path w="1192" h="1637" extrusionOk="0">
                    <a:moveTo>
                      <a:pt x="610" y="1"/>
                    </a:moveTo>
                    <a:cubicBezTo>
                      <a:pt x="419" y="1"/>
                      <a:pt x="271" y="41"/>
                      <a:pt x="168" y="121"/>
                    </a:cubicBezTo>
                    <a:cubicBezTo>
                      <a:pt x="64" y="200"/>
                      <a:pt x="12" y="313"/>
                      <a:pt x="12" y="460"/>
                    </a:cubicBezTo>
                    <a:cubicBezTo>
                      <a:pt x="12" y="580"/>
                      <a:pt x="47" y="675"/>
                      <a:pt x="117" y="744"/>
                    </a:cubicBezTo>
                    <a:cubicBezTo>
                      <a:pt x="188" y="813"/>
                      <a:pt x="302" y="865"/>
                      <a:pt x="461" y="898"/>
                    </a:cubicBezTo>
                    <a:lnTo>
                      <a:pt x="550" y="919"/>
                    </a:lnTo>
                    <a:cubicBezTo>
                      <a:pt x="709" y="953"/>
                      <a:pt x="811" y="989"/>
                      <a:pt x="858" y="1026"/>
                    </a:cubicBezTo>
                    <a:cubicBezTo>
                      <a:pt x="905" y="1063"/>
                      <a:pt x="928" y="1116"/>
                      <a:pt x="928" y="1186"/>
                    </a:cubicBezTo>
                    <a:cubicBezTo>
                      <a:pt x="928" y="1261"/>
                      <a:pt x="896" y="1319"/>
                      <a:pt x="831" y="1360"/>
                    </a:cubicBezTo>
                    <a:cubicBezTo>
                      <a:pt x="766" y="1402"/>
                      <a:pt x="673" y="1422"/>
                      <a:pt x="553" y="1422"/>
                    </a:cubicBezTo>
                    <a:cubicBezTo>
                      <a:pt x="463" y="1422"/>
                      <a:pt x="372" y="1410"/>
                      <a:pt x="280" y="1385"/>
                    </a:cubicBezTo>
                    <a:cubicBezTo>
                      <a:pt x="188" y="1361"/>
                      <a:pt x="95" y="1324"/>
                      <a:pt x="1" y="1275"/>
                    </a:cubicBezTo>
                    <a:lnTo>
                      <a:pt x="1" y="1539"/>
                    </a:lnTo>
                    <a:cubicBezTo>
                      <a:pt x="101" y="1572"/>
                      <a:pt x="196" y="1596"/>
                      <a:pt x="286" y="1612"/>
                    </a:cubicBezTo>
                    <a:cubicBezTo>
                      <a:pt x="377" y="1628"/>
                      <a:pt x="464" y="1637"/>
                      <a:pt x="547" y="1637"/>
                    </a:cubicBezTo>
                    <a:cubicBezTo>
                      <a:pt x="748" y="1637"/>
                      <a:pt x="905" y="1594"/>
                      <a:pt x="1019" y="1510"/>
                    </a:cubicBezTo>
                    <a:cubicBezTo>
                      <a:pt x="1134" y="1426"/>
                      <a:pt x="1191" y="1311"/>
                      <a:pt x="1191" y="1166"/>
                    </a:cubicBezTo>
                    <a:cubicBezTo>
                      <a:pt x="1191" y="1039"/>
                      <a:pt x="1153" y="940"/>
                      <a:pt x="1076" y="870"/>
                    </a:cubicBezTo>
                    <a:cubicBezTo>
                      <a:pt x="1000" y="799"/>
                      <a:pt x="871" y="744"/>
                      <a:pt x="689" y="705"/>
                    </a:cubicBezTo>
                    <a:lnTo>
                      <a:pt x="601" y="685"/>
                    </a:lnTo>
                    <a:cubicBezTo>
                      <a:pt x="464" y="655"/>
                      <a:pt x="373" y="622"/>
                      <a:pt x="328" y="589"/>
                    </a:cubicBezTo>
                    <a:cubicBezTo>
                      <a:pt x="282" y="555"/>
                      <a:pt x="259" y="508"/>
                      <a:pt x="259" y="449"/>
                    </a:cubicBezTo>
                    <a:cubicBezTo>
                      <a:pt x="259" y="371"/>
                      <a:pt x="291" y="312"/>
                      <a:pt x="355" y="274"/>
                    </a:cubicBezTo>
                    <a:cubicBezTo>
                      <a:pt x="418" y="235"/>
                      <a:pt x="513" y="215"/>
                      <a:pt x="640" y="215"/>
                    </a:cubicBezTo>
                    <a:cubicBezTo>
                      <a:pt x="724" y="215"/>
                      <a:pt x="805" y="224"/>
                      <a:pt x="882" y="243"/>
                    </a:cubicBezTo>
                    <a:cubicBezTo>
                      <a:pt x="960" y="261"/>
                      <a:pt x="1035" y="289"/>
                      <a:pt x="1108" y="326"/>
                    </a:cubicBezTo>
                    <a:lnTo>
                      <a:pt x="1108" y="84"/>
                    </a:lnTo>
                    <a:cubicBezTo>
                      <a:pt x="1037" y="57"/>
                      <a:pt x="960" y="36"/>
                      <a:pt x="877" y="22"/>
                    </a:cubicBezTo>
                    <a:cubicBezTo>
                      <a:pt x="793" y="8"/>
                      <a:pt x="704" y="1"/>
                      <a:pt x="610"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1657;p39">
                <a:extLst>
                  <a:ext uri="{FF2B5EF4-FFF2-40B4-BE49-F238E27FC236}">
                    <a16:creationId xmlns:a16="http://schemas.microsoft.com/office/drawing/2014/main" id="{072D7008-BAC2-6EE0-50A3-D6C75F1D568B}"/>
                  </a:ext>
                </a:extLst>
              </p:cNvPr>
              <p:cNvSpPr/>
              <p:nvPr/>
            </p:nvSpPr>
            <p:spPr>
              <a:xfrm>
                <a:off x="4980925" y="2051125"/>
                <a:ext cx="35775" cy="40925"/>
              </a:xfrm>
              <a:custGeom>
                <a:avLst/>
                <a:gdLst/>
                <a:ahLst/>
                <a:cxnLst/>
                <a:rect l="l" t="t" r="r" b="b"/>
                <a:pathLst>
                  <a:path w="1431" h="1637" extrusionOk="0">
                    <a:moveTo>
                      <a:pt x="715" y="218"/>
                    </a:moveTo>
                    <a:cubicBezTo>
                      <a:pt x="852" y="218"/>
                      <a:pt x="960" y="272"/>
                      <a:pt x="1040" y="380"/>
                    </a:cubicBezTo>
                    <a:cubicBezTo>
                      <a:pt x="1119" y="488"/>
                      <a:pt x="1159" y="634"/>
                      <a:pt x="1159" y="819"/>
                    </a:cubicBezTo>
                    <a:cubicBezTo>
                      <a:pt x="1159" y="1004"/>
                      <a:pt x="1119" y="1151"/>
                      <a:pt x="1040" y="1258"/>
                    </a:cubicBezTo>
                    <a:cubicBezTo>
                      <a:pt x="960" y="1366"/>
                      <a:pt x="852" y="1420"/>
                      <a:pt x="715" y="1420"/>
                    </a:cubicBezTo>
                    <a:cubicBezTo>
                      <a:pt x="577" y="1420"/>
                      <a:pt x="469" y="1366"/>
                      <a:pt x="389" y="1259"/>
                    </a:cubicBezTo>
                    <a:cubicBezTo>
                      <a:pt x="310" y="1152"/>
                      <a:pt x="270" y="1005"/>
                      <a:pt x="270" y="819"/>
                    </a:cubicBezTo>
                    <a:cubicBezTo>
                      <a:pt x="270" y="632"/>
                      <a:pt x="310" y="486"/>
                      <a:pt x="390" y="379"/>
                    </a:cubicBezTo>
                    <a:cubicBezTo>
                      <a:pt x="470" y="271"/>
                      <a:pt x="578" y="218"/>
                      <a:pt x="715" y="218"/>
                    </a:cubicBezTo>
                    <a:close/>
                    <a:moveTo>
                      <a:pt x="715" y="1"/>
                    </a:moveTo>
                    <a:cubicBezTo>
                      <a:pt x="492" y="1"/>
                      <a:pt x="317" y="73"/>
                      <a:pt x="190" y="218"/>
                    </a:cubicBezTo>
                    <a:cubicBezTo>
                      <a:pt x="64" y="363"/>
                      <a:pt x="1" y="563"/>
                      <a:pt x="1" y="819"/>
                    </a:cubicBezTo>
                    <a:cubicBezTo>
                      <a:pt x="1" y="1074"/>
                      <a:pt x="64" y="1274"/>
                      <a:pt x="190" y="1419"/>
                    </a:cubicBezTo>
                    <a:cubicBezTo>
                      <a:pt x="317" y="1564"/>
                      <a:pt x="492" y="1637"/>
                      <a:pt x="715" y="1637"/>
                    </a:cubicBezTo>
                    <a:cubicBezTo>
                      <a:pt x="938" y="1637"/>
                      <a:pt x="1113" y="1564"/>
                      <a:pt x="1240" y="1419"/>
                    </a:cubicBezTo>
                    <a:cubicBezTo>
                      <a:pt x="1367" y="1274"/>
                      <a:pt x="1430" y="1074"/>
                      <a:pt x="1430" y="819"/>
                    </a:cubicBezTo>
                    <a:cubicBezTo>
                      <a:pt x="1430" y="563"/>
                      <a:pt x="1367" y="363"/>
                      <a:pt x="1240" y="218"/>
                    </a:cubicBezTo>
                    <a:cubicBezTo>
                      <a:pt x="1113" y="73"/>
                      <a:pt x="938" y="1"/>
                      <a:pt x="71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1658;p39">
                <a:extLst>
                  <a:ext uri="{FF2B5EF4-FFF2-40B4-BE49-F238E27FC236}">
                    <a16:creationId xmlns:a16="http://schemas.microsoft.com/office/drawing/2014/main" id="{3F333CC9-5B71-8097-CFEC-16B3E02B2F67}"/>
                  </a:ext>
                </a:extLst>
              </p:cNvPr>
              <p:cNvSpPr/>
              <p:nvPr/>
            </p:nvSpPr>
            <p:spPr>
              <a:xfrm>
                <a:off x="5021950" y="2051125"/>
                <a:ext cx="32650" cy="39925"/>
              </a:xfrm>
              <a:custGeom>
                <a:avLst/>
                <a:gdLst/>
                <a:ahLst/>
                <a:cxnLst/>
                <a:rect l="l" t="t" r="r" b="b"/>
                <a:pathLst>
                  <a:path w="1306" h="1597" extrusionOk="0">
                    <a:moveTo>
                      <a:pt x="762" y="1"/>
                    </a:moveTo>
                    <a:cubicBezTo>
                      <a:pt x="653" y="1"/>
                      <a:pt x="557" y="24"/>
                      <a:pt x="474" y="70"/>
                    </a:cubicBezTo>
                    <a:cubicBezTo>
                      <a:pt x="391" y="117"/>
                      <a:pt x="319" y="187"/>
                      <a:pt x="258" y="280"/>
                    </a:cubicBezTo>
                    <a:lnTo>
                      <a:pt x="258" y="38"/>
                    </a:lnTo>
                    <a:lnTo>
                      <a:pt x="1" y="38"/>
                    </a:lnTo>
                    <a:lnTo>
                      <a:pt x="1" y="1596"/>
                    </a:lnTo>
                    <a:lnTo>
                      <a:pt x="258" y="1596"/>
                    </a:lnTo>
                    <a:lnTo>
                      <a:pt x="258" y="716"/>
                    </a:lnTo>
                    <a:cubicBezTo>
                      <a:pt x="258" y="564"/>
                      <a:pt x="298" y="444"/>
                      <a:pt x="378" y="356"/>
                    </a:cubicBezTo>
                    <a:cubicBezTo>
                      <a:pt x="457" y="268"/>
                      <a:pt x="566" y="223"/>
                      <a:pt x="705" y="223"/>
                    </a:cubicBezTo>
                    <a:cubicBezTo>
                      <a:pt x="820" y="223"/>
                      <a:pt x="906" y="260"/>
                      <a:pt x="963" y="333"/>
                    </a:cubicBezTo>
                    <a:cubicBezTo>
                      <a:pt x="1021" y="407"/>
                      <a:pt x="1049" y="517"/>
                      <a:pt x="1049" y="664"/>
                    </a:cubicBezTo>
                    <a:lnTo>
                      <a:pt x="1049" y="1596"/>
                    </a:lnTo>
                    <a:lnTo>
                      <a:pt x="1305" y="1596"/>
                    </a:lnTo>
                    <a:lnTo>
                      <a:pt x="1305" y="656"/>
                    </a:lnTo>
                    <a:cubicBezTo>
                      <a:pt x="1305" y="441"/>
                      <a:pt x="1259" y="278"/>
                      <a:pt x="1168" y="167"/>
                    </a:cubicBezTo>
                    <a:cubicBezTo>
                      <a:pt x="1076" y="56"/>
                      <a:pt x="941" y="1"/>
                      <a:pt x="762"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1659;p39">
                <a:extLst>
                  <a:ext uri="{FF2B5EF4-FFF2-40B4-BE49-F238E27FC236}">
                    <a16:creationId xmlns:a16="http://schemas.microsoft.com/office/drawing/2014/main" id="{F97ED177-F0A4-6873-A53F-7AD101DF4821}"/>
                  </a:ext>
                </a:extLst>
              </p:cNvPr>
              <p:cNvSpPr/>
              <p:nvPr/>
            </p:nvSpPr>
            <p:spPr>
              <a:xfrm>
                <a:off x="4641150" y="1095525"/>
                <a:ext cx="1249575" cy="2040100"/>
              </a:xfrm>
              <a:custGeom>
                <a:avLst/>
                <a:gdLst/>
                <a:ahLst/>
                <a:cxnLst/>
                <a:rect l="l" t="t" r="r" b="b"/>
                <a:pathLst>
                  <a:path w="49983" h="81604" extrusionOk="0">
                    <a:moveTo>
                      <a:pt x="33566" y="5928"/>
                    </a:moveTo>
                    <a:lnTo>
                      <a:pt x="33681" y="5947"/>
                    </a:lnTo>
                    <a:lnTo>
                      <a:pt x="33777" y="5967"/>
                    </a:lnTo>
                    <a:lnTo>
                      <a:pt x="33854" y="6024"/>
                    </a:lnTo>
                    <a:lnTo>
                      <a:pt x="33931" y="6082"/>
                    </a:lnTo>
                    <a:lnTo>
                      <a:pt x="34008" y="6159"/>
                    </a:lnTo>
                    <a:lnTo>
                      <a:pt x="34047" y="6255"/>
                    </a:lnTo>
                    <a:lnTo>
                      <a:pt x="34085" y="6351"/>
                    </a:lnTo>
                    <a:lnTo>
                      <a:pt x="34085" y="6448"/>
                    </a:lnTo>
                    <a:lnTo>
                      <a:pt x="34085" y="6563"/>
                    </a:lnTo>
                    <a:lnTo>
                      <a:pt x="34047" y="6659"/>
                    </a:lnTo>
                    <a:lnTo>
                      <a:pt x="34008" y="6756"/>
                    </a:lnTo>
                    <a:lnTo>
                      <a:pt x="33931" y="6833"/>
                    </a:lnTo>
                    <a:lnTo>
                      <a:pt x="33854" y="6890"/>
                    </a:lnTo>
                    <a:lnTo>
                      <a:pt x="33777" y="6948"/>
                    </a:lnTo>
                    <a:lnTo>
                      <a:pt x="33681" y="6967"/>
                    </a:lnTo>
                    <a:lnTo>
                      <a:pt x="33566" y="6987"/>
                    </a:lnTo>
                    <a:lnTo>
                      <a:pt x="16418" y="6987"/>
                    </a:lnTo>
                    <a:lnTo>
                      <a:pt x="16321" y="6967"/>
                    </a:lnTo>
                    <a:lnTo>
                      <a:pt x="16225" y="6948"/>
                    </a:lnTo>
                    <a:lnTo>
                      <a:pt x="16129" y="6890"/>
                    </a:lnTo>
                    <a:lnTo>
                      <a:pt x="16052" y="6833"/>
                    </a:lnTo>
                    <a:lnTo>
                      <a:pt x="15994" y="6756"/>
                    </a:lnTo>
                    <a:lnTo>
                      <a:pt x="15936" y="6659"/>
                    </a:lnTo>
                    <a:lnTo>
                      <a:pt x="15898" y="6563"/>
                    </a:lnTo>
                    <a:lnTo>
                      <a:pt x="15898" y="6448"/>
                    </a:lnTo>
                    <a:lnTo>
                      <a:pt x="15898" y="6351"/>
                    </a:lnTo>
                    <a:lnTo>
                      <a:pt x="15936" y="6255"/>
                    </a:lnTo>
                    <a:lnTo>
                      <a:pt x="15994" y="6159"/>
                    </a:lnTo>
                    <a:lnTo>
                      <a:pt x="16052" y="6082"/>
                    </a:lnTo>
                    <a:lnTo>
                      <a:pt x="16129" y="6024"/>
                    </a:lnTo>
                    <a:lnTo>
                      <a:pt x="16225" y="5967"/>
                    </a:lnTo>
                    <a:lnTo>
                      <a:pt x="16321" y="5947"/>
                    </a:lnTo>
                    <a:lnTo>
                      <a:pt x="16418" y="5928"/>
                    </a:lnTo>
                    <a:close/>
                    <a:moveTo>
                      <a:pt x="48539" y="10412"/>
                    </a:moveTo>
                    <a:lnTo>
                      <a:pt x="48539" y="71018"/>
                    </a:lnTo>
                    <a:lnTo>
                      <a:pt x="1771" y="71018"/>
                    </a:lnTo>
                    <a:lnTo>
                      <a:pt x="1771" y="10412"/>
                    </a:lnTo>
                    <a:close/>
                    <a:moveTo>
                      <a:pt x="25001" y="72981"/>
                    </a:moveTo>
                    <a:lnTo>
                      <a:pt x="25367" y="73000"/>
                    </a:lnTo>
                    <a:lnTo>
                      <a:pt x="25733" y="73058"/>
                    </a:lnTo>
                    <a:lnTo>
                      <a:pt x="26079" y="73154"/>
                    </a:lnTo>
                    <a:lnTo>
                      <a:pt x="26406" y="73270"/>
                    </a:lnTo>
                    <a:lnTo>
                      <a:pt x="26733" y="73424"/>
                    </a:lnTo>
                    <a:lnTo>
                      <a:pt x="27022" y="73616"/>
                    </a:lnTo>
                    <a:lnTo>
                      <a:pt x="27311" y="73828"/>
                    </a:lnTo>
                    <a:lnTo>
                      <a:pt x="27561" y="74059"/>
                    </a:lnTo>
                    <a:lnTo>
                      <a:pt x="27792" y="74309"/>
                    </a:lnTo>
                    <a:lnTo>
                      <a:pt x="28004" y="74598"/>
                    </a:lnTo>
                    <a:lnTo>
                      <a:pt x="28196" y="74886"/>
                    </a:lnTo>
                    <a:lnTo>
                      <a:pt x="28350" y="75214"/>
                    </a:lnTo>
                    <a:lnTo>
                      <a:pt x="28465" y="75541"/>
                    </a:lnTo>
                    <a:lnTo>
                      <a:pt x="28562" y="75887"/>
                    </a:lnTo>
                    <a:lnTo>
                      <a:pt x="28619" y="76253"/>
                    </a:lnTo>
                    <a:lnTo>
                      <a:pt x="28639" y="76618"/>
                    </a:lnTo>
                    <a:lnTo>
                      <a:pt x="28619" y="77003"/>
                    </a:lnTo>
                    <a:lnTo>
                      <a:pt x="28562" y="77350"/>
                    </a:lnTo>
                    <a:lnTo>
                      <a:pt x="28465" y="77715"/>
                    </a:lnTo>
                    <a:lnTo>
                      <a:pt x="28350" y="78043"/>
                    </a:lnTo>
                    <a:lnTo>
                      <a:pt x="28196" y="78351"/>
                    </a:lnTo>
                    <a:lnTo>
                      <a:pt x="28004" y="78659"/>
                    </a:lnTo>
                    <a:lnTo>
                      <a:pt x="27792" y="78947"/>
                    </a:lnTo>
                    <a:lnTo>
                      <a:pt x="27561" y="79197"/>
                    </a:lnTo>
                    <a:lnTo>
                      <a:pt x="27311" y="79428"/>
                    </a:lnTo>
                    <a:lnTo>
                      <a:pt x="27022" y="79640"/>
                    </a:lnTo>
                    <a:lnTo>
                      <a:pt x="26733" y="79813"/>
                    </a:lnTo>
                    <a:lnTo>
                      <a:pt x="26406" y="79967"/>
                    </a:lnTo>
                    <a:lnTo>
                      <a:pt x="26079" y="80102"/>
                    </a:lnTo>
                    <a:lnTo>
                      <a:pt x="25733" y="80179"/>
                    </a:lnTo>
                    <a:lnTo>
                      <a:pt x="25367" y="80237"/>
                    </a:lnTo>
                    <a:lnTo>
                      <a:pt x="25001" y="80256"/>
                    </a:lnTo>
                    <a:lnTo>
                      <a:pt x="24616" y="80237"/>
                    </a:lnTo>
                    <a:lnTo>
                      <a:pt x="24270" y="80179"/>
                    </a:lnTo>
                    <a:lnTo>
                      <a:pt x="23904" y="80102"/>
                    </a:lnTo>
                    <a:lnTo>
                      <a:pt x="23577" y="79967"/>
                    </a:lnTo>
                    <a:lnTo>
                      <a:pt x="23269" y="79813"/>
                    </a:lnTo>
                    <a:lnTo>
                      <a:pt x="22961" y="79640"/>
                    </a:lnTo>
                    <a:lnTo>
                      <a:pt x="22692" y="79428"/>
                    </a:lnTo>
                    <a:lnTo>
                      <a:pt x="22422" y="79197"/>
                    </a:lnTo>
                    <a:lnTo>
                      <a:pt x="22191" y="78947"/>
                    </a:lnTo>
                    <a:lnTo>
                      <a:pt x="21980" y="78659"/>
                    </a:lnTo>
                    <a:lnTo>
                      <a:pt x="21806" y="78351"/>
                    </a:lnTo>
                    <a:lnTo>
                      <a:pt x="21652" y="78043"/>
                    </a:lnTo>
                    <a:lnTo>
                      <a:pt x="21518" y="77715"/>
                    </a:lnTo>
                    <a:lnTo>
                      <a:pt x="21441" y="77350"/>
                    </a:lnTo>
                    <a:lnTo>
                      <a:pt x="21383" y="77003"/>
                    </a:lnTo>
                    <a:lnTo>
                      <a:pt x="21364" y="76618"/>
                    </a:lnTo>
                    <a:lnTo>
                      <a:pt x="21383" y="76253"/>
                    </a:lnTo>
                    <a:lnTo>
                      <a:pt x="21441" y="75887"/>
                    </a:lnTo>
                    <a:lnTo>
                      <a:pt x="21518" y="75541"/>
                    </a:lnTo>
                    <a:lnTo>
                      <a:pt x="21652" y="75214"/>
                    </a:lnTo>
                    <a:lnTo>
                      <a:pt x="21806" y="74886"/>
                    </a:lnTo>
                    <a:lnTo>
                      <a:pt x="21980" y="74598"/>
                    </a:lnTo>
                    <a:lnTo>
                      <a:pt x="22191" y="74309"/>
                    </a:lnTo>
                    <a:lnTo>
                      <a:pt x="22422" y="74059"/>
                    </a:lnTo>
                    <a:lnTo>
                      <a:pt x="22692" y="73828"/>
                    </a:lnTo>
                    <a:lnTo>
                      <a:pt x="22961" y="73616"/>
                    </a:lnTo>
                    <a:lnTo>
                      <a:pt x="23269" y="73424"/>
                    </a:lnTo>
                    <a:lnTo>
                      <a:pt x="23577" y="73270"/>
                    </a:lnTo>
                    <a:lnTo>
                      <a:pt x="23904" y="73154"/>
                    </a:lnTo>
                    <a:lnTo>
                      <a:pt x="24270" y="73058"/>
                    </a:lnTo>
                    <a:lnTo>
                      <a:pt x="24616" y="73000"/>
                    </a:lnTo>
                    <a:lnTo>
                      <a:pt x="25001" y="72981"/>
                    </a:lnTo>
                    <a:close/>
                    <a:moveTo>
                      <a:pt x="5216" y="0"/>
                    </a:moveTo>
                    <a:lnTo>
                      <a:pt x="4928" y="20"/>
                    </a:lnTo>
                    <a:lnTo>
                      <a:pt x="4658" y="58"/>
                    </a:lnTo>
                    <a:lnTo>
                      <a:pt x="4389" y="116"/>
                    </a:lnTo>
                    <a:lnTo>
                      <a:pt x="4119" y="174"/>
                    </a:lnTo>
                    <a:lnTo>
                      <a:pt x="3869" y="250"/>
                    </a:lnTo>
                    <a:lnTo>
                      <a:pt x="3600" y="327"/>
                    </a:lnTo>
                    <a:lnTo>
                      <a:pt x="3350" y="424"/>
                    </a:lnTo>
                    <a:lnTo>
                      <a:pt x="3119" y="539"/>
                    </a:lnTo>
                    <a:lnTo>
                      <a:pt x="2888" y="655"/>
                    </a:lnTo>
                    <a:lnTo>
                      <a:pt x="2657" y="789"/>
                    </a:lnTo>
                    <a:lnTo>
                      <a:pt x="2426" y="924"/>
                    </a:lnTo>
                    <a:lnTo>
                      <a:pt x="2214" y="1078"/>
                    </a:lnTo>
                    <a:lnTo>
                      <a:pt x="2002" y="1251"/>
                    </a:lnTo>
                    <a:lnTo>
                      <a:pt x="1810" y="1425"/>
                    </a:lnTo>
                    <a:lnTo>
                      <a:pt x="1617" y="1598"/>
                    </a:lnTo>
                    <a:lnTo>
                      <a:pt x="1425" y="1790"/>
                    </a:lnTo>
                    <a:lnTo>
                      <a:pt x="1252" y="2002"/>
                    </a:lnTo>
                    <a:lnTo>
                      <a:pt x="1098" y="2194"/>
                    </a:lnTo>
                    <a:lnTo>
                      <a:pt x="944" y="2425"/>
                    </a:lnTo>
                    <a:lnTo>
                      <a:pt x="809" y="2637"/>
                    </a:lnTo>
                    <a:lnTo>
                      <a:pt x="674" y="2868"/>
                    </a:lnTo>
                    <a:lnTo>
                      <a:pt x="540" y="3099"/>
                    </a:lnTo>
                    <a:lnTo>
                      <a:pt x="443" y="3349"/>
                    </a:lnTo>
                    <a:lnTo>
                      <a:pt x="347" y="3599"/>
                    </a:lnTo>
                    <a:lnTo>
                      <a:pt x="251" y="3849"/>
                    </a:lnTo>
                    <a:lnTo>
                      <a:pt x="174" y="4119"/>
                    </a:lnTo>
                    <a:lnTo>
                      <a:pt x="116" y="4388"/>
                    </a:lnTo>
                    <a:lnTo>
                      <a:pt x="78" y="4658"/>
                    </a:lnTo>
                    <a:lnTo>
                      <a:pt x="39" y="4927"/>
                    </a:lnTo>
                    <a:lnTo>
                      <a:pt x="20" y="5197"/>
                    </a:lnTo>
                    <a:lnTo>
                      <a:pt x="1" y="5485"/>
                    </a:lnTo>
                    <a:lnTo>
                      <a:pt x="1" y="76118"/>
                    </a:lnTo>
                    <a:lnTo>
                      <a:pt x="20" y="76388"/>
                    </a:lnTo>
                    <a:lnTo>
                      <a:pt x="39" y="76676"/>
                    </a:lnTo>
                    <a:lnTo>
                      <a:pt x="78" y="76946"/>
                    </a:lnTo>
                    <a:lnTo>
                      <a:pt x="116" y="77215"/>
                    </a:lnTo>
                    <a:lnTo>
                      <a:pt x="174" y="77485"/>
                    </a:lnTo>
                    <a:lnTo>
                      <a:pt x="251" y="77754"/>
                    </a:lnTo>
                    <a:lnTo>
                      <a:pt x="347" y="78004"/>
                    </a:lnTo>
                    <a:lnTo>
                      <a:pt x="443" y="78254"/>
                    </a:lnTo>
                    <a:lnTo>
                      <a:pt x="540" y="78485"/>
                    </a:lnTo>
                    <a:lnTo>
                      <a:pt x="674" y="78736"/>
                    </a:lnTo>
                    <a:lnTo>
                      <a:pt x="809" y="78966"/>
                    </a:lnTo>
                    <a:lnTo>
                      <a:pt x="944" y="79178"/>
                    </a:lnTo>
                    <a:lnTo>
                      <a:pt x="1098" y="79390"/>
                    </a:lnTo>
                    <a:lnTo>
                      <a:pt x="1252" y="79602"/>
                    </a:lnTo>
                    <a:lnTo>
                      <a:pt x="1425" y="79813"/>
                    </a:lnTo>
                    <a:lnTo>
                      <a:pt x="1617" y="79987"/>
                    </a:lnTo>
                    <a:lnTo>
                      <a:pt x="1810" y="80179"/>
                    </a:lnTo>
                    <a:lnTo>
                      <a:pt x="2002" y="80352"/>
                    </a:lnTo>
                    <a:lnTo>
                      <a:pt x="2214" y="80506"/>
                    </a:lnTo>
                    <a:lnTo>
                      <a:pt x="2426" y="80660"/>
                    </a:lnTo>
                    <a:lnTo>
                      <a:pt x="2657" y="80814"/>
                    </a:lnTo>
                    <a:lnTo>
                      <a:pt x="2888" y="80949"/>
                    </a:lnTo>
                    <a:lnTo>
                      <a:pt x="3119" y="81064"/>
                    </a:lnTo>
                    <a:lnTo>
                      <a:pt x="3350" y="81180"/>
                    </a:lnTo>
                    <a:lnTo>
                      <a:pt x="3600" y="81276"/>
                    </a:lnTo>
                    <a:lnTo>
                      <a:pt x="3869" y="81353"/>
                    </a:lnTo>
                    <a:lnTo>
                      <a:pt x="4119" y="81430"/>
                    </a:lnTo>
                    <a:lnTo>
                      <a:pt x="4389" y="81488"/>
                    </a:lnTo>
                    <a:lnTo>
                      <a:pt x="4658" y="81545"/>
                    </a:lnTo>
                    <a:lnTo>
                      <a:pt x="4928" y="81584"/>
                    </a:lnTo>
                    <a:lnTo>
                      <a:pt x="5216" y="81603"/>
                    </a:lnTo>
                    <a:lnTo>
                      <a:pt x="44786" y="81603"/>
                    </a:lnTo>
                    <a:lnTo>
                      <a:pt x="45055" y="81584"/>
                    </a:lnTo>
                    <a:lnTo>
                      <a:pt x="45325" y="81545"/>
                    </a:lnTo>
                    <a:lnTo>
                      <a:pt x="45594" y="81488"/>
                    </a:lnTo>
                    <a:lnTo>
                      <a:pt x="45864" y="81430"/>
                    </a:lnTo>
                    <a:lnTo>
                      <a:pt x="46133" y="81353"/>
                    </a:lnTo>
                    <a:lnTo>
                      <a:pt x="46383" y="81276"/>
                    </a:lnTo>
                    <a:lnTo>
                      <a:pt x="46634" y="81180"/>
                    </a:lnTo>
                    <a:lnTo>
                      <a:pt x="46865" y="81064"/>
                    </a:lnTo>
                    <a:lnTo>
                      <a:pt x="47115" y="80949"/>
                    </a:lnTo>
                    <a:lnTo>
                      <a:pt x="47346" y="80814"/>
                    </a:lnTo>
                    <a:lnTo>
                      <a:pt x="47557" y="80660"/>
                    </a:lnTo>
                    <a:lnTo>
                      <a:pt x="47769" y="80506"/>
                    </a:lnTo>
                    <a:lnTo>
                      <a:pt x="47981" y="80352"/>
                    </a:lnTo>
                    <a:lnTo>
                      <a:pt x="48193" y="80179"/>
                    </a:lnTo>
                    <a:lnTo>
                      <a:pt x="48385" y="79987"/>
                    </a:lnTo>
                    <a:lnTo>
                      <a:pt x="48558" y="79813"/>
                    </a:lnTo>
                    <a:lnTo>
                      <a:pt x="48731" y="79602"/>
                    </a:lnTo>
                    <a:lnTo>
                      <a:pt x="48885" y="79390"/>
                    </a:lnTo>
                    <a:lnTo>
                      <a:pt x="49039" y="79178"/>
                    </a:lnTo>
                    <a:lnTo>
                      <a:pt x="49193" y="78966"/>
                    </a:lnTo>
                    <a:lnTo>
                      <a:pt x="49328" y="78736"/>
                    </a:lnTo>
                    <a:lnTo>
                      <a:pt x="49444" y="78485"/>
                    </a:lnTo>
                    <a:lnTo>
                      <a:pt x="49559" y="78254"/>
                    </a:lnTo>
                    <a:lnTo>
                      <a:pt x="49655" y="78004"/>
                    </a:lnTo>
                    <a:lnTo>
                      <a:pt x="49732" y="77754"/>
                    </a:lnTo>
                    <a:lnTo>
                      <a:pt x="49809" y="77485"/>
                    </a:lnTo>
                    <a:lnTo>
                      <a:pt x="49867" y="77215"/>
                    </a:lnTo>
                    <a:lnTo>
                      <a:pt x="49925" y="76946"/>
                    </a:lnTo>
                    <a:lnTo>
                      <a:pt x="49963" y="76676"/>
                    </a:lnTo>
                    <a:lnTo>
                      <a:pt x="49982" y="76388"/>
                    </a:lnTo>
                    <a:lnTo>
                      <a:pt x="49982" y="76118"/>
                    </a:lnTo>
                    <a:lnTo>
                      <a:pt x="49982" y="5485"/>
                    </a:lnTo>
                    <a:lnTo>
                      <a:pt x="49982" y="5197"/>
                    </a:lnTo>
                    <a:lnTo>
                      <a:pt x="49963" y="4927"/>
                    </a:lnTo>
                    <a:lnTo>
                      <a:pt x="49925" y="4658"/>
                    </a:lnTo>
                    <a:lnTo>
                      <a:pt x="49867" y="4388"/>
                    </a:lnTo>
                    <a:lnTo>
                      <a:pt x="49809" y="4119"/>
                    </a:lnTo>
                    <a:lnTo>
                      <a:pt x="49732" y="3849"/>
                    </a:lnTo>
                    <a:lnTo>
                      <a:pt x="49655" y="3599"/>
                    </a:lnTo>
                    <a:lnTo>
                      <a:pt x="49559" y="3349"/>
                    </a:lnTo>
                    <a:lnTo>
                      <a:pt x="49444" y="3099"/>
                    </a:lnTo>
                    <a:lnTo>
                      <a:pt x="49328" y="2868"/>
                    </a:lnTo>
                    <a:lnTo>
                      <a:pt x="49193" y="2637"/>
                    </a:lnTo>
                    <a:lnTo>
                      <a:pt x="49039" y="2425"/>
                    </a:lnTo>
                    <a:lnTo>
                      <a:pt x="48885" y="2194"/>
                    </a:lnTo>
                    <a:lnTo>
                      <a:pt x="48731" y="2002"/>
                    </a:lnTo>
                    <a:lnTo>
                      <a:pt x="48558" y="1790"/>
                    </a:lnTo>
                    <a:lnTo>
                      <a:pt x="48385" y="1598"/>
                    </a:lnTo>
                    <a:lnTo>
                      <a:pt x="48193" y="1425"/>
                    </a:lnTo>
                    <a:lnTo>
                      <a:pt x="47981" y="1251"/>
                    </a:lnTo>
                    <a:lnTo>
                      <a:pt x="47769" y="1078"/>
                    </a:lnTo>
                    <a:lnTo>
                      <a:pt x="47557" y="924"/>
                    </a:lnTo>
                    <a:lnTo>
                      <a:pt x="47346" y="789"/>
                    </a:lnTo>
                    <a:lnTo>
                      <a:pt x="47115" y="655"/>
                    </a:lnTo>
                    <a:lnTo>
                      <a:pt x="46865" y="539"/>
                    </a:lnTo>
                    <a:lnTo>
                      <a:pt x="46634" y="424"/>
                    </a:lnTo>
                    <a:lnTo>
                      <a:pt x="46383" y="327"/>
                    </a:lnTo>
                    <a:lnTo>
                      <a:pt x="46133" y="250"/>
                    </a:lnTo>
                    <a:lnTo>
                      <a:pt x="45864" y="174"/>
                    </a:lnTo>
                    <a:lnTo>
                      <a:pt x="45594" y="116"/>
                    </a:lnTo>
                    <a:lnTo>
                      <a:pt x="45325" y="58"/>
                    </a:lnTo>
                    <a:lnTo>
                      <a:pt x="45055" y="20"/>
                    </a:lnTo>
                    <a:lnTo>
                      <a:pt x="44786" y="0"/>
                    </a:lnTo>
                    <a:close/>
                  </a:path>
                </a:pathLst>
              </a:custGeom>
              <a:solidFill>
                <a:srgbClr val="3A68A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1660;p39">
                <a:extLst>
                  <a:ext uri="{FF2B5EF4-FFF2-40B4-BE49-F238E27FC236}">
                    <a16:creationId xmlns:a16="http://schemas.microsoft.com/office/drawing/2014/main" id="{3754E028-25CC-BEBC-02C3-254B196B8D7E}"/>
                  </a:ext>
                </a:extLst>
              </p:cNvPr>
              <p:cNvSpPr/>
              <p:nvPr/>
            </p:nvSpPr>
            <p:spPr>
              <a:xfrm>
                <a:off x="5038575" y="1243725"/>
                <a:ext cx="454725" cy="26475"/>
              </a:xfrm>
              <a:custGeom>
                <a:avLst/>
                <a:gdLst/>
                <a:ahLst/>
                <a:cxnLst/>
                <a:rect l="l" t="t" r="r" b="b"/>
                <a:pathLst>
                  <a:path w="18189" h="1059" extrusionOk="0">
                    <a:moveTo>
                      <a:pt x="521" y="0"/>
                    </a:moveTo>
                    <a:lnTo>
                      <a:pt x="424" y="19"/>
                    </a:lnTo>
                    <a:lnTo>
                      <a:pt x="328" y="39"/>
                    </a:lnTo>
                    <a:lnTo>
                      <a:pt x="232" y="96"/>
                    </a:lnTo>
                    <a:lnTo>
                      <a:pt x="155" y="154"/>
                    </a:lnTo>
                    <a:lnTo>
                      <a:pt x="97" y="231"/>
                    </a:lnTo>
                    <a:lnTo>
                      <a:pt x="39" y="327"/>
                    </a:lnTo>
                    <a:lnTo>
                      <a:pt x="1" y="423"/>
                    </a:lnTo>
                    <a:lnTo>
                      <a:pt x="1" y="520"/>
                    </a:lnTo>
                    <a:lnTo>
                      <a:pt x="1" y="635"/>
                    </a:lnTo>
                    <a:lnTo>
                      <a:pt x="39" y="731"/>
                    </a:lnTo>
                    <a:lnTo>
                      <a:pt x="97" y="828"/>
                    </a:lnTo>
                    <a:lnTo>
                      <a:pt x="155" y="905"/>
                    </a:lnTo>
                    <a:lnTo>
                      <a:pt x="232" y="962"/>
                    </a:lnTo>
                    <a:lnTo>
                      <a:pt x="328" y="1020"/>
                    </a:lnTo>
                    <a:lnTo>
                      <a:pt x="424" y="1039"/>
                    </a:lnTo>
                    <a:lnTo>
                      <a:pt x="521" y="1059"/>
                    </a:lnTo>
                    <a:lnTo>
                      <a:pt x="17669" y="1059"/>
                    </a:lnTo>
                    <a:lnTo>
                      <a:pt x="17784" y="1039"/>
                    </a:lnTo>
                    <a:lnTo>
                      <a:pt x="17880" y="1020"/>
                    </a:lnTo>
                    <a:lnTo>
                      <a:pt x="17957" y="962"/>
                    </a:lnTo>
                    <a:lnTo>
                      <a:pt x="18034" y="905"/>
                    </a:lnTo>
                    <a:lnTo>
                      <a:pt x="18111" y="828"/>
                    </a:lnTo>
                    <a:lnTo>
                      <a:pt x="18150" y="731"/>
                    </a:lnTo>
                    <a:lnTo>
                      <a:pt x="18188" y="635"/>
                    </a:lnTo>
                    <a:lnTo>
                      <a:pt x="18188" y="520"/>
                    </a:lnTo>
                    <a:lnTo>
                      <a:pt x="18188" y="423"/>
                    </a:lnTo>
                    <a:lnTo>
                      <a:pt x="18150" y="327"/>
                    </a:lnTo>
                    <a:lnTo>
                      <a:pt x="18111" y="231"/>
                    </a:lnTo>
                    <a:lnTo>
                      <a:pt x="18034" y="154"/>
                    </a:lnTo>
                    <a:lnTo>
                      <a:pt x="17957" y="96"/>
                    </a:lnTo>
                    <a:lnTo>
                      <a:pt x="17880" y="39"/>
                    </a:lnTo>
                    <a:lnTo>
                      <a:pt x="17784" y="19"/>
                    </a:lnTo>
                    <a:lnTo>
                      <a:pt x="17669" y="0"/>
                    </a:lnTo>
                    <a:close/>
                  </a:path>
                </a:pathLst>
              </a:custGeom>
              <a:solidFill>
                <a:srgbClr val="9AB8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1661;p39">
                <a:extLst>
                  <a:ext uri="{FF2B5EF4-FFF2-40B4-BE49-F238E27FC236}">
                    <a16:creationId xmlns:a16="http://schemas.microsoft.com/office/drawing/2014/main" id="{BFBE561D-E200-ED58-9FEB-1319829B001D}"/>
                  </a:ext>
                </a:extLst>
              </p:cNvPr>
              <p:cNvSpPr/>
              <p:nvPr/>
            </p:nvSpPr>
            <p:spPr>
              <a:xfrm>
                <a:off x="4898575" y="2301750"/>
                <a:ext cx="13975" cy="48625"/>
              </a:xfrm>
              <a:custGeom>
                <a:avLst/>
                <a:gdLst/>
                <a:ahLst/>
                <a:cxnLst/>
                <a:rect l="l" t="t" r="r" b="b"/>
                <a:pathLst>
                  <a:path w="559" h="1945" extrusionOk="0">
                    <a:moveTo>
                      <a:pt x="289" y="1"/>
                    </a:moveTo>
                    <a:lnTo>
                      <a:pt x="0" y="1945"/>
                    </a:lnTo>
                    <a:lnTo>
                      <a:pt x="558" y="1945"/>
                    </a:lnTo>
                    <a:lnTo>
                      <a:pt x="289" y="1"/>
                    </a:lnTo>
                    <a:close/>
                  </a:path>
                </a:pathLst>
              </a:custGeom>
              <a:solidFill>
                <a:srgbClr val="F5F5F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1662;p39">
                <a:extLst>
                  <a:ext uri="{FF2B5EF4-FFF2-40B4-BE49-F238E27FC236}">
                    <a16:creationId xmlns:a16="http://schemas.microsoft.com/office/drawing/2014/main" id="{03682557-A396-66F4-BE2B-2BC7D4C2FDE0}"/>
                  </a:ext>
                </a:extLst>
              </p:cNvPr>
              <p:cNvSpPr/>
              <p:nvPr/>
            </p:nvSpPr>
            <p:spPr>
              <a:xfrm>
                <a:off x="5681400" y="2290225"/>
                <a:ext cx="21675" cy="89500"/>
              </a:xfrm>
              <a:custGeom>
                <a:avLst/>
                <a:gdLst/>
                <a:ahLst/>
                <a:cxnLst/>
                <a:rect l="l" t="t" r="r" b="b"/>
                <a:pathLst>
                  <a:path w="867" h="3580" extrusionOk="0">
                    <a:moveTo>
                      <a:pt x="347" y="0"/>
                    </a:moveTo>
                    <a:lnTo>
                      <a:pt x="251" y="19"/>
                    </a:lnTo>
                    <a:lnTo>
                      <a:pt x="193" y="58"/>
                    </a:lnTo>
                    <a:lnTo>
                      <a:pt x="116" y="115"/>
                    </a:lnTo>
                    <a:lnTo>
                      <a:pt x="58" y="192"/>
                    </a:lnTo>
                    <a:lnTo>
                      <a:pt x="20" y="250"/>
                    </a:lnTo>
                    <a:lnTo>
                      <a:pt x="0" y="346"/>
                    </a:lnTo>
                    <a:lnTo>
                      <a:pt x="0" y="423"/>
                    </a:lnTo>
                    <a:lnTo>
                      <a:pt x="0" y="3137"/>
                    </a:lnTo>
                    <a:lnTo>
                      <a:pt x="0" y="3233"/>
                    </a:lnTo>
                    <a:lnTo>
                      <a:pt x="20" y="3310"/>
                    </a:lnTo>
                    <a:lnTo>
                      <a:pt x="58" y="3387"/>
                    </a:lnTo>
                    <a:lnTo>
                      <a:pt x="116" y="3445"/>
                    </a:lnTo>
                    <a:lnTo>
                      <a:pt x="193" y="3503"/>
                    </a:lnTo>
                    <a:lnTo>
                      <a:pt x="251" y="3541"/>
                    </a:lnTo>
                    <a:lnTo>
                      <a:pt x="347" y="3561"/>
                    </a:lnTo>
                    <a:lnTo>
                      <a:pt x="424" y="3580"/>
                    </a:lnTo>
                    <a:lnTo>
                      <a:pt x="520" y="3561"/>
                    </a:lnTo>
                    <a:lnTo>
                      <a:pt x="597" y="3541"/>
                    </a:lnTo>
                    <a:lnTo>
                      <a:pt x="655" y="3503"/>
                    </a:lnTo>
                    <a:lnTo>
                      <a:pt x="732" y="3445"/>
                    </a:lnTo>
                    <a:lnTo>
                      <a:pt x="790" y="3387"/>
                    </a:lnTo>
                    <a:lnTo>
                      <a:pt x="828" y="3310"/>
                    </a:lnTo>
                    <a:lnTo>
                      <a:pt x="847" y="3233"/>
                    </a:lnTo>
                    <a:lnTo>
                      <a:pt x="867" y="3137"/>
                    </a:lnTo>
                    <a:lnTo>
                      <a:pt x="867" y="423"/>
                    </a:lnTo>
                    <a:lnTo>
                      <a:pt x="847" y="346"/>
                    </a:lnTo>
                    <a:lnTo>
                      <a:pt x="828" y="250"/>
                    </a:lnTo>
                    <a:lnTo>
                      <a:pt x="790" y="192"/>
                    </a:lnTo>
                    <a:lnTo>
                      <a:pt x="732" y="115"/>
                    </a:lnTo>
                    <a:lnTo>
                      <a:pt x="655" y="58"/>
                    </a:lnTo>
                    <a:lnTo>
                      <a:pt x="597" y="19"/>
                    </a:lnTo>
                    <a:lnTo>
                      <a:pt x="520" y="0"/>
                    </a:lnTo>
                    <a:close/>
                  </a:path>
                </a:pathLst>
              </a:custGeom>
              <a:solidFill>
                <a:srgbClr val="F5F5F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1663;p39">
                <a:extLst>
                  <a:ext uri="{FF2B5EF4-FFF2-40B4-BE49-F238E27FC236}">
                    <a16:creationId xmlns:a16="http://schemas.microsoft.com/office/drawing/2014/main" id="{54FA2295-33E2-0600-5FA1-365D8713505C}"/>
                  </a:ext>
                </a:extLst>
              </p:cNvPr>
              <p:cNvSpPr/>
              <p:nvPr/>
            </p:nvSpPr>
            <p:spPr>
              <a:xfrm>
                <a:off x="4828325" y="2292150"/>
                <a:ext cx="22150" cy="39950"/>
              </a:xfrm>
              <a:custGeom>
                <a:avLst/>
                <a:gdLst/>
                <a:ahLst/>
                <a:cxnLst/>
                <a:rect l="l" t="t" r="r" b="b"/>
                <a:pathLst>
                  <a:path w="886" h="1598" extrusionOk="0">
                    <a:moveTo>
                      <a:pt x="0" y="0"/>
                    </a:moveTo>
                    <a:lnTo>
                      <a:pt x="0" y="1597"/>
                    </a:lnTo>
                    <a:lnTo>
                      <a:pt x="462" y="1597"/>
                    </a:lnTo>
                    <a:lnTo>
                      <a:pt x="539" y="1578"/>
                    </a:lnTo>
                    <a:lnTo>
                      <a:pt x="616" y="1559"/>
                    </a:lnTo>
                    <a:lnTo>
                      <a:pt x="693" y="1520"/>
                    </a:lnTo>
                    <a:lnTo>
                      <a:pt x="770" y="1463"/>
                    </a:lnTo>
                    <a:lnTo>
                      <a:pt x="828" y="1405"/>
                    </a:lnTo>
                    <a:lnTo>
                      <a:pt x="867" y="1328"/>
                    </a:lnTo>
                    <a:lnTo>
                      <a:pt x="886" y="1251"/>
                    </a:lnTo>
                    <a:lnTo>
                      <a:pt x="886" y="1155"/>
                    </a:lnTo>
                    <a:lnTo>
                      <a:pt x="886" y="443"/>
                    </a:lnTo>
                    <a:lnTo>
                      <a:pt x="886" y="346"/>
                    </a:lnTo>
                    <a:lnTo>
                      <a:pt x="867" y="269"/>
                    </a:lnTo>
                    <a:lnTo>
                      <a:pt x="828" y="192"/>
                    </a:lnTo>
                    <a:lnTo>
                      <a:pt x="770" y="115"/>
                    </a:lnTo>
                    <a:lnTo>
                      <a:pt x="713" y="77"/>
                    </a:lnTo>
                    <a:lnTo>
                      <a:pt x="636" y="38"/>
                    </a:lnTo>
                    <a:lnTo>
                      <a:pt x="559" y="19"/>
                    </a:lnTo>
                    <a:lnTo>
                      <a:pt x="462" y="0"/>
                    </a:lnTo>
                    <a:close/>
                  </a:path>
                </a:pathLst>
              </a:custGeom>
              <a:solidFill>
                <a:srgbClr val="F5F5F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1664;p39">
                <a:extLst>
                  <a:ext uri="{FF2B5EF4-FFF2-40B4-BE49-F238E27FC236}">
                    <a16:creationId xmlns:a16="http://schemas.microsoft.com/office/drawing/2014/main" id="{4206AACF-8117-E67D-5920-B76A912CFC46}"/>
                  </a:ext>
                </a:extLst>
              </p:cNvPr>
              <p:cNvSpPr/>
              <p:nvPr/>
            </p:nvSpPr>
            <p:spPr>
              <a:xfrm>
                <a:off x="5605850" y="2290225"/>
                <a:ext cx="21675" cy="89500"/>
              </a:xfrm>
              <a:custGeom>
                <a:avLst/>
                <a:gdLst/>
                <a:ahLst/>
                <a:cxnLst/>
                <a:rect l="l" t="t" r="r" b="b"/>
                <a:pathLst>
                  <a:path w="867" h="3580" extrusionOk="0">
                    <a:moveTo>
                      <a:pt x="347" y="0"/>
                    </a:moveTo>
                    <a:lnTo>
                      <a:pt x="270" y="19"/>
                    </a:lnTo>
                    <a:lnTo>
                      <a:pt x="193" y="58"/>
                    </a:lnTo>
                    <a:lnTo>
                      <a:pt x="116" y="115"/>
                    </a:lnTo>
                    <a:lnTo>
                      <a:pt x="59" y="192"/>
                    </a:lnTo>
                    <a:lnTo>
                      <a:pt x="20" y="250"/>
                    </a:lnTo>
                    <a:lnTo>
                      <a:pt x="1" y="346"/>
                    </a:lnTo>
                    <a:lnTo>
                      <a:pt x="1" y="423"/>
                    </a:lnTo>
                    <a:lnTo>
                      <a:pt x="1" y="3137"/>
                    </a:lnTo>
                    <a:lnTo>
                      <a:pt x="1" y="3233"/>
                    </a:lnTo>
                    <a:lnTo>
                      <a:pt x="20" y="3310"/>
                    </a:lnTo>
                    <a:lnTo>
                      <a:pt x="59" y="3387"/>
                    </a:lnTo>
                    <a:lnTo>
                      <a:pt x="116" y="3445"/>
                    </a:lnTo>
                    <a:lnTo>
                      <a:pt x="193" y="3503"/>
                    </a:lnTo>
                    <a:lnTo>
                      <a:pt x="270" y="3541"/>
                    </a:lnTo>
                    <a:lnTo>
                      <a:pt x="347" y="3561"/>
                    </a:lnTo>
                    <a:lnTo>
                      <a:pt x="424" y="3580"/>
                    </a:lnTo>
                    <a:lnTo>
                      <a:pt x="520" y="3561"/>
                    </a:lnTo>
                    <a:lnTo>
                      <a:pt x="597" y="3541"/>
                    </a:lnTo>
                    <a:lnTo>
                      <a:pt x="655" y="3503"/>
                    </a:lnTo>
                    <a:lnTo>
                      <a:pt x="732" y="3445"/>
                    </a:lnTo>
                    <a:lnTo>
                      <a:pt x="790" y="3387"/>
                    </a:lnTo>
                    <a:lnTo>
                      <a:pt x="828" y="3310"/>
                    </a:lnTo>
                    <a:lnTo>
                      <a:pt x="848" y="3233"/>
                    </a:lnTo>
                    <a:lnTo>
                      <a:pt x="867" y="3137"/>
                    </a:lnTo>
                    <a:lnTo>
                      <a:pt x="867" y="423"/>
                    </a:lnTo>
                    <a:lnTo>
                      <a:pt x="848" y="346"/>
                    </a:lnTo>
                    <a:lnTo>
                      <a:pt x="828" y="250"/>
                    </a:lnTo>
                    <a:lnTo>
                      <a:pt x="790" y="192"/>
                    </a:lnTo>
                    <a:lnTo>
                      <a:pt x="732" y="115"/>
                    </a:lnTo>
                    <a:lnTo>
                      <a:pt x="655" y="58"/>
                    </a:lnTo>
                    <a:lnTo>
                      <a:pt x="597" y="19"/>
                    </a:lnTo>
                    <a:lnTo>
                      <a:pt x="520" y="0"/>
                    </a:lnTo>
                    <a:close/>
                  </a:path>
                </a:pathLst>
              </a:custGeom>
              <a:solidFill>
                <a:srgbClr val="F5F5F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1665;p39">
                <a:extLst>
                  <a:ext uri="{FF2B5EF4-FFF2-40B4-BE49-F238E27FC236}">
                    <a16:creationId xmlns:a16="http://schemas.microsoft.com/office/drawing/2014/main" id="{8D2B0B3B-7157-0CD8-6476-4E1015036D91}"/>
                  </a:ext>
                </a:extLst>
              </p:cNvPr>
              <p:cNvSpPr/>
              <p:nvPr/>
            </p:nvSpPr>
            <p:spPr>
              <a:xfrm>
                <a:off x="4685425" y="1355825"/>
                <a:ext cx="1169200" cy="1515150"/>
              </a:xfrm>
              <a:custGeom>
                <a:avLst/>
                <a:gdLst/>
                <a:ahLst/>
                <a:cxnLst/>
                <a:rect l="l" t="t" r="r" b="b"/>
                <a:pathLst>
                  <a:path w="46768" h="60606" extrusionOk="0">
                    <a:moveTo>
                      <a:pt x="43130" y="2579"/>
                    </a:moveTo>
                    <a:lnTo>
                      <a:pt x="43342" y="2618"/>
                    </a:lnTo>
                    <a:lnTo>
                      <a:pt x="43573" y="2676"/>
                    </a:lnTo>
                    <a:lnTo>
                      <a:pt x="43766" y="2753"/>
                    </a:lnTo>
                    <a:lnTo>
                      <a:pt x="43958" y="2849"/>
                    </a:lnTo>
                    <a:lnTo>
                      <a:pt x="44151" y="2945"/>
                    </a:lnTo>
                    <a:lnTo>
                      <a:pt x="44324" y="3080"/>
                    </a:lnTo>
                    <a:lnTo>
                      <a:pt x="44478" y="3214"/>
                    </a:lnTo>
                    <a:lnTo>
                      <a:pt x="44612" y="3388"/>
                    </a:lnTo>
                    <a:lnTo>
                      <a:pt x="44747" y="3561"/>
                    </a:lnTo>
                    <a:lnTo>
                      <a:pt x="44863" y="3734"/>
                    </a:lnTo>
                    <a:lnTo>
                      <a:pt x="44959" y="3927"/>
                    </a:lnTo>
                    <a:lnTo>
                      <a:pt x="45036" y="4138"/>
                    </a:lnTo>
                    <a:lnTo>
                      <a:pt x="45094" y="4350"/>
                    </a:lnTo>
                    <a:lnTo>
                      <a:pt x="45113" y="4581"/>
                    </a:lnTo>
                    <a:lnTo>
                      <a:pt x="45132" y="4793"/>
                    </a:lnTo>
                    <a:lnTo>
                      <a:pt x="45132" y="29312"/>
                    </a:lnTo>
                    <a:lnTo>
                      <a:pt x="45113" y="29543"/>
                    </a:lnTo>
                    <a:lnTo>
                      <a:pt x="45094" y="29774"/>
                    </a:lnTo>
                    <a:lnTo>
                      <a:pt x="45036" y="29986"/>
                    </a:lnTo>
                    <a:lnTo>
                      <a:pt x="44959" y="30178"/>
                    </a:lnTo>
                    <a:lnTo>
                      <a:pt x="44863" y="30370"/>
                    </a:lnTo>
                    <a:lnTo>
                      <a:pt x="44747" y="30563"/>
                    </a:lnTo>
                    <a:lnTo>
                      <a:pt x="44612" y="30736"/>
                    </a:lnTo>
                    <a:lnTo>
                      <a:pt x="44478" y="30890"/>
                    </a:lnTo>
                    <a:lnTo>
                      <a:pt x="44324" y="31044"/>
                    </a:lnTo>
                    <a:lnTo>
                      <a:pt x="44151" y="31160"/>
                    </a:lnTo>
                    <a:lnTo>
                      <a:pt x="43958" y="31275"/>
                    </a:lnTo>
                    <a:lnTo>
                      <a:pt x="43766" y="31371"/>
                    </a:lnTo>
                    <a:lnTo>
                      <a:pt x="43573" y="31448"/>
                    </a:lnTo>
                    <a:lnTo>
                      <a:pt x="43342" y="31506"/>
                    </a:lnTo>
                    <a:lnTo>
                      <a:pt x="43130" y="31525"/>
                    </a:lnTo>
                    <a:lnTo>
                      <a:pt x="42900" y="31544"/>
                    </a:lnTo>
                    <a:lnTo>
                      <a:pt x="3542" y="31544"/>
                    </a:lnTo>
                    <a:lnTo>
                      <a:pt x="3311" y="31525"/>
                    </a:lnTo>
                    <a:lnTo>
                      <a:pt x="3099" y="31506"/>
                    </a:lnTo>
                    <a:lnTo>
                      <a:pt x="2887" y="31448"/>
                    </a:lnTo>
                    <a:lnTo>
                      <a:pt x="2676" y="31371"/>
                    </a:lnTo>
                    <a:lnTo>
                      <a:pt x="2483" y="31275"/>
                    </a:lnTo>
                    <a:lnTo>
                      <a:pt x="2291" y="31160"/>
                    </a:lnTo>
                    <a:lnTo>
                      <a:pt x="2137" y="31044"/>
                    </a:lnTo>
                    <a:lnTo>
                      <a:pt x="1964" y="30890"/>
                    </a:lnTo>
                    <a:lnTo>
                      <a:pt x="1829" y="30736"/>
                    </a:lnTo>
                    <a:lnTo>
                      <a:pt x="1694" y="30563"/>
                    </a:lnTo>
                    <a:lnTo>
                      <a:pt x="1579" y="30370"/>
                    </a:lnTo>
                    <a:lnTo>
                      <a:pt x="1502" y="30178"/>
                    </a:lnTo>
                    <a:lnTo>
                      <a:pt x="1425" y="29986"/>
                    </a:lnTo>
                    <a:lnTo>
                      <a:pt x="1367" y="29774"/>
                    </a:lnTo>
                    <a:lnTo>
                      <a:pt x="1328" y="29543"/>
                    </a:lnTo>
                    <a:lnTo>
                      <a:pt x="1309" y="29312"/>
                    </a:lnTo>
                    <a:lnTo>
                      <a:pt x="1309" y="4793"/>
                    </a:lnTo>
                    <a:lnTo>
                      <a:pt x="1328" y="4581"/>
                    </a:lnTo>
                    <a:lnTo>
                      <a:pt x="1367" y="4350"/>
                    </a:lnTo>
                    <a:lnTo>
                      <a:pt x="1425" y="4138"/>
                    </a:lnTo>
                    <a:lnTo>
                      <a:pt x="1502" y="3927"/>
                    </a:lnTo>
                    <a:lnTo>
                      <a:pt x="1579" y="3734"/>
                    </a:lnTo>
                    <a:lnTo>
                      <a:pt x="1694" y="3561"/>
                    </a:lnTo>
                    <a:lnTo>
                      <a:pt x="1829" y="3388"/>
                    </a:lnTo>
                    <a:lnTo>
                      <a:pt x="1964" y="3214"/>
                    </a:lnTo>
                    <a:lnTo>
                      <a:pt x="2137" y="3080"/>
                    </a:lnTo>
                    <a:lnTo>
                      <a:pt x="2291" y="2945"/>
                    </a:lnTo>
                    <a:lnTo>
                      <a:pt x="2483" y="2849"/>
                    </a:lnTo>
                    <a:lnTo>
                      <a:pt x="2676" y="2753"/>
                    </a:lnTo>
                    <a:lnTo>
                      <a:pt x="2887" y="2676"/>
                    </a:lnTo>
                    <a:lnTo>
                      <a:pt x="3099" y="2618"/>
                    </a:lnTo>
                    <a:lnTo>
                      <a:pt x="3311" y="2579"/>
                    </a:lnTo>
                    <a:close/>
                    <a:moveTo>
                      <a:pt x="27445" y="38800"/>
                    </a:moveTo>
                    <a:lnTo>
                      <a:pt x="27445" y="39551"/>
                    </a:lnTo>
                    <a:lnTo>
                      <a:pt x="26694" y="39551"/>
                    </a:lnTo>
                    <a:lnTo>
                      <a:pt x="26694" y="38800"/>
                    </a:lnTo>
                    <a:close/>
                    <a:moveTo>
                      <a:pt x="34393" y="36683"/>
                    </a:moveTo>
                    <a:lnTo>
                      <a:pt x="34508" y="36702"/>
                    </a:lnTo>
                    <a:lnTo>
                      <a:pt x="34624" y="36741"/>
                    </a:lnTo>
                    <a:lnTo>
                      <a:pt x="34720" y="36779"/>
                    </a:lnTo>
                    <a:lnTo>
                      <a:pt x="34836" y="36837"/>
                    </a:lnTo>
                    <a:lnTo>
                      <a:pt x="34932" y="36895"/>
                    </a:lnTo>
                    <a:lnTo>
                      <a:pt x="35028" y="36972"/>
                    </a:lnTo>
                    <a:lnTo>
                      <a:pt x="35105" y="37049"/>
                    </a:lnTo>
                    <a:lnTo>
                      <a:pt x="35259" y="37241"/>
                    </a:lnTo>
                    <a:lnTo>
                      <a:pt x="35374" y="37453"/>
                    </a:lnTo>
                    <a:lnTo>
                      <a:pt x="35432" y="37684"/>
                    </a:lnTo>
                    <a:lnTo>
                      <a:pt x="35451" y="37915"/>
                    </a:lnTo>
                    <a:lnTo>
                      <a:pt x="35451" y="38165"/>
                    </a:lnTo>
                    <a:lnTo>
                      <a:pt x="35394" y="38415"/>
                    </a:lnTo>
                    <a:lnTo>
                      <a:pt x="35336" y="38665"/>
                    </a:lnTo>
                    <a:lnTo>
                      <a:pt x="35240" y="38896"/>
                    </a:lnTo>
                    <a:lnTo>
                      <a:pt x="35143" y="39050"/>
                    </a:lnTo>
                    <a:lnTo>
                      <a:pt x="35028" y="39243"/>
                    </a:lnTo>
                    <a:lnTo>
                      <a:pt x="34662" y="39801"/>
                    </a:lnTo>
                    <a:lnTo>
                      <a:pt x="34297" y="40340"/>
                    </a:lnTo>
                    <a:lnTo>
                      <a:pt x="34162" y="40532"/>
                    </a:lnTo>
                    <a:lnTo>
                      <a:pt x="33969" y="40860"/>
                    </a:lnTo>
                    <a:lnTo>
                      <a:pt x="33931" y="40917"/>
                    </a:lnTo>
                    <a:lnTo>
                      <a:pt x="35394" y="40917"/>
                    </a:lnTo>
                    <a:lnTo>
                      <a:pt x="35394" y="41649"/>
                    </a:lnTo>
                    <a:lnTo>
                      <a:pt x="33026" y="41649"/>
                    </a:lnTo>
                    <a:lnTo>
                      <a:pt x="33026" y="40975"/>
                    </a:lnTo>
                    <a:lnTo>
                      <a:pt x="33065" y="40898"/>
                    </a:lnTo>
                    <a:lnTo>
                      <a:pt x="33180" y="40706"/>
                    </a:lnTo>
                    <a:lnTo>
                      <a:pt x="33354" y="40436"/>
                    </a:lnTo>
                    <a:lnTo>
                      <a:pt x="33546" y="40167"/>
                    </a:lnTo>
                    <a:lnTo>
                      <a:pt x="34085" y="39416"/>
                    </a:lnTo>
                    <a:lnTo>
                      <a:pt x="34239" y="39185"/>
                    </a:lnTo>
                    <a:lnTo>
                      <a:pt x="34393" y="38954"/>
                    </a:lnTo>
                    <a:lnTo>
                      <a:pt x="34508" y="38742"/>
                    </a:lnTo>
                    <a:lnTo>
                      <a:pt x="34605" y="38531"/>
                    </a:lnTo>
                    <a:lnTo>
                      <a:pt x="34662" y="38377"/>
                    </a:lnTo>
                    <a:lnTo>
                      <a:pt x="34701" y="38223"/>
                    </a:lnTo>
                    <a:lnTo>
                      <a:pt x="34720" y="38088"/>
                    </a:lnTo>
                    <a:lnTo>
                      <a:pt x="34739" y="37934"/>
                    </a:lnTo>
                    <a:lnTo>
                      <a:pt x="34720" y="37838"/>
                    </a:lnTo>
                    <a:lnTo>
                      <a:pt x="34701" y="37722"/>
                    </a:lnTo>
                    <a:lnTo>
                      <a:pt x="34662" y="37645"/>
                    </a:lnTo>
                    <a:lnTo>
                      <a:pt x="34605" y="37549"/>
                    </a:lnTo>
                    <a:lnTo>
                      <a:pt x="34528" y="37472"/>
                    </a:lnTo>
                    <a:lnTo>
                      <a:pt x="34451" y="37434"/>
                    </a:lnTo>
                    <a:lnTo>
                      <a:pt x="34354" y="37395"/>
                    </a:lnTo>
                    <a:lnTo>
                      <a:pt x="34181" y="37395"/>
                    </a:lnTo>
                    <a:lnTo>
                      <a:pt x="34104" y="37415"/>
                    </a:lnTo>
                    <a:lnTo>
                      <a:pt x="34046" y="37434"/>
                    </a:lnTo>
                    <a:lnTo>
                      <a:pt x="33989" y="37472"/>
                    </a:lnTo>
                    <a:lnTo>
                      <a:pt x="33931" y="37530"/>
                    </a:lnTo>
                    <a:lnTo>
                      <a:pt x="33892" y="37588"/>
                    </a:lnTo>
                    <a:lnTo>
                      <a:pt x="33815" y="37742"/>
                    </a:lnTo>
                    <a:lnTo>
                      <a:pt x="33777" y="37876"/>
                    </a:lnTo>
                    <a:lnTo>
                      <a:pt x="33758" y="38030"/>
                    </a:lnTo>
                    <a:lnTo>
                      <a:pt x="33758" y="38223"/>
                    </a:lnTo>
                    <a:lnTo>
                      <a:pt x="33026" y="38223"/>
                    </a:lnTo>
                    <a:lnTo>
                      <a:pt x="33026" y="38088"/>
                    </a:lnTo>
                    <a:lnTo>
                      <a:pt x="33026" y="37915"/>
                    </a:lnTo>
                    <a:lnTo>
                      <a:pt x="33046" y="37761"/>
                    </a:lnTo>
                    <a:lnTo>
                      <a:pt x="33084" y="37607"/>
                    </a:lnTo>
                    <a:lnTo>
                      <a:pt x="33123" y="37472"/>
                    </a:lnTo>
                    <a:lnTo>
                      <a:pt x="33180" y="37338"/>
                    </a:lnTo>
                    <a:lnTo>
                      <a:pt x="33238" y="37222"/>
                    </a:lnTo>
                    <a:lnTo>
                      <a:pt x="33315" y="37107"/>
                    </a:lnTo>
                    <a:lnTo>
                      <a:pt x="33411" y="37010"/>
                    </a:lnTo>
                    <a:lnTo>
                      <a:pt x="33488" y="36933"/>
                    </a:lnTo>
                    <a:lnTo>
                      <a:pt x="33585" y="36876"/>
                    </a:lnTo>
                    <a:lnTo>
                      <a:pt x="33681" y="36818"/>
                    </a:lnTo>
                    <a:lnTo>
                      <a:pt x="33796" y="36760"/>
                    </a:lnTo>
                    <a:lnTo>
                      <a:pt x="33892" y="36741"/>
                    </a:lnTo>
                    <a:lnTo>
                      <a:pt x="34027" y="36702"/>
                    </a:lnTo>
                    <a:lnTo>
                      <a:pt x="34277" y="36683"/>
                    </a:lnTo>
                    <a:close/>
                    <a:moveTo>
                      <a:pt x="6159" y="36702"/>
                    </a:moveTo>
                    <a:lnTo>
                      <a:pt x="6409" y="36722"/>
                    </a:lnTo>
                    <a:lnTo>
                      <a:pt x="6544" y="36741"/>
                    </a:lnTo>
                    <a:lnTo>
                      <a:pt x="6640" y="36779"/>
                    </a:lnTo>
                    <a:lnTo>
                      <a:pt x="6756" y="36837"/>
                    </a:lnTo>
                    <a:lnTo>
                      <a:pt x="6852" y="36895"/>
                    </a:lnTo>
                    <a:lnTo>
                      <a:pt x="6948" y="36953"/>
                    </a:lnTo>
                    <a:lnTo>
                      <a:pt x="7025" y="37030"/>
                    </a:lnTo>
                    <a:lnTo>
                      <a:pt x="7160" y="37222"/>
                    </a:lnTo>
                    <a:lnTo>
                      <a:pt x="7256" y="37415"/>
                    </a:lnTo>
                    <a:lnTo>
                      <a:pt x="7314" y="37626"/>
                    </a:lnTo>
                    <a:lnTo>
                      <a:pt x="7333" y="37876"/>
                    </a:lnTo>
                    <a:lnTo>
                      <a:pt x="7333" y="38608"/>
                    </a:lnTo>
                    <a:lnTo>
                      <a:pt x="7314" y="38839"/>
                    </a:lnTo>
                    <a:lnTo>
                      <a:pt x="7237" y="39050"/>
                    </a:lnTo>
                    <a:lnTo>
                      <a:pt x="7198" y="39166"/>
                    </a:lnTo>
                    <a:lnTo>
                      <a:pt x="7141" y="39262"/>
                    </a:lnTo>
                    <a:lnTo>
                      <a:pt x="6987" y="39435"/>
                    </a:lnTo>
                    <a:lnTo>
                      <a:pt x="6813" y="39589"/>
                    </a:lnTo>
                    <a:lnTo>
                      <a:pt x="6717" y="39647"/>
                    </a:lnTo>
                    <a:lnTo>
                      <a:pt x="6602" y="39705"/>
                    </a:lnTo>
                    <a:lnTo>
                      <a:pt x="6506" y="39743"/>
                    </a:lnTo>
                    <a:lnTo>
                      <a:pt x="6390" y="39763"/>
                    </a:lnTo>
                    <a:lnTo>
                      <a:pt x="6159" y="39782"/>
                    </a:lnTo>
                    <a:lnTo>
                      <a:pt x="5716" y="39782"/>
                    </a:lnTo>
                    <a:lnTo>
                      <a:pt x="5716" y="41668"/>
                    </a:lnTo>
                    <a:lnTo>
                      <a:pt x="4985" y="41668"/>
                    </a:lnTo>
                    <a:lnTo>
                      <a:pt x="4985" y="36702"/>
                    </a:lnTo>
                    <a:close/>
                    <a:moveTo>
                      <a:pt x="9315" y="36702"/>
                    </a:moveTo>
                    <a:lnTo>
                      <a:pt x="10162" y="41668"/>
                    </a:lnTo>
                    <a:lnTo>
                      <a:pt x="9373" y="41668"/>
                    </a:lnTo>
                    <a:lnTo>
                      <a:pt x="9200" y="40513"/>
                    </a:lnTo>
                    <a:lnTo>
                      <a:pt x="8411" y="40513"/>
                    </a:lnTo>
                    <a:lnTo>
                      <a:pt x="8238" y="41668"/>
                    </a:lnTo>
                    <a:lnTo>
                      <a:pt x="7449" y="41668"/>
                    </a:lnTo>
                    <a:lnTo>
                      <a:pt x="8295" y="36702"/>
                    </a:lnTo>
                    <a:close/>
                    <a:moveTo>
                      <a:pt x="12741" y="36683"/>
                    </a:moveTo>
                    <a:lnTo>
                      <a:pt x="11740" y="39589"/>
                    </a:lnTo>
                    <a:lnTo>
                      <a:pt x="11740" y="41668"/>
                    </a:lnTo>
                    <a:lnTo>
                      <a:pt x="10990" y="41668"/>
                    </a:lnTo>
                    <a:lnTo>
                      <a:pt x="10990" y="39589"/>
                    </a:lnTo>
                    <a:lnTo>
                      <a:pt x="9970" y="36683"/>
                    </a:lnTo>
                    <a:lnTo>
                      <a:pt x="10797" y="36683"/>
                    </a:lnTo>
                    <a:lnTo>
                      <a:pt x="11356" y="38473"/>
                    </a:lnTo>
                    <a:lnTo>
                      <a:pt x="11914" y="36683"/>
                    </a:lnTo>
                    <a:close/>
                    <a:moveTo>
                      <a:pt x="16821" y="36683"/>
                    </a:moveTo>
                    <a:lnTo>
                      <a:pt x="16821" y="41668"/>
                    </a:lnTo>
                    <a:lnTo>
                      <a:pt x="16071" y="41668"/>
                    </a:lnTo>
                    <a:lnTo>
                      <a:pt x="16071" y="38531"/>
                    </a:lnTo>
                    <a:lnTo>
                      <a:pt x="15416" y="41668"/>
                    </a:lnTo>
                    <a:lnTo>
                      <a:pt x="14820" y="41668"/>
                    </a:lnTo>
                    <a:lnTo>
                      <a:pt x="14088" y="38550"/>
                    </a:lnTo>
                    <a:lnTo>
                      <a:pt x="14088" y="41668"/>
                    </a:lnTo>
                    <a:lnTo>
                      <a:pt x="13338" y="41668"/>
                    </a:lnTo>
                    <a:lnTo>
                      <a:pt x="13338" y="36683"/>
                    </a:lnTo>
                    <a:lnTo>
                      <a:pt x="14416" y="36683"/>
                    </a:lnTo>
                    <a:lnTo>
                      <a:pt x="15108" y="40263"/>
                    </a:lnTo>
                    <a:lnTo>
                      <a:pt x="15782" y="36683"/>
                    </a:lnTo>
                    <a:close/>
                    <a:moveTo>
                      <a:pt x="19612" y="36683"/>
                    </a:moveTo>
                    <a:lnTo>
                      <a:pt x="19612" y="37434"/>
                    </a:lnTo>
                    <a:lnTo>
                      <a:pt x="18226" y="37434"/>
                    </a:lnTo>
                    <a:lnTo>
                      <a:pt x="18226" y="38800"/>
                    </a:lnTo>
                    <a:lnTo>
                      <a:pt x="19246" y="38800"/>
                    </a:lnTo>
                    <a:lnTo>
                      <a:pt x="19246" y="39551"/>
                    </a:lnTo>
                    <a:lnTo>
                      <a:pt x="18226" y="39551"/>
                    </a:lnTo>
                    <a:lnTo>
                      <a:pt x="18226" y="40917"/>
                    </a:lnTo>
                    <a:lnTo>
                      <a:pt x="19612" y="40917"/>
                    </a:lnTo>
                    <a:lnTo>
                      <a:pt x="19612" y="41668"/>
                    </a:lnTo>
                    <a:lnTo>
                      <a:pt x="17476" y="41668"/>
                    </a:lnTo>
                    <a:lnTo>
                      <a:pt x="17476" y="36683"/>
                    </a:lnTo>
                    <a:close/>
                    <a:moveTo>
                      <a:pt x="22711" y="36683"/>
                    </a:moveTo>
                    <a:lnTo>
                      <a:pt x="22711" y="41668"/>
                    </a:lnTo>
                    <a:lnTo>
                      <a:pt x="21922" y="41668"/>
                    </a:lnTo>
                    <a:lnTo>
                      <a:pt x="20882" y="38473"/>
                    </a:lnTo>
                    <a:lnTo>
                      <a:pt x="20882" y="41668"/>
                    </a:lnTo>
                    <a:lnTo>
                      <a:pt x="20132" y="41668"/>
                    </a:lnTo>
                    <a:lnTo>
                      <a:pt x="20132" y="36683"/>
                    </a:lnTo>
                    <a:lnTo>
                      <a:pt x="20978" y="36683"/>
                    </a:lnTo>
                    <a:lnTo>
                      <a:pt x="21960" y="40032"/>
                    </a:lnTo>
                    <a:lnTo>
                      <a:pt x="21960" y="36683"/>
                    </a:lnTo>
                    <a:close/>
                    <a:moveTo>
                      <a:pt x="25655" y="36702"/>
                    </a:moveTo>
                    <a:lnTo>
                      <a:pt x="25655" y="37453"/>
                    </a:lnTo>
                    <a:lnTo>
                      <a:pt x="24866" y="37453"/>
                    </a:lnTo>
                    <a:lnTo>
                      <a:pt x="24866" y="41668"/>
                    </a:lnTo>
                    <a:lnTo>
                      <a:pt x="24116" y="41668"/>
                    </a:lnTo>
                    <a:lnTo>
                      <a:pt x="24116" y="37453"/>
                    </a:lnTo>
                    <a:lnTo>
                      <a:pt x="23326" y="37453"/>
                    </a:lnTo>
                    <a:lnTo>
                      <a:pt x="23326" y="36702"/>
                    </a:lnTo>
                    <a:close/>
                    <a:moveTo>
                      <a:pt x="27445" y="40917"/>
                    </a:moveTo>
                    <a:lnTo>
                      <a:pt x="27445" y="41668"/>
                    </a:lnTo>
                    <a:lnTo>
                      <a:pt x="26694" y="41668"/>
                    </a:lnTo>
                    <a:lnTo>
                      <a:pt x="26694" y="40917"/>
                    </a:lnTo>
                    <a:close/>
                    <a:moveTo>
                      <a:pt x="37260" y="36625"/>
                    </a:moveTo>
                    <a:lnTo>
                      <a:pt x="37511" y="36645"/>
                    </a:lnTo>
                    <a:lnTo>
                      <a:pt x="37626" y="36683"/>
                    </a:lnTo>
                    <a:lnTo>
                      <a:pt x="37722" y="36722"/>
                    </a:lnTo>
                    <a:lnTo>
                      <a:pt x="37819" y="36760"/>
                    </a:lnTo>
                    <a:lnTo>
                      <a:pt x="37934" y="36818"/>
                    </a:lnTo>
                    <a:lnTo>
                      <a:pt x="38107" y="36972"/>
                    </a:lnTo>
                    <a:lnTo>
                      <a:pt x="38261" y="37164"/>
                    </a:lnTo>
                    <a:lnTo>
                      <a:pt x="38319" y="37261"/>
                    </a:lnTo>
                    <a:lnTo>
                      <a:pt x="38358" y="37357"/>
                    </a:lnTo>
                    <a:lnTo>
                      <a:pt x="38396" y="37472"/>
                    </a:lnTo>
                    <a:lnTo>
                      <a:pt x="38434" y="37588"/>
                    </a:lnTo>
                    <a:lnTo>
                      <a:pt x="38454" y="37819"/>
                    </a:lnTo>
                    <a:lnTo>
                      <a:pt x="38454" y="40532"/>
                    </a:lnTo>
                    <a:lnTo>
                      <a:pt x="38434" y="40763"/>
                    </a:lnTo>
                    <a:lnTo>
                      <a:pt x="38396" y="40879"/>
                    </a:lnTo>
                    <a:lnTo>
                      <a:pt x="38358" y="40994"/>
                    </a:lnTo>
                    <a:lnTo>
                      <a:pt x="38319" y="41090"/>
                    </a:lnTo>
                    <a:lnTo>
                      <a:pt x="38261" y="41187"/>
                    </a:lnTo>
                    <a:lnTo>
                      <a:pt x="38107" y="41360"/>
                    </a:lnTo>
                    <a:lnTo>
                      <a:pt x="37915" y="41514"/>
                    </a:lnTo>
                    <a:lnTo>
                      <a:pt x="37819" y="41572"/>
                    </a:lnTo>
                    <a:lnTo>
                      <a:pt x="37722" y="41629"/>
                    </a:lnTo>
                    <a:lnTo>
                      <a:pt x="37607" y="41668"/>
                    </a:lnTo>
                    <a:lnTo>
                      <a:pt x="37511" y="41687"/>
                    </a:lnTo>
                    <a:lnTo>
                      <a:pt x="37260" y="41706"/>
                    </a:lnTo>
                    <a:lnTo>
                      <a:pt x="37030" y="41687"/>
                    </a:lnTo>
                    <a:lnTo>
                      <a:pt x="36914" y="41668"/>
                    </a:lnTo>
                    <a:lnTo>
                      <a:pt x="36818" y="41629"/>
                    </a:lnTo>
                    <a:lnTo>
                      <a:pt x="36702" y="41572"/>
                    </a:lnTo>
                    <a:lnTo>
                      <a:pt x="36606" y="41514"/>
                    </a:lnTo>
                    <a:lnTo>
                      <a:pt x="36433" y="41360"/>
                    </a:lnTo>
                    <a:lnTo>
                      <a:pt x="36279" y="41187"/>
                    </a:lnTo>
                    <a:lnTo>
                      <a:pt x="36221" y="41090"/>
                    </a:lnTo>
                    <a:lnTo>
                      <a:pt x="36163" y="40975"/>
                    </a:lnTo>
                    <a:lnTo>
                      <a:pt x="36125" y="40879"/>
                    </a:lnTo>
                    <a:lnTo>
                      <a:pt x="36106" y="40763"/>
                    </a:lnTo>
                    <a:lnTo>
                      <a:pt x="36086" y="40532"/>
                    </a:lnTo>
                    <a:lnTo>
                      <a:pt x="36086" y="37819"/>
                    </a:lnTo>
                    <a:lnTo>
                      <a:pt x="36106" y="37568"/>
                    </a:lnTo>
                    <a:lnTo>
                      <a:pt x="36125" y="37472"/>
                    </a:lnTo>
                    <a:lnTo>
                      <a:pt x="36163" y="37357"/>
                    </a:lnTo>
                    <a:lnTo>
                      <a:pt x="36221" y="37261"/>
                    </a:lnTo>
                    <a:lnTo>
                      <a:pt x="36279" y="37164"/>
                    </a:lnTo>
                    <a:lnTo>
                      <a:pt x="36433" y="36972"/>
                    </a:lnTo>
                    <a:lnTo>
                      <a:pt x="36606" y="36818"/>
                    </a:lnTo>
                    <a:lnTo>
                      <a:pt x="36702" y="36760"/>
                    </a:lnTo>
                    <a:lnTo>
                      <a:pt x="36818" y="36722"/>
                    </a:lnTo>
                    <a:lnTo>
                      <a:pt x="36914" y="36683"/>
                    </a:lnTo>
                    <a:lnTo>
                      <a:pt x="37030" y="36645"/>
                    </a:lnTo>
                    <a:lnTo>
                      <a:pt x="37260" y="36625"/>
                    </a:lnTo>
                    <a:close/>
                    <a:moveTo>
                      <a:pt x="40282" y="36625"/>
                    </a:moveTo>
                    <a:lnTo>
                      <a:pt x="40532" y="36645"/>
                    </a:lnTo>
                    <a:lnTo>
                      <a:pt x="40648" y="36683"/>
                    </a:lnTo>
                    <a:lnTo>
                      <a:pt x="40744" y="36722"/>
                    </a:lnTo>
                    <a:lnTo>
                      <a:pt x="40840" y="36760"/>
                    </a:lnTo>
                    <a:lnTo>
                      <a:pt x="40956" y="36818"/>
                    </a:lnTo>
                    <a:lnTo>
                      <a:pt x="41129" y="36972"/>
                    </a:lnTo>
                    <a:lnTo>
                      <a:pt x="41283" y="37164"/>
                    </a:lnTo>
                    <a:lnTo>
                      <a:pt x="41341" y="37261"/>
                    </a:lnTo>
                    <a:lnTo>
                      <a:pt x="41379" y="37357"/>
                    </a:lnTo>
                    <a:lnTo>
                      <a:pt x="41418" y="37472"/>
                    </a:lnTo>
                    <a:lnTo>
                      <a:pt x="41456" y="37588"/>
                    </a:lnTo>
                    <a:lnTo>
                      <a:pt x="41475" y="37819"/>
                    </a:lnTo>
                    <a:lnTo>
                      <a:pt x="41475" y="40532"/>
                    </a:lnTo>
                    <a:lnTo>
                      <a:pt x="41456" y="40763"/>
                    </a:lnTo>
                    <a:lnTo>
                      <a:pt x="41418" y="40879"/>
                    </a:lnTo>
                    <a:lnTo>
                      <a:pt x="41379" y="40994"/>
                    </a:lnTo>
                    <a:lnTo>
                      <a:pt x="41341" y="41090"/>
                    </a:lnTo>
                    <a:lnTo>
                      <a:pt x="41283" y="41187"/>
                    </a:lnTo>
                    <a:lnTo>
                      <a:pt x="41129" y="41360"/>
                    </a:lnTo>
                    <a:lnTo>
                      <a:pt x="40936" y="41514"/>
                    </a:lnTo>
                    <a:lnTo>
                      <a:pt x="40840" y="41572"/>
                    </a:lnTo>
                    <a:lnTo>
                      <a:pt x="40744" y="41629"/>
                    </a:lnTo>
                    <a:lnTo>
                      <a:pt x="40629" y="41668"/>
                    </a:lnTo>
                    <a:lnTo>
                      <a:pt x="40532" y="41687"/>
                    </a:lnTo>
                    <a:lnTo>
                      <a:pt x="40282" y="41706"/>
                    </a:lnTo>
                    <a:lnTo>
                      <a:pt x="40051" y="41687"/>
                    </a:lnTo>
                    <a:lnTo>
                      <a:pt x="39936" y="41668"/>
                    </a:lnTo>
                    <a:lnTo>
                      <a:pt x="39820" y="41629"/>
                    </a:lnTo>
                    <a:lnTo>
                      <a:pt x="39724" y="41572"/>
                    </a:lnTo>
                    <a:lnTo>
                      <a:pt x="39628" y="41514"/>
                    </a:lnTo>
                    <a:lnTo>
                      <a:pt x="39455" y="41360"/>
                    </a:lnTo>
                    <a:lnTo>
                      <a:pt x="39301" y="41187"/>
                    </a:lnTo>
                    <a:lnTo>
                      <a:pt x="39243" y="41090"/>
                    </a:lnTo>
                    <a:lnTo>
                      <a:pt x="39185" y="40975"/>
                    </a:lnTo>
                    <a:lnTo>
                      <a:pt x="39147" y="40879"/>
                    </a:lnTo>
                    <a:lnTo>
                      <a:pt x="39127" y="40763"/>
                    </a:lnTo>
                    <a:lnTo>
                      <a:pt x="39108" y="40532"/>
                    </a:lnTo>
                    <a:lnTo>
                      <a:pt x="39108" y="37819"/>
                    </a:lnTo>
                    <a:lnTo>
                      <a:pt x="39127" y="37568"/>
                    </a:lnTo>
                    <a:lnTo>
                      <a:pt x="39147" y="37472"/>
                    </a:lnTo>
                    <a:lnTo>
                      <a:pt x="39185" y="37357"/>
                    </a:lnTo>
                    <a:lnTo>
                      <a:pt x="39243" y="37261"/>
                    </a:lnTo>
                    <a:lnTo>
                      <a:pt x="39301" y="37164"/>
                    </a:lnTo>
                    <a:lnTo>
                      <a:pt x="39455" y="36972"/>
                    </a:lnTo>
                    <a:lnTo>
                      <a:pt x="39628" y="36818"/>
                    </a:lnTo>
                    <a:lnTo>
                      <a:pt x="39724" y="36760"/>
                    </a:lnTo>
                    <a:lnTo>
                      <a:pt x="39839" y="36722"/>
                    </a:lnTo>
                    <a:lnTo>
                      <a:pt x="39936" y="36683"/>
                    </a:lnTo>
                    <a:lnTo>
                      <a:pt x="40051" y="36645"/>
                    </a:lnTo>
                    <a:lnTo>
                      <a:pt x="40282" y="36625"/>
                    </a:lnTo>
                    <a:close/>
                    <a:moveTo>
                      <a:pt x="31063" y="36317"/>
                    </a:moveTo>
                    <a:lnTo>
                      <a:pt x="31063" y="36625"/>
                    </a:lnTo>
                    <a:lnTo>
                      <a:pt x="31198" y="36664"/>
                    </a:lnTo>
                    <a:lnTo>
                      <a:pt x="31333" y="36722"/>
                    </a:lnTo>
                    <a:lnTo>
                      <a:pt x="31448" y="36799"/>
                    </a:lnTo>
                    <a:lnTo>
                      <a:pt x="31564" y="36876"/>
                    </a:lnTo>
                    <a:lnTo>
                      <a:pt x="31718" y="37068"/>
                    </a:lnTo>
                    <a:lnTo>
                      <a:pt x="31833" y="37261"/>
                    </a:lnTo>
                    <a:lnTo>
                      <a:pt x="31910" y="37491"/>
                    </a:lnTo>
                    <a:lnTo>
                      <a:pt x="31949" y="37742"/>
                    </a:lnTo>
                    <a:lnTo>
                      <a:pt x="31237" y="37876"/>
                    </a:lnTo>
                    <a:lnTo>
                      <a:pt x="31198" y="37722"/>
                    </a:lnTo>
                    <a:lnTo>
                      <a:pt x="31179" y="37588"/>
                    </a:lnTo>
                    <a:lnTo>
                      <a:pt x="31121" y="37491"/>
                    </a:lnTo>
                    <a:lnTo>
                      <a:pt x="31063" y="37395"/>
                    </a:lnTo>
                    <a:lnTo>
                      <a:pt x="31006" y="37338"/>
                    </a:lnTo>
                    <a:lnTo>
                      <a:pt x="30929" y="37299"/>
                    </a:lnTo>
                    <a:lnTo>
                      <a:pt x="30852" y="37280"/>
                    </a:lnTo>
                    <a:lnTo>
                      <a:pt x="30755" y="37261"/>
                    </a:lnTo>
                    <a:lnTo>
                      <a:pt x="30659" y="37280"/>
                    </a:lnTo>
                    <a:lnTo>
                      <a:pt x="30582" y="37318"/>
                    </a:lnTo>
                    <a:lnTo>
                      <a:pt x="30505" y="37376"/>
                    </a:lnTo>
                    <a:lnTo>
                      <a:pt x="30447" y="37453"/>
                    </a:lnTo>
                    <a:lnTo>
                      <a:pt x="30409" y="37530"/>
                    </a:lnTo>
                    <a:lnTo>
                      <a:pt x="30390" y="37607"/>
                    </a:lnTo>
                    <a:lnTo>
                      <a:pt x="30370" y="37703"/>
                    </a:lnTo>
                    <a:lnTo>
                      <a:pt x="30351" y="37819"/>
                    </a:lnTo>
                    <a:lnTo>
                      <a:pt x="30370" y="37992"/>
                    </a:lnTo>
                    <a:lnTo>
                      <a:pt x="30428" y="38165"/>
                    </a:lnTo>
                    <a:lnTo>
                      <a:pt x="30524" y="38338"/>
                    </a:lnTo>
                    <a:lnTo>
                      <a:pt x="30659" y="38512"/>
                    </a:lnTo>
                    <a:lnTo>
                      <a:pt x="30794" y="38646"/>
                    </a:lnTo>
                    <a:lnTo>
                      <a:pt x="30986" y="38819"/>
                    </a:lnTo>
                    <a:lnTo>
                      <a:pt x="31333" y="39127"/>
                    </a:lnTo>
                    <a:lnTo>
                      <a:pt x="31583" y="39416"/>
                    </a:lnTo>
                    <a:lnTo>
                      <a:pt x="31679" y="39551"/>
                    </a:lnTo>
                    <a:lnTo>
                      <a:pt x="31756" y="39686"/>
                    </a:lnTo>
                    <a:lnTo>
                      <a:pt x="31852" y="39878"/>
                    </a:lnTo>
                    <a:lnTo>
                      <a:pt x="31929" y="40051"/>
                    </a:lnTo>
                    <a:lnTo>
                      <a:pt x="31968" y="40224"/>
                    </a:lnTo>
                    <a:lnTo>
                      <a:pt x="31987" y="40398"/>
                    </a:lnTo>
                    <a:lnTo>
                      <a:pt x="31987" y="40552"/>
                    </a:lnTo>
                    <a:lnTo>
                      <a:pt x="31968" y="40686"/>
                    </a:lnTo>
                    <a:lnTo>
                      <a:pt x="31929" y="40821"/>
                    </a:lnTo>
                    <a:lnTo>
                      <a:pt x="31891" y="40956"/>
                    </a:lnTo>
                    <a:lnTo>
                      <a:pt x="31852" y="41071"/>
                    </a:lnTo>
                    <a:lnTo>
                      <a:pt x="31795" y="41187"/>
                    </a:lnTo>
                    <a:lnTo>
                      <a:pt x="31718" y="41302"/>
                    </a:lnTo>
                    <a:lnTo>
                      <a:pt x="31621" y="41379"/>
                    </a:lnTo>
                    <a:lnTo>
                      <a:pt x="31506" y="41475"/>
                    </a:lnTo>
                    <a:lnTo>
                      <a:pt x="31371" y="41552"/>
                    </a:lnTo>
                    <a:lnTo>
                      <a:pt x="31217" y="41610"/>
                    </a:lnTo>
                    <a:lnTo>
                      <a:pt x="31063" y="41649"/>
                    </a:lnTo>
                    <a:lnTo>
                      <a:pt x="31063" y="42014"/>
                    </a:lnTo>
                    <a:lnTo>
                      <a:pt x="30428" y="42014"/>
                    </a:lnTo>
                    <a:lnTo>
                      <a:pt x="30428" y="41649"/>
                    </a:lnTo>
                    <a:lnTo>
                      <a:pt x="30216" y="41572"/>
                    </a:lnTo>
                    <a:lnTo>
                      <a:pt x="30024" y="41456"/>
                    </a:lnTo>
                    <a:lnTo>
                      <a:pt x="29870" y="41302"/>
                    </a:lnTo>
                    <a:lnTo>
                      <a:pt x="29735" y="41110"/>
                    </a:lnTo>
                    <a:lnTo>
                      <a:pt x="29639" y="40917"/>
                    </a:lnTo>
                    <a:lnTo>
                      <a:pt x="29581" y="40725"/>
                    </a:lnTo>
                    <a:lnTo>
                      <a:pt x="29524" y="40513"/>
                    </a:lnTo>
                    <a:lnTo>
                      <a:pt x="29504" y="40282"/>
                    </a:lnTo>
                    <a:lnTo>
                      <a:pt x="30216" y="40224"/>
                    </a:lnTo>
                    <a:lnTo>
                      <a:pt x="30255" y="40436"/>
                    </a:lnTo>
                    <a:lnTo>
                      <a:pt x="30293" y="40609"/>
                    </a:lnTo>
                    <a:lnTo>
                      <a:pt x="30370" y="40744"/>
                    </a:lnTo>
                    <a:lnTo>
                      <a:pt x="30447" y="40860"/>
                    </a:lnTo>
                    <a:lnTo>
                      <a:pt x="30524" y="40917"/>
                    </a:lnTo>
                    <a:lnTo>
                      <a:pt x="30601" y="40956"/>
                    </a:lnTo>
                    <a:lnTo>
                      <a:pt x="30678" y="40994"/>
                    </a:lnTo>
                    <a:lnTo>
                      <a:pt x="30755" y="40994"/>
                    </a:lnTo>
                    <a:lnTo>
                      <a:pt x="30871" y="40975"/>
                    </a:lnTo>
                    <a:lnTo>
                      <a:pt x="30986" y="40937"/>
                    </a:lnTo>
                    <a:lnTo>
                      <a:pt x="31063" y="40860"/>
                    </a:lnTo>
                    <a:lnTo>
                      <a:pt x="31140" y="40744"/>
                    </a:lnTo>
                    <a:lnTo>
                      <a:pt x="31179" y="40686"/>
                    </a:lnTo>
                    <a:lnTo>
                      <a:pt x="31198" y="40609"/>
                    </a:lnTo>
                    <a:lnTo>
                      <a:pt x="31217" y="40417"/>
                    </a:lnTo>
                    <a:lnTo>
                      <a:pt x="31198" y="40263"/>
                    </a:lnTo>
                    <a:lnTo>
                      <a:pt x="31160" y="40109"/>
                    </a:lnTo>
                    <a:lnTo>
                      <a:pt x="31063" y="39955"/>
                    </a:lnTo>
                    <a:lnTo>
                      <a:pt x="30948" y="39801"/>
                    </a:lnTo>
                    <a:lnTo>
                      <a:pt x="30274" y="39166"/>
                    </a:lnTo>
                    <a:lnTo>
                      <a:pt x="30120" y="39012"/>
                    </a:lnTo>
                    <a:lnTo>
                      <a:pt x="29986" y="38858"/>
                    </a:lnTo>
                    <a:lnTo>
                      <a:pt x="29870" y="38704"/>
                    </a:lnTo>
                    <a:lnTo>
                      <a:pt x="29774" y="38569"/>
                    </a:lnTo>
                    <a:lnTo>
                      <a:pt x="29697" y="38396"/>
                    </a:lnTo>
                    <a:lnTo>
                      <a:pt x="29639" y="38223"/>
                    </a:lnTo>
                    <a:lnTo>
                      <a:pt x="29601" y="38030"/>
                    </a:lnTo>
                    <a:lnTo>
                      <a:pt x="29581" y="37838"/>
                    </a:lnTo>
                    <a:lnTo>
                      <a:pt x="29601" y="37645"/>
                    </a:lnTo>
                    <a:lnTo>
                      <a:pt x="29620" y="37472"/>
                    </a:lnTo>
                    <a:lnTo>
                      <a:pt x="29678" y="37299"/>
                    </a:lnTo>
                    <a:lnTo>
                      <a:pt x="29774" y="37126"/>
                    </a:lnTo>
                    <a:lnTo>
                      <a:pt x="29889" y="36953"/>
                    </a:lnTo>
                    <a:lnTo>
                      <a:pt x="30043" y="36818"/>
                    </a:lnTo>
                    <a:lnTo>
                      <a:pt x="30216" y="36702"/>
                    </a:lnTo>
                    <a:lnTo>
                      <a:pt x="30428" y="36625"/>
                    </a:lnTo>
                    <a:lnTo>
                      <a:pt x="30428" y="36317"/>
                    </a:lnTo>
                    <a:close/>
                    <a:moveTo>
                      <a:pt x="31237" y="45979"/>
                    </a:moveTo>
                    <a:lnTo>
                      <a:pt x="31564" y="45998"/>
                    </a:lnTo>
                    <a:lnTo>
                      <a:pt x="31872" y="46037"/>
                    </a:lnTo>
                    <a:lnTo>
                      <a:pt x="32180" y="46114"/>
                    </a:lnTo>
                    <a:lnTo>
                      <a:pt x="32468" y="46229"/>
                    </a:lnTo>
                    <a:lnTo>
                      <a:pt x="32757" y="46364"/>
                    </a:lnTo>
                    <a:lnTo>
                      <a:pt x="33007" y="46518"/>
                    </a:lnTo>
                    <a:lnTo>
                      <a:pt x="33257" y="46710"/>
                    </a:lnTo>
                    <a:lnTo>
                      <a:pt x="33488" y="46903"/>
                    </a:lnTo>
                    <a:lnTo>
                      <a:pt x="33681" y="47134"/>
                    </a:lnTo>
                    <a:lnTo>
                      <a:pt x="33873" y="47384"/>
                    </a:lnTo>
                    <a:lnTo>
                      <a:pt x="34027" y="47634"/>
                    </a:lnTo>
                    <a:lnTo>
                      <a:pt x="34162" y="47923"/>
                    </a:lnTo>
                    <a:lnTo>
                      <a:pt x="34277" y="48211"/>
                    </a:lnTo>
                    <a:lnTo>
                      <a:pt x="34354" y="48519"/>
                    </a:lnTo>
                    <a:lnTo>
                      <a:pt x="34393" y="48827"/>
                    </a:lnTo>
                    <a:lnTo>
                      <a:pt x="34412" y="49155"/>
                    </a:lnTo>
                    <a:lnTo>
                      <a:pt x="34412" y="54389"/>
                    </a:lnTo>
                    <a:lnTo>
                      <a:pt x="34393" y="54717"/>
                    </a:lnTo>
                    <a:lnTo>
                      <a:pt x="34354" y="55025"/>
                    </a:lnTo>
                    <a:lnTo>
                      <a:pt x="34277" y="55332"/>
                    </a:lnTo>
                    <a:lnTo>
                      <a:pt x="34162" y="55621"/>
                    </a:lnTo>
                    <a:lnTo>
                      <a:pt x="34027" y="55891"/>
                    </a:lnTo>
                    <a:lnTo>
                      <a:pt x="33873" y="56160"/>
                    </a:lnTo>
                    <a:lnTo>
                      <a:pt x="33681" y="56410"/>
                    </a:lnTo>
                    <a:lnTo>
                      <a:pt x="33488" y="56622"/>
                    </a:lnTo>
                    <a:lnTo>
                      <a:pt x="33257" y="56834"/>
                    </a:lnTo>
                    <a:lnTo>
                      <a:pt x="33007" y="57026"/>
                    </a:lnTo>
                    <a:lnTo>
                      <a:pt x="32757" y="57180"/>
                    </a:lnTo>
                    <a:lnTo>
                      <a:pt x="32468" y="57315"/>
                    </a:lnTo>
                    <a:lnTo>
                      <a:pt x="32180" y="57411"/>
                    </a:lnTo>
                    <a:lnTo>
                      <a:pt x="31872" y="57488"/>
                    </a:lnTo>
                    <a:lnTo>
                      <a:pt x="31564" y="57546"/>
                    </a:lnTo>
                    <a:lnTo>
                      <a:pt x="31237" y="57565"/>
                    </a:lnTo>
                    <a:lnTo>
                      <a:pt x="15205" y="57565"/>
                    </a:lnTo>
                    <a:lnTo>
                      <a:pt x="14878" y="57546"/>
                    </a:lnTo>
                    <a:lnTo>
                      <a:pt x="14570" y="57488"/>
                    </a:lnTo>
                    <a:lnTo>
                      <a:pt x="14262" y="57411"/>
                    </a:lnTo>
                    <a:lnTo>
                      <a:pt x="13973" y="57315"/>
                    </a:lnTo>
                    <a:lnTo>
                      <a:pt x="13704" y="57180"/>
                    </a:lnTo>
                    <a:lnTo>
                      <a:pt x="13434" y="57026"/>
                    </a:lnTo>
                    <a:lnTo>
                      <a:pt x="13184" y="56834"/>
                    </a:lnTo>
                    <a:lnTo>
                      <a:pt x="12972" y="56622"/>
                    </a:lnTo>
                    <a:lnTo>
                      <a:pt x="12760" y="56410"/>
                    </a:lnTo>
                    <a:lnTo>
                      <a:pt x="12587" y="56160"/>
                    </a:lnTo>
                    <a:lnTo>
                      <a:pt x="12414" y="55891"/>
                    </a:lnTo>
                    <a:lnTo>
                      <a:pt x="12279" y="55621"/>
                    </a:lnTo>
                    <a:lnTo>
                      <a:pt x="12183" y="55332"/>
                    </a:lnTo>
                    <a:lnTo>
                      <a:pt x="12106" y="55025"/>
                    </a:lnTo>
                    <a:lnTo>
                      <a:pt x="12048" y="54717"/>
                    </a:lnTo>
                    <a:lnTo>
                      <a:pt x="12029" y="54389"/>
                    </a:lnTo>
                    <a:lnTo>
                      <a:pt x="12029" y="49155"/>
                    </a:lnTo>
                    <a:lnTo>
                      <a:pt x="12048" y="48827"/>
                    </a:lnTo>
                    <a:lnTo>
                      <a:pt x="12106" y="48519"/>
                    </a:lnTo>
                    <a:lnTo>
                      <a:pt x="12183" y="48211"/>
                    </a:lnTo>
                    <a:lnTo>
                      <a:pt x="12279" y="47923"/>
                    </a:lnTo>
                    <a:lnTo>
                      <a:pt x="12414" y="47634"/>
                    </a:lnTo>
                    <a:lnTo>
                      <a:pt x="12587" y="47384"/>
                    </a:lnTo>
                    <a:lnTo>
                      <a:pt x="12760" y="47134"/>
                    </a:lnTo>
                    <a:lnTo>
                      <a:pt x="12972" y="46903"/>
                    </a:lnTo>
                    <a:lnTo>
                      <a:pt x="13184" y="46710"/>
                    </a:lnTo>
                    <a:lnTo>
                      <a:pt x="13434" y="46518"/>
                    </a:lnTo>
                    <a:lnTo>
                      <a:pt x="13704" y="46364"/>
                    </a:lnTo>
                    <a:lnTo>
                      <a:pt x="13973" y="46229"/>
                    </a:lnTo>
                    <a:lnTo>
                      <a:pt x="14262" y="46114"/>
                    </a:lnTo>
                    <a:lnTo>
                      <a:pt x="14570" y="46037"/>
                    </a:lnTo>
                    <a:lnTo>
                      <a:pt x="14878" y="45998"/>
                    </a:lnTo>
                    <a:lnTo>
                      <a:pt x="15205" y="45979"/>
                    </a:lnTo>
                    <a:close/>
                    <a:moveTo>
                      <a:pt x="0" y="0"/>
                    </a:moveTo>
                    <a:lnTo>
                      <a:pt x="0" y="60606"/>
                    </a:lnTo>
                    <a:lnTo>
                      <a:pt x="46768" y="60606"/>
                    </a:lnTo>
                    <a:lnTo>
                      <a:pt x="46768"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1666;p39">
                <a:extLst>
                  <a:ext uri="{FF2B5EF4-FFF2-40B4-BE49-F238E27FC236}">
                    <a16:creationId xmlns:a16="http://schemas.microsoft.com/office/drawing/2014/main" id="{930C3831-9F9E-074F-67A4-98C43B817D5B}"/>
                  </a:ext>
                </a:extLst>
              </p:cNvPr>
              <p:cNvSpPr/>
              <p:nvPr/>
            </p:nvSpPr>
            <p:spPr>
              <a:xfrm>
                <a:off x="4986150" y="2505275"/>
                <a:ext cx="559600" cy="289700"/>
              </a:xfrm>
              <a:custGeom>
                <a:avLst/>
                <a:gdLst/>
                <a:ahLst/>
                <a:cxnLst/>
                <a:rect l="l" t="t" r="r" b="b"/>
                <a:pathLst>
                  <a:path w="22384" h="11588" extrusionOk="0">
                    <a:moveTo>
                      <a:pt x="3176" y="1"/>
                    </a:moveTo>
                    <a:lnTo>
                      <a:pt x="2849" y="20"/>
                    </a:lnTo>
                    <a:lnTo>
                      <a:pt x="2541" y="59"/>
                    </a:lnTo>
                    <a:lnTo>
                      <a:pt x="2233" y="136"/>
                    </a:lnTo>
                    <a:lnTo>
                      <a:pt x="1944" y="251"/>
                    </a:lnTo>
                    <a:lnTo>
                      <a:pt x="1675" y="386"/>
                    </a:lnTo>
                    <a:lnTo>
                      <a:pt x="1405" y="540"/>
                    </a:lnTo>
                    <a:lnTo>
                      <a:pt x="1155" y="732"/>
                    </a:lnTo>
                    <a:lnTo>
                      <a:pt x="943" y="925"/>
                    </a:lnTo>
                    <a:lnTo>
                      <a:pt x="731" y="1156"/>
                    </a:lnTo>
                    <a:lnTo>
                      <a:pt x="558" y="1406"/>
                    </a:lnTo>
                    <a:lnTo>
                      <a:pt x="385" y="1656"/>
                    </a:lnTo>
                    <a:lnTo>
                      <a:pt x="250" y="1945"/>
                    </a:lnTo>
                    <a:lnTo>
                      <a:pt x="154" y="2233"/>
                    </a:lnTo>
                    <a:lnTo>
                      <a:pt x="77" y="2541"/>
                    </a:lnTo>
                    <a:lnTo>
                      <a:pt x="19" y="2849"/>
                    </a:lnTo>
                    <a:lnTo>
                      <a:pt x="0" y="3177"/>
                    </a:lnTo>
                    <a:lnTo>
                      <a:pt x="0" y="8411"/>
                    </a:lnTo>
                    <a:lnTo>
                      <a:pt x="19" y="8739"/>
                    </a:lnTo>
                    <a:lnTo>
                      <a:pt x="77" y="9047"/>
                    </a:lnTo>
                    <a:lnTo>
                      <a:pt x="154" y="9354"/>
                    </a:lnTo>
                    <a:lnTo>
                      <a:pt x="250" y="9643"/>
                    </a:lnTo>
                    <a:lnTo>
                      <a:pt x="385" y="9913"/>
                    </a:lnTo>
                    <a:lnTo>
                      <a:pt x="558" y="10182"/>
                    </a:lnTo>
                    <a:lnTo>
                      <a:pt x="731" y="10432"/>
                    </a:lnTo>
                    <a:lnTo>
                      <a:pt x="943" y="10644"/>
                    </a:lnTo>
                    <a:lnTo>
                      <a:pt x="1155" y="10856"/>
                    </a:lnTo>
                    <a:lnTo>
                      <a:pt x="1405" y="11048"/>
                    </a:lnTo>
                    <a:lnTo>
                      <a:pt x="1675" y="11202"/>
                    </a:lnTo>
                    <a:lnTo>
                      <a:pt x="1944" y="11337"/>
                    </a:lnTo>
                    <a:lnTo>
                      <a:pt x="2233" y="11433"/>
                    </a:lnTo>
                    <a:lnTo>
                      <a:pt x="2541" y="11510"/>
                    </a:lnTo>
                    <a:lnTo>
                      <a:pt x="2849" y="11568"/>
                    </a:lnTo>
                    <a:lnTo>
                      <a:pt x="3176" y="11587"/>
                    </a:lnTo>
                    <a:lnTo>
                      <a:pt x="19208" y="11587"/>
                    </a:lnTo>
                    <a:lnTo>
                      <a:pt x="19535" y="11568"/>
                    </a:lnTo>
                    <a:lnTo>
                      <a:pt x="19843" y="11510"/>
                    </a:lnTo>
                    <a:lnTo>
                      <a:pt x="20151" y="11433"/>
                    </a:lnTo>
                    <a:lnTo>
                      <a:pt x="20439" y="11337"/>
                    </a:lnTo>
                    <a:lnTo>
                      <a:pt x="20728" y="11202"/>
                    </a:lnTo>
                    <a:lnTo>
                      <a:pt x="20978" y="11048"/>
                    </a:lnTo>
                    <a:lnTo>
                      <a:pt x="21228" y="10856"/>
                    </a:lnTo>
                    <a:lnTo>
                      <a:pt x="21459" y="10644"/>
                    </a:lnTo>
                    <a:lnTo>
                      <a:pt x="21652" y="10432"/>
                    </a:lnTo>
                    <a:lnTo>
                      <a:pt x="21844" y="10182"/>
                    </a:lnTo>
                    <a:lnTo>
                      <a:pt x="21998" y="9913"/>
                    </a:lnTo>
                    <a:lnTo>
                      <a:pt x="22133" y="9643"/>
                    </a:lnTo>
                    <a:lnTo>
                      <a:pt x="22248" y="9354"/>
                    </a:lnTo>
                    <a:lnTo>
                      <a:pt x="22325" y="9047"/>
                    </a:lnTo>
                    <a:lnTo>
                      <a:pt x="22364" y="8739"/>
                    </a:lnTo>
                    <a:lnTo>
                      <a:pt x="22383" y="8411"/>
                    </a:lnTo>
                    <a:lnTo>
                      <a:pt x="22383" y="3177"/>
                    </a:lnTo>
                    <a:lnTo>
                      <a:pt x="22364" y="2849"/>
                    </a:lnTo>
                    <a:lnTo>
                      <a:pt x="22325" y="2541"/>
                    </a:lnTo>
                    <a:lnTo>
                      <a:pt x="22248" y="2233"/>
                    </a:lnTo>
                    <a:lnTo>
                      <a:pt x="22133" y="1945"/>
                    </a:lnTo>
                    <a:lnTo>
                      <a:pt x="21998" y="1656"/>
                    </a:lnTo>
                    <a:lnTo>
                      <a:pt x="21844" y="1406"/>
                    </a:lnTo>
                    <a:lnTo>
                      <a:pt x="21652" y="1156"/>
                    </a:lnTo>
                    <a:lnTo>
                      <a:pt x="21459" y="925"/>
                    </a:lnTo>
                    <a:lnTo>
                      <a:pt x="21228" y="732"/>
                    </a:lnTo>
                    <a:lnTo>
                      <a:pt x="20978" y="540"/>
                    </a:lnTo>
                    <a:lnTo>
                      <a:pt x="20728" y="386"/>
                    </a:lnTo>
                    <a:lnTo>
                      <a:pt x="20439" y="251"/>
                    </a:lnTo>
                    <a:lnTo>
                      <a:pt x="20151" y="136"/>
                    </a:lnTo>
                    <a:lnTo>
                      <a:pt x="19843" y="59"/>
                    </a:lnTo>
                    <a:lnTo>
                      <a:pt x="19535" y="20"/>
                    </a:lnTo>
                    <a:lnTo>
                      <a:pt x="19208" y="1"/>
                    </a:lnTo>
                    <a:close/>
                  </a:path>
                </a:pathLst>
              </a:custGeom>
              <a:solidFill>
                <a:srgbClr val="9AB8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1667;p39">
                <a:extLst>
                  <a:ext uri="{FF2B5EF4-FFF2-40B4-BE49-F238E27FC236}">
                    <a16:creationId xmlns:a16="http://schemas.microsoft.com/office/drawing/2014/main" id="{55AFE426-AC59-2435-B6A3-3A395F087869}"/>
                  </a:ext>
                </a:extLst>
              </p:cNvPr>
              <p:cNvSpPr/>
              <p:nvPr/>
            </p:nvSpPr>
            <p:spPr>
              <a:xfrm>
                <a:off x="4718150" y="1420300"/>
                <a:ext cx="1095600" cy="724150"/>
              </a:xfrm>
              <a:custGeom>
                <a:avLst/>
                <a:gdLst/>
                <a:ahLst/>
                <a:cxnLst/>
                <a:rect l="l" t="t" r="r" b="b"/>
                <a:pathLst>
                  <a:path w="43824" h="28966" extrusionOk="0">
                    <a:moveTo>
                      <a:pt x="31102" y="2579"/>
                    </a:moveTo>
                    <a:lnTo>
                      <a:pt x="31102" y="6409"/>
                    </a:lnTo>
                    <a:lnTo>
                      <a:pt x="12722" y="6409"/>
                    </a:lnTo>
                    <a:lnTo>
                      <a:pt x="12722" y="2579"/>
                    </a:lnTo>
                    <a:close/>
                    <a:moveTo>
                      <a:pt x="9257" y="9258"/>
                    </a:moveTo>
                    <a:lnTo>
                      <a:pt x="9450" y="9296"/>
                    </a:lnTo>
                    <a:lnTo>
                      <a:pt x="9604" y="9335"/>
                    </a:lnTo>
                    <a:lnTo>
                      <a:pt x="9777" y="9392"/>
                    </a:lnTo>
                    <a:lnTo>
                      <a:pt x="9931" y="9469"/>
                    </a:lnTo>
                    <a:lnTo>
                      <a:pt x="10085" y="9546"/>
                    </a:lnTo>
                    <a:lnTo>
                      <a:pt x="10220" y="9662"/>
                    </a:lnTo>
                    <a:lnTo>
                      <a:pt x="10335" y="9777"/>
                    </a:lnTo>
                    <a:lnTo>
                      <a:pt x="10451" y="9893"/>
                    </a:lnTo>
                    <a:lnTo>
                      <a:pt x="10547" y="10027"/>
                    </a:lnTo>
                    <a:lnTo>
                      <a:pt x="10643" y="10181"/>
                    </a:lnTo>
                    <a:lnTo>
                      <a:pt x="10720" y="10335"/>
                    </a:lnTo>
                    <a:lnTo>
                      <a:pt x="10778" y="10489"/>
                    </a:lnTo>
                    <a:lnTo>
                      <a:pt x="10816" y="10663"/>
                    </a:lnTo>
                    <a:lnTo>
                      <a:pt x="10855" y="10836"/>
                    </a:lnTo>
                    <a:lnTo>
                      <a:pt x="10855" y="11028"/>
                    </a:lnTo>
                    <a:lnTo>
                      <a:pt x="10855" y="14820"/>
                    </a:lnTo>
                    <a:lnTo>
                      <a:pt x="10855" y="14993"/>
                    </a:lnTo>
                    <a:lnTo>
                      <a:pt x="10816" y="15166"/>
                    </a:lnTo>
                    <a:lnTo>
                      <a:pt x="10778" y="15339"/>
                    </a:lnTo>
                    <a:lnTo>
                      <a:pt x="10720" y="15493"/>
                    </a:lnTo>
                    <a:lnTo>
                      <a:pt x="10643" y="15667"/>
                    </a:lnTo>
                    <a:lnTo>
                      <a:pt x="10547" y="15801"/>
                    </a:lnTo>
                    <a:lnTo>
                      <a:pt x="10451" y="15936"/>
                    </a:lnTo>
                    <a:lnTo>
                      <a:pt x="10335" y="16071"/>
                    </a:lnTo>
                    <a:lnTo>
                      <a:pt x="10220" y="16186"/>
                    </a:lnTo>
                    <a:lnTo>
                      <a:pt x="10085" y="16282"/>
                    </a:lnTo>
                    <a:lnTo>
                      <a:pt x="9931" y="16379"/>
                    </a:lnTo>
                    <a:lnTo>
                      <a:pt x="9777" y="16456"/>
                    </a:lnTo>
                    <a:lnTo>
                      <a:pt x="9604" y="16513"/>
                    </a:lnTo>
                    <a:lnTo>
                      <a:pt x="9450" y="16552"/>
                    </a:lnTo>
                    <a:lnTo>
                      <a:pt x="9257" y="16571"/>
                    </a:lnTo>
                    <a:lnTo>
                      <a:pt x="9084" y="16590"/>
                    </a:lnTo>
                    <a:lnTo>
                      <a:pt x="4677" y="16590"/>
                    </a:lnTo>
                    <a:lnTo>
                      <a:pt x="4504" y="16571"/>
                    </a:lnTo>
                    <a:lnTo>
                      <a:pt x="4330" y="16552"/>
                    </a:lnTo>
                    <a:lnTo>
                      <a:pt x="4157" y="16513"/>
                    </a:lnTo>
                    <a:lnTo>
                      <a:pt x="3984" y="16456"/>
                    </a:lnTo>
                    <a:lnTo>
                      <a:pt x="3830" y="16379"/>
                    </a:lnTo>
                    <a:lnTo>
                      <a:pt x="3695" y="16282"/>
                    </a:lnTo>
                    <a:lnTo>
                      <a:pt x="3561" y="16186"/>
                    </a:lnTo>
                    <a:lnTo>
                      <a:pt x="3426" y="16071"/>
                    </a:lnTo>
                    <a:lnTo>
                      <a:pt x="3310" y="15936"/>
                    </a:lnTo>
                    <a:lnTo>
                      <a:pt x="3214" y="15801"/>
                    </a:lnTo>
                    <a:lnTo>
                      <a:pt x="3118" y="15667"/>
                    </a:lnTo>
                    <a:lnTo>
                      <a:pt x="3041" y="15493"/>
                    </a:lnTo>
                    <a:lnTo>
                      <a:pt x="2983" y="15339"/>
                    </a:lnTo>
                    <a:lnTo>
                      <a:pt x="2945" y="15166"/>
                    </a:lnTo>
                    <a:lnTo>
                      <a:pt x="2906" y="14993"/>
                    </a:lnTo>
                    <a:lnTo>
                      <a:pt x="2906" y="14820"/>
                    </a:lnTo>
                    <a:lnTo>
                      <a:pt x="2906" y="11028"/>
                    </a:lnTo>
                    <a:lnTo>
                      <a:pt x="2906" y="10836"/>
                    </a:lnTo>
                    <a:lnTo>
                      <a:pt x="2945" y="10663"/>
                    </a:lnTo>
                    <a:lnTo>
                      <a:pt x="2983" y="10489"/>
                    </a:lnTo>
                    <a:lnTo>
                      <a:pt x="3041" y="10335"/>
                    </a:lnTo>
                    <a:lnTo>
                      <a:pt x="3118" y="10181"/>
                    </a:lnTo>
                    <a:lnTo>
                      <a:pt x="3214" y="10027"/>
                    </a:lnTo>
                    <a:lnTo>
                      <a:pt x="3310" y="9893"/>
                    </a:lnTo>
                    <a:lnTo>
                      <a:pt x="3426" y="9777"/>
                    </a:lnTo>
                    <a:lnTo>
                      <a:pt x="3561" y="9662"/>
                    </a:lnTo>
                    <a:lnTo>
                      <a:pt x="3695" y="9546"/>
                    </a:lnTo>
                    <a:lnTo>
                      <a:pt x="3830" y="9469"/>
                    </a:lnTo>
                    <a:lnTo>
                      <a:pt x="3984" y="9392"/>
                    </a:lnTo>
                    <a:lnTo>
                      <a:pt x="4157" y="9335"/>
                    </a:lnTo>
                    <a:lnTo>
                      <a:pt x="4330" y="9296"/>
                    </a:lnTo>
                    <a:lnTo>
                      <a:pt x="4504" y="9258"/>
                    </a:lnTo>
                    <a:close/>
                    <a:moveTo>
                      <a:pt x="11163" y="19458"/>
                    </a:moveTo>
                    <a:lnTo>
                      <a:pt x="11163" y="21941"/>
                    </a:lnTo>
                    <a:lnTo>
                      <a:pt x="3176" y="21941"/>
                    </a:lnTo>
                    <a:lnTo>
                      <a:pt x="3176" y="19458"/>
                    </a:lnTo>
                    <a:close/>
                    <a:moveTo>
                      <a:pt x="20613" y="19458"/>
                    </a:moveTo>
                    <a:lnTo>
                      <a:pt x="20613" y="21941"/>
                    </a:lnTo>
                    <a:lnTo>
                      <a:pt x="12625" y="21941"/>
                    </a:lnTo>
                    <a:lnTo>
                      <a:pt x="12625" y="19458"/>
                    </a:lnTo>
                    <a:close/>
                    <a:moveTo>
                      <a:pt x="30274" y="19458"/>
                    </a:moveTo>
                    <a:lnTo>
                      <a:pt x="30274" y="21941"/>
                    </a:lnTo>
                    <a:lnTo>
                      <a:pt x="22287" y="21941"/>
                    </a:lnTo>
                    <a:lnTo>
                      <a:pt x="22287" y="19458"/>
                    </a:lnTo>
                    <a:close/>
                    <a:moveTo>
                      <a:pt x="39724" y="19458"/>
                    </a:moveTo>
                    <a:lnTo>
                      <a:pt x="39724" y="21941"/>
                    </a:lnTo>
                    <a:lnTo>
                      <a:pt x="31737" y="21941"/>
                    </a:lnTo>
                    <a:lnTo>
                      <a:pt x="31737" y="19458"/>
                    </a:lnTo>
                    <a:close/>
                    <a:moveTo>
                      <a:pt x="2002" y="0"/>
                    </a:moveTo>
                    <a:lnTo>
                      <a:pt x="1790" y="39"/>
                    </a:lnTo>
                    <a:lnTo>
                      <a:pt x="1578" y="97"/>
                    </a:lnTo>
                    <a:lnTo>
                      <a:pt x="1367" y="174"/>
                    </a:lnTo>
                    <a:lnTo>
                      <a:pt x="1174" y="270"/>
                    </a:lnTo>
                    <a:lnTo>
                      <a:pt x="982" y="366"/>
                    </a:lnTo>
                    <a:lnTo>
                      <a:pt x="828" y="501"/>
                    </a:lnTo>
                    <a:lnTo>
                      <a:pt x="655" y="635"/>
                    </a:lnTo>
                    <a:lnTo>
                      <a:pt x="520" y="809"/>
                    </a:lnTo>
                    <a:lnTo>
                      <a:pt x="385" y="982"/>
                    </a:lnTo>
                    <a:lnTo>
                      <a:pt x="270" y="1155"/>
                    </a:lnTo>
                    <a:lnTo>
                      <a:pt x="193" y="1348"/>
                    </a:lnTo>
                    <a:lnTo>
                      <a:pt x="116" y="1559"/>
                    </a:lnTo>
                    <a:lnTo>
                      <a:pt x="58" y="1771"/>
                    </a:lnTo>
                    <a:lnTo>
                      <a:pt x="19" y="2002"/>
                    </a:lnTo>
                    <a:lnTo>
                      <a:pt x="0" y="2214"/>
                    </a:lnTo>
                    <a:lnTo>
                      <a:pt x="0" y="26733"/>
                    </a:lnTo>
                    <a:lnTo>
                      <a:pt x="19" y="26964"/>
                    </a:lnTo>
                    <a:lnTo>
                      <a:pt x="58" y="27195"/>
                    </a:lnTo>
                    <a:lnTo>
                      <a:pt x="116" y="27407"/>
                    </a:lnTo>
                    <a:lnTo>
                      <a:pt x="193" y="27599"/>
                    </a:lnTo>
                    <a:lnTo>
                      <a:pt x="270" y="27791"/>
                    </a:lnTo>
                    <a:lnTo>
                      <a:pt x="385" y="27984"/>
                    </a:lnTo>
                    <a:lnTo>
                      <a:pt x="520" y="28157"/>
                    </a:lnTo>
                    <a:lnTo>
                      <a:pt x="655" y="28311"/>
                    </a:lnTo>
                    <a:lnTo>
                      <a:pt x="828" y="28465"/>
                    </a:lnTo>
                    <a:lnTo>
                      <a:pt x="982" y="28581"/>
                    </a:lnTo>
                    <a:lnTo>
                      <a:pt x="1174" y="28696"/>
                    </a:lnTo>
                    <a:lnTo>
                      <a:pt x="1367" y="28792"/>
                    </a:lnTo>
                    <a:lnTo>
                      <a:pt x="1578" y="28869"/>
                    </a:lnTo>
                    <a:lnTo>
                      <a:pt x="1790" y="28927"/>
                    </a:lnTo>
                    <a:lnTo>
                      <a:pt x="2002" y="28946"/>
                    </a:lnTo>
                    <a:lnTo>
                      <a:pt x="2233" y="28965"/>
                    </a:lnTo>
                    <a:lnTo>
                      <a:pt x="41591" y="28965"/>
                    </a:lnTo>
                    <a:lnTo>
                      <a:pt x="41821" y="28946"/>
                    </a:lnTo>
                    <a:lnTo>
                      <a:pt x="42033" y="28927"/>
                    </a:lnTo>
                    <a:lnTo>
                      <a:pt x="42264" y="28869"/>
                    </a:lnTo>
                    <a:lnTo>
                      <a:pt x="42457" y="28792"/>
                    </a:lnTo>
                    <a:lnTo>
                      <a:pt x="42649" y="28696"/>
                    </a:lnTo>
                    <a:lnTo>
                      <a:pt x="42842" y="28581"/>
                    </a:lnTo>
                    <a:lnTo>
                      <a:pt x="43015" y="28465"/>
                    </a:lnTo>
                    <a:lnTo>
                      <a:pt x="43169" y="28311"/>
                    </a:lnTo>
                    <a:lnTo>
                      <a:pt x="43303" y="28157"/>
                    </a:lnTo>
                    <a:lnTo>
                      <a:pt x="43438" y="27984"/>
                    </a:lnTo>
                    <a:lnTo>
                      <a:pt x="43554" y="27791"/>
                    </a:lnTo>
                    <a:lnTo>
                      <a:pt x="43650" y="27599"/>
                    </a:lnTo>
                    <a:lnTo>
                      <a:pt x="43727" y="27407"/>
                    </a:lnTo>
                    <a:lnTo>
                      <a:pt x="43785" y="27195"/>
                    </a:lnTo>
                    <a:lnTo>
                      <a:pt x="43804" y="26964"/>
                    </a:lnTo>
                    <a:lnTo>
                      <a:pt x="43823" y="26733"/>
                    </a:lnTo>
                    <a:lnTo>
                      <a:pt x="43823" y="2214"/>
                    </a:lnTo>
                    <a:lnTo>
                      <a:pt x="43804" y="2002"/>
                    </a:lnTo>
                    <a:lnTo>
                      <a:pt x="43785" y="1771"/>
                    </a:lnTo>
                    <a:lnTo>
                      <a:pt x="43727" y="1559"/>
                    </a:lnTo>
                    <a:lnTo>
                      <a:pt x="43650" y="1348"/>
                    </a:lnTo>
                    <a:lnTo>
                      <a:pt x="43554" y="1155"/>
                    </a:lnTo>
                    <a:lnTo>
                      <a:pt x="43438" y="982"/>
                    </a:lnTo>
                    <a:lnTo>
                      <a:pt x="43303" y="809"/>
                    </a:lnTo>
                    <a:lnTo>
                      <a:pt x="43169" y="635"/>
                    </a:lnTo>
                    <a:lnTo>
                      <a:pt x="43015" y="501"/>
                    </a:lnTo>
                    <a:lnTo>
                      <a:pt x="42842" y="366"/>
                    </a:lnTo>
                    <a:lnTo>
                      <a:pt x="42649" y="270"/>
                    </a:lnTo>
                    <a:lnTo>
                      <a:pt x="42457" y="174"/>
                    </a:lnTo>
                    <a:lnTo>
                      <a:pt x="42264" y="97"/>
                    </a:lnTo>
                    <a:lnTo>
                      <a:pt x="42033" y="39"/>
                    </a:lnTo>
                    <a:lnTo>
                      <a:pt x="41821" y="0"/>
                    </a:lnTo>
                    <a:close/>
                  </a:path>
                </a:pathLst>
              </a:custGeom>
              <a:solidFill>
                <a:srgbClr val="3A68A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1668;p39">
                <a:extLst>
                  <a:ext uri="{FF2B5EF4-FFF2-40B4-BE49-F238E27FC236}">
                    <a16:creationId xmlns:a16="http://schemas.microsoft.com/office/drawing/2014/main" id="{2ED21B3F-73D6-F2BE-3173-AA3A24244FA3}"/>
                  </a:ext>
                </a:extLst>
              </p:cNvPr>
              <p:cNvSpPr/>
              <p:nvPr/>
            </p:nvSpPr>
            <p:spPr>
              <a:xfrm>
                <a:off x="4790800" y="1651725"/>
                <a:ext cx="198725" cy="183350"/>
              </a:xfrm>
              <a:custGeom>
                <a:avLst/>
                <a:gdLst/>
                <a:ahLst/>
                <a:cxnLst/>
                <a:rect l="l" t="t" r="r" b="b"/>
                <a:pathLst>
                  <a:path w="7949" h="7334" extrusionOk="0">
                    <a:moveTo>
                      <a:pt x="1598" y="1"/>
                    </a:moveTo>
                    <a:lnTo>
                      <a:pt x="1424" y="39"/>
                    </a:lnTo>
                    <a:lnTo>
                      <a:pt x="1251" y="78"/>
                    </a:lnTo>
                    <a:lnTo>
                      <a:pt x="1078" y="135"/>
                    </a:lnTo>
                    <a:lnTo>
                      <a:pt x="924" y="212"/>
                    </a:lnTo>
                    <a:lnTo>
                      <a:pt x="789" y="289"/>
                    </a:lnTo>
                    <a:lnTo>
                      <a:pt x="655" y="405"/>
                    </a:lnTo>
                    <a:lnTo>
                      <a:pt x="520" y="520"/>
                    </a:lnTo>
                    <a:lnTo>
                      <a:pt x="404" y="636"/>
                    </a:lnTo>
                    <a:lnTo>
                      <a:pt x="308" y="770"/>
                    </a:lnTo>
                    <a:lnTo>
                      <a:pt x="212" y="924"/>
                    </a:lnTo>
                    <a:lnTo>
                      <a:pt x="135" y="1078"/>
                    </a:lnTo>
                    <a:lnTo>
                      <a:pt x="77" y="1232"/>
                    </a:lnTo>
                    <a:lnTo>
                      <a:pt x="39" y="1406"/>
                    </a:lnTo>
                    <a:lnTo>
                      <a:pt x="0" y="1579"/>
                    </a:lnTo>
                    <a:lnTo>
                      <a:pt x="0" y="1771"/>
                    </a:lnTo>
                    <a:lnTo>
                      <a:pt x="0" y="5563"/>
                    </a:lnTo>
                    <a:lnTo>
                      <a:pt x="0" y="5736"/>
                    </a:lnTo>
                    <a:lnTo>
                      <a:pt x="39" y="5909"/>
                    </a:lnTo>
                    <a:lnTo>
                      <a:pt x="77" y="6082"/>
                    </a:lnTo>
                    <a:lnTo>
                      <a:pt x="135" y="6236"/>
                    </a:lnTo>
                    <a:lnTo>
                      <a:pt x="212" y="6410"/>
                    </a:lnTo>
                    <a:lnTo>
                      <a:pt x="308" y="6544"/>
                    </a:lnTo>
                    <a:lnTo>
                      <a:pt x="404" y="6679"/>
                    </a:lnTo>
                    <a:lnTo>
                      <a:pt x="520" y="6814"/>
                    </a:lnTo>
                    <a:lnTo>
                      <a:pt x="655" y="6929"/>
                    </a:lnTo>
                    <a:lnTo>
                      <a:pt x="789" y="7025"/>
                    </a:lnTo>
                    <a:lnTo>
                      <a:pt x="924" y="7122"/>
                    </a:lnTo>
                    <a:lnTo>
                      <a:pt x="1078" y="7199"/>
                    </a:lnTo>
                    <a:lnTo>
                      <a:pt x="1251" y="7256"/>
                    </a:lnTo>
                    <a:lnTo>
                      <a:pt x="1424" y="7295"/>
                    </a:lnTo>
                    <a:lnTo>
                      <a:pt x="1598" y="7314"/>
                    </a:lnTo>
                    <a:lnTo>
                      <a:pt x="1771" y="7333"/>
                    </a:lnTo>
                    <a:lnTo>
                      <a:pt x="6178" y="7333"/>
                    </a:lnTo>
                    <a:lnTo>
                      <a:pt x="6351" y="7314"/>
                    </a:lnTo>
                    <a:lnTo>
                      <a:pt x="6544" y="7295"/>
                    </a:lnTo>
                    <a:lnTo>
                      <a:pt x="6698" y="7256"/>
                    </a:lnTo>
                    <a:lnTo>
                      <a:pt x="6871" y="7199"/>
                    </a:lnTo>
                    <a:lnTo>
                      <a:pt x="7025" y="7122"/>
                    </a:lnTo>
                    <a:lnTo>
                      <a:pt x="7179" y="7025"/>
                    </a:lnTo>
                    <a:lnTo>
                      <a:pt x="7314" y="6929"/>
                    </a:lnTo>
                    <a:lnTo>
                      <a:pt x="7429" y="6814"/>
                    </a:lnTo>
                    <a:lnTo>
                      <a:pt x="7545" y="6679"/>
                    </a:lnTo>
                    <a:lnTo>
                      <a:pt x="7641" y="6544"/>
                    </a:lnTo>
                    <a:lnTo>
                      <a:pt x="7737" y="6410"/>
                    </a:lnTo>
                    <a:lnTo>
                      <a:pt x="7814" y="6236"/>
                    </a:lnTo>
                    <a:lnTo>
                      <a:pt x="7872" y="6082"/>
                    </a:lnTo>
                    <a:lnTo>
                      <a:pt x="7910" y="5909"/>
                    </a:lnTo>
                    <a:lnTo>
                      <a:pt x="7949" y="5736"/>
                    </a:lnTo>
                    <a:lnTo>
                      <a:pt x="7949" y="5563"/>
                    </a:lnTo>
                    <a:lnTo>
                      <a:pt x="7949" y="1771"/>
                    </a:lnTo>
                    <a:lnTo>
                      <a:pt x="7949" y="1579"/>
                    </a:lnTo>
                    <a:lnTo>
                      <a:pt x="7910" y="1406"/>
                    </a:lnTo>
                    <a:lnTo>
                      <a:pt x="7872" y="1232"/>
                    </a:lnTo>
                    <a:lnTo>
                      <a:pt x="7814" y="1078"/>
                    </a:lnTo>
                    <a:lnTo>
                      <a:pt x="7737" y="924"/>
                    </a:lnTo>
                    <a:lnTo>
                      <a:pt x="7641" y="770"/>
                    </a:lnTo>
                    <a:lnTo>
                      <a:pt x="7545" y="636"/>
                    </a:lnTo>
                    <a:lnTo>
                      <a:pt x="7429" y="520"/>
                    </a:lnTo>
                    <a:lnTo>
                      <a:pt x="7314" y="405"/>
                    </a:lnTo>
                    <a:lnTo>
                      <a:pt x="7179" y="289"/>
                    </a:lnTo>
                    <a:lnTo>
                      <a:pt x="7025" y="212"/>
                    </a:lnTo>
                    <a:lnTo>
                      <a:pt x="6871" y="135"/>
                    </a:lnTo>
                    <a:lnTo>
                      <a:pt x="6698" y="78"/>
                    </a:lnTo>
                    <a:lnTo>
                      <a:pt x="6544" y="39"/>
                    </a:lnTo>
                    <a:lnTo>
                      <a:pt x="6351"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1669;p39">
                <a:extLst>
                  <a:ext uri="{FF2B5EF4-FFF2-40B4-BE49-F238E27FC236}">
                    <a16:creationId xmlns:a16="http://schemas.microsoft.com/office/drawing/2014/main" id="{667F2B48-B9A0-DF58-0344-85FFC34F753F}"/>
                  </a:ext>
                </a:extLst>
              </p:cNvPr>
              <p:cNvSpPr/>
              <p:nvPr/>
            </p:nvSpPr>
            <p:spPr>
              <a:xfrm>
                <a:off x="4797525" y="1906725"/>
                <a:ext cx="199700" cy="62100"/>
              </a:xfrm>
              <a:custGeom>
                <a:avLst/>
                <a:gdLst/>
                <a:ahLst/>
                <a:cxnLst/>
                <a:rect l="l" t="t" r="r" b="b"/>
                <a:pathLst>
                  <a:path w="7988" h="2484" extrusionOk="0">
                    <a:moveTo>
                      <a:pt x="1" y="1"/>
                    </a:moveTo>
                    <a:lnTo>
                      <a:pt x="1" y="2484"/>
                    </a:lnTo>
                    <a:lnTo>
                      <a:pt x="7988" y="2484"/>
                    </a:lnTo>
                    <a:lnTo>
                      <a:pt x="7988"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1670;p39">
                <a:extLst>
                  <a:ext uri="{FF2B5EF4-FFF2-40B4-BE49-F238E27FC236}">
                    <a16:creationId xmlns:a16="http://schemas.microsoft.com/office/drawing/2014/main" id="{F976951E-A8D2-42C3-6197-F1E83CB0534D}"/>
                  </a:ext>
                </a:extLst>
              </p:cNvPr>
              <p:cNvSpPr/>
              <p:nvPr/>
            </p:nvSpPr>
            <p:spPr>
              <a:xfrm>
                <a:off x="5033775" y="1906725"/>
                <a:ext cx="199700" cy="62100"/>
              </a:xfrm>
              <a:custGeom>
                <a:avLst/>
                <a:gdLst/>
                <a:ahLst/>
                <a:cxnLst/>
                <a:rect l="l" t="t" r="r" b="b"/>
                <a:pathLst>
                  <a:path w="7988" h="2484" extrusionOk="0">
                    <a:moveTo>
                      <a:pt x="0" y="1"/>
                    </a:moveTo>
                    <a:lnTo>
                      <a:pt x="0" y="2484"/>
                    </a:lnTo>
                    <a:lnTo>
                      <a:pt x="7988" y="2484"/>
                    </a:lnTo>
                    <a:lnTo>
                      <a:pt x="7988"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1671;p39">
                <a:extLst>
                  <a:ext uri="{FF2B5EF4-FFF2-40B4-BE49-F238E27FC236}">
                    <a16:creationId xmlns:a16="http://schemas.microsoft.com/office/drawing/2014/main" id="{704A1B4D-B906-6492-CC5C-260FE5647964}"/>
                  </a:ext>
                </a:extLst>
              </p:cNvPr>
              <p:cNvSpPr/>
              <p:nvPr/>
            </p:nvSpPr>
            <p:spPr>
              <a:xfrm>
                <a:off x="5275300" y="1906725"/>
                <a:ext cx="199700" cy="62100"/>
              </a:xfrm>
              <a:custGeom>
                <a:avLst/>
                <a:gdLst/>
                <a:ahLst/>
                <a:cxnLst/>
                <a:rect l="l" t="t" r="r" b="b"/>
                <a:pathLst>
                  <a:path w="7988" h="2484" extrusionOk="0">
                    <a:moveTo>
                      <a:pt x="1" y="1"/>
                    </a:moveTo>
                    <a:lnTo>
                      <a:pt x="1" y="2484"/>
                    </a:lnTo>
                    <a:lnTo>
                      <a:pt x="7988" y="2484"/>
                    </a:lnTo>
                    <a:lnTo>
                      <a:pt x="7988"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1672;p39">
                <a:extLst>
                  <a:ext uri="{FF2B5EF4-FFF2-40B4-BE49-F238E27FC236}">
                    <a16:creationId xmlns:a16="http://schemas.microsoft.com/office/drawing/2014/main" id="{C6720FD2-077A-8BB1-0F65-F40EA4086905}"/>
                  </a:ext>
                </a:extLst>
              </p:cNvPr>
              <p:cNvSpPr/>
              <p:nvPr/>
            </p:nvSpPr>
            <p:spPr>
              <a:xfrm>
                <a:off x="5511550" y="1906725"/>
                <a:ext cx="199700" cy="62100"/>
              </a:xfrm>
              <a:custGeom>
                <a:avLst/>
                <a:gdLst/>
                <a:ahLst/>
                <a:cxnLst/>
                <a:rect l="l" t="t" r="r" b="b"/>
                <a:pathLst>
                  <a:path w="7988" h="2484" extrusionOk="0">
                    <a:moveTo>
                      <a:pt x="1" y="1"/>
                    </a:moveTo>
                    <a:lnTo>
                      <a:pt x="1" y="2484"/>
                    </a:lnTo>
                    <a:lnTo>
                      <a:pt x="7988" y="2484"/>
                    </a:lnTo>
                    <a:lnTo>
                      <a:pt x="7988"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1673;p39">
                <a:extLst>
                  <a:ext uri="{FF2B5EF4-FFF2-40B4-BE49-F238E27FC236}">
                    <a16:creationId xmlns:a16="http://schemas.microsoft.com/office/drawing/2014/main" id="{D6542D35-9307-4196-7596-3CC8E96E4FBF}"/>
                  </a:ext>
                </a:extLst>
              </p:cNvPr>
              <p:cNvSpPr/>
              <p:nvPr/>
            </p:nvSpPr>
            <p:spPr>
              <a:xfrm>
                <a:off x="5036175" y="1484775"/>
                <a:ext cx="459525" cy="95775"/>
              </a:xfrm>
              <a:custGeom>
                <a:avLst/>
                <a:gdLst/>
                <a:ahLst/>
                <a:cxnLst/>
                <a:rect l="l" t="t" r="r" b="b"/>
                <a:pathLst>
                  <a:path w="18381" h="3831" extrusionOk="0">
                    <a:moveTo>
                      <a:pt x="1" y="0"/>
                    </a:moveTo>
                    <a:lnTo>
                      <a:pt x="1" y="3830"/>
                    </a:lnTo>
                    <a:lnTo>
                      <a:pt x="18381" y="3830"/>
                    </a:lnTo>
                    <a:lnTo>
                      <a:pt x="18381"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1674;p39">
                <a:extLst>
                  <a:ext uri="{FF2B5EF4-FFF2-40B4-BE49-F238E27FC236}">
                    <a16:creationId xmlns:a16="http://schemas.microsoft.com/office/drawing/2014/main" id="{46E42026-A592-E629-7C9E-33DE3DFE83E8}"/>
                  </a:ext>
                </a:extLst>
              </p:cNvPr>
              <p:cNvSpPr/>
              <p:nvPr/>
            </p:nvSpPr>
            <p:spPr>
              <a:xfrm>
                <a:off x="4810050" y="2273375"/>
                <a:ext cx="58725" cy="124150"/>
              </a:xfrm>
              <a:custGeom>
                <a:avLst/>
                <a:gdLst/>
                <a:ahLst/>
                <a:cxnLst/>
                <a:rect l="l" t="t" r="r" b="b"/>
                <a:pathLst>
                  <a:path w="2349" h="4966" extrusionOk="0">
                    <a:moveTo>
                      <a:pt x="1193" y="751"/>
                    </a:moveTo>
                    <a:lnTo>
                      <a:pt x="1290" y="770"/>
                    </a:lnTo>
                    <a:lnTo>
                      <a:pt x="1367" y="789"/>
                    </a:lnTo>
                    <a:lnTo>
                      <a:pt x="1444" y="828"/>
                    </a:lnTo>
                    <a:lnTo>
                      <a:pt x="1501" y="866"/>
                    </a:lnTo>
                    <a:lnTo>
                      <a:pt x="1559" y="943"/>
                    </a:lnTo>
                    <a:lnTo>
                      <a:pt x="1598" y="1020"/>
                    </a:lnTo>
                    <a:lnTo>
                      <a:pt x="1617" y="1097"/>
                    </a:lnTo>
                    <a:lnTo>
                      <a:pt x="1617" y="1194"/>
                    </a:lnTo>
                    <a:lnTo>
                      <a:pt x="1617" y="1906"/>
                    </a:lnTo>
                    <a:lnTo>
                      <a:pt x="1617" y="2002"/>
                    </a:lnTo>
                    <a:lnTo>
                      <a:pt x="1598" y="2079"/>
                    </a:lnTo>
                    <a:lnTo>
                      <a:pt x="1559" y="2156"/>
                    </a:lnTo>
                    <a:lnTo>
                      <a:pt x="1501" y="2214"/>
                    </a:lnTo>
                    <a:lnTo>
                      <a:pt x="1424" y="2271"/>
                    </a:lnTo>
                    <a:lnTo>
                      <a:pt x="1347" y="2310"/>
                    </a:lnTo>
                    <a:lnTo>
                      <a:pt x="1270" y="2329"/>
                    </a:lnTo>
                    <a:lnTo>
                      <a:pt x="1193" y="2348"/>
                    </a:lnTo>
                    <a:lnTo>
                      <a:pt x="731" y="2348"/>
                    </a:lnTo>
                    <a:lnTo>
                      <a:pt x="731" y="751"/>
                    </a:lnTo>
                    <a:close/>
                    <a:moveTo>
                      <a:pt x="0" y="0"/>
                    </a:moveTo>
                    <a:lnTo>
                      <a:pt x="0" y="4966"/>
                    </a:lnTo>
                    <a:lnTo>
                      <a:pt x="731" y="4966"/>
                    </a:lnTo>
                    <a:lnTo>
                      <a:pt x="731" y="3080"/>
                    </a:lnTo>
                    <a:lnTo>
                      <a:pt x="1174" y="3080"/>
                    </a:lnTo>
                    <a:lnTo>
                      <a:pt x="1405" y="3061"/>
                    </a:lnTo>
                    <a:lnTo>
                      <a:pt x="1521" y="3041"/>
                    </a:lnTo>
                    <a:lnTo>
                      <a:pt x="1617" y="3003"/>
                    </a:lnTo>
                    <a:lnTo>
                      <a:pt x="1732" y="2945"/>
                    </a:lnTo>
                    <a:lnTo>
                      <a:pt x="1828" y="2887"/>
                    </a:lnTo>
                    <a:lnTo>
                      <a:pt x="2002" y="2733"/>
                    </a:lnTo>
                    <a:lnTo>
                      <a:pt x="2156" y="2560"/>
                    </a:lnTo>
                    <a:lnTo>
                      <a:pt x="2213" y="2464"/>
                    </a:lnTo>
                    <a:lnTo>
                      <a:pt x="2252" y="2348"/>
                    </a:lnTo>
                    <a:lnTo>
                      <a:pt x="2329" y="2137"/>
                    </a:lnTo>
                    <a:lnTo>
                      <a:pt x="2348" y="1906"/>
                    </a:lnTo>
                    <a:lnTo>
                      <a:pt x="2348" y="1174"/>
                    </a:lnTo>
                    <a:lnTo>
                      <a:pt x="2329" y="924"/>
                    </a:lnTo>
                    <a:lnTo>
                      <a:pt x="2271" y="713"/>
                    </a:lnTo>
                    <a:lnTo>
                      <a:pt x="2175" y="520"/>
                    </a:lnTo>
                    <a:lnTo>
                      <a:pt x="2040" y="328"/>
                    </a:lnTo>
                    <a:lnTo>
                      <a:pt x="1963" y="251"/>
                    </a:lnTo>
                    <a:lnTo>
                      <a:pt x="1867" y="193"/>
                    </a:lnTo>
                    <a:lnTo>
                      <a:pt x="1771" y="135"/>
                    </a:lnTo>
                    <a:lnTo>
                      <a:pt x="1655" y="77"/>
                    </a:lnTo>
                    <a:lnTo>
                      <a:pt x="1559" y="39"/>
                    </a:lnTo>
                    <a:lnTo>
                      <a:pt x="1424" y="20"/>
                    </a:lnTo>
                    <a:lnTo>
                      <a:pt x="1174"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1675;p39">
                <a:extLst>
                  <a:ext uri="{FF2B5EF4-FFF2-40B4-BE49-F238E27FC236}">
                    <a16:creationId xmlns:a16="http://schemas.microsoft.com/office/drawing/2014/main" id="{01FCF2C8-15B7-0FD3-588F-4EC268C1DF91}"/>
                  </a:ext>
                </a:extLst>
              </p:cNvPr>
              <p:cNvSpPr/>
              <p:nvPr/>
            </p:nvSpPr>
            <p:spPr>
              <a:xfrm>
                <a:off x="4871625" y="2273375"/>
                <a:ext cx="67875" cy="124150"/>
              </a:xfrm>
              <a:custGeom>
                <a:avLst/>
                <a:gdLst/>
                <a:ahLst/>
                <a:cxnLst/>
                <a:rect l="l" t="t" r="r" b="b"/>
                <a:pathLst>
                  <a:path w="2715" h="4966" extrusionOk="0">
                    <a:moveTo>
                      <a:pt x="1367" y="1136"/>
                    </a:moveTo>
                    <a:lnTo>
                      <a:pt x="1636" y="3080"/>
                    </a:lnTo>
                    <a:lnTo>
                      <a:pt x="1078" y="3080"/>
                    </a:lnTo>
                    <a:lnTo>
                      <a:pt x="1367" y="1136"/>
                    </a:lnTo>
                    <a:close/>
                    <a:moveTo>
                      <a:pt x="847" y="0"/>
                    </a:moveTo>
                    <a:lnTo>
                      <a:pt x="1" y="4966"/>
                    </a:lnTo>
                    <a:lnTo>
                      <a:pt x="790" y="4966"/>
                    </a:lnTo>
                    <a:lnTo>
                      <a:pt x="963" y="3811"/>
                    </a:lnTo>
                    <a:lnTo>
                      <a:pt x="1752" y="3811"/>
                    </a:lnTo>
                    <a:lnTo>
                      <a:pt x="1925" y="4966"/>
                    </a:lnTo>
                    <a:lnTo>
                      <a:pt x="2714" y="4966"/>
                    </a:lnTo>
                    <a:lnTo>
                      <a:pt x="1867"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1676;p39">
                <a:extLst>
                  <a:ext uri="{FF2B5EF4-FFF2-40B4-BE49-F238E27FC236}">
                    <a16:creationId xmlns:a16="http://schemas.microsoft.com/office/drawing/2014/main" id="{9BA60D91-7B0C-6863-F03A-1534C3342993}"/>
                  </a:ext>
                </a:extLst>
              </p:cNvPr>
              <p:cNvSpPr/>
              <p:nvPr/>
            </p:nvSpPr>
            <p:spPr>
              <a:xfrm>
                <a:off x="4934650" y="2272900"/>
                <a:ext cx="69325" cy="124625"/>
              </a:xfrm>
              <a:custGeom>
                <a:avLst/>
                <a:gdLst/>
                <a:ahLst/>
                <a:cxnLst/>
                <a:rect l="l" t="t" r="r" b="b"/>
                <a:pathLst>
                  <a:path w="2773" h="4985" extrusionOk="0">
                    <a:moveTo>
                      <a:pt x="1" y="0"/>
                    </a:moveTo>
                    <a:lnTo>
                      <a:pt x="1021" y="2906"/>
                    </a:lnTo>
                    <a:lnTo>
                      <a:pt x="1021" y="4985"/>
                    </a:lnTo>
                    <a:lnTo>
                      <a:pt x="1771" y="4985"/>
                    </a:lnTo>
                    <a:lnTo>
                      <a:pt x="1771" y="2906"/>
                    </a:lnTo>
                    <a:lnTo>
                      <a:pt x="2772" y="0"/>
                    </a:lnTo>
                    <a:lnTo>
                      <a:pt x="1945" y="0"/>
                    </a:lnTo>
                    <a:lnTo>
                      <a:pt x="1387" y="1790"/>
                    </a:lnTo>
                    <a:lnTo>
                      <a:pt x="828"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1677;p39">
                <a:extLst>
                  <a:ext uri="{FF2B5EF4-FFF2-40B4-BE49-F238E27FC236}">
                    <a16:creationId xmlns:a16="http://schemas.microsoft.com/office/drawing/2014/main" id="{90BF1478-0A07-BE86-D39A-77255E3AA4F0}"/>
                  </a:ext>
                </a:extLst>
              </p:cNvPr>
              <p:cNvSpPr/>
              <p:nvPr/>
            </p:nvSpPr>
            <p:spPr>
              <a:xfrm>
                <a:off x="5018850" y="2272900"/>
                <a:ext cx="87125" cy="124625"/>
              </a:xfrm>
              <a:custGeom>
                <a:avLst/>
                <a:gdLst/>
                <a:ahLst/>
                <a:cxnLst/>
                <a:rect l="l" t="t" r="r" b="b"/>
                <a:pathLst>
                  <a:path w="3485" h="4985" extrusionOk="0">
                    <a:moveTo>
                      <a:pt x="1" y="0"/>
                    </a:moveTo>
                    <a:lnTo>
                      <a:pt x="1" y="4985"/>
                    </a:lnTo>
                    <a:lnTo>
                      <a:pt x="751" y="4985"/>
                    </a:lnTo>
                    <a:lnTo>
                      <a:pt x="751" y="1867"/>
                    </a:lnTo>
                    <a:lnTo>
                      <a:pt x="1483" y="4985"/>
                    </a:lnTo>
                    <a:lnTo>
                      <a:pt x="2079" y="4985"/>
                    </a:lnTo>
                    <a:lnTo>
                      <a:pt x="2734" y="1848"/>
                    </a:lnTo>
                    <a:lnTo>
                      <a:pt x="2734" y="4985"/>
                    </a:lnTo>
                    <a:lnTo>
                      <a:pt x="3484" y="4985"/>
                    </a:lnTo>
                    <a:lnTo>
                      <a:pt x="3484" y="0"/>
                    </a:lnTo>
                    <a:lnTo>
                      <a:pt x="2445" y="0"/>
                    </a:lnTo>
                    <a:lnTo>
                      <a:pt x="1771" y="3580"/>
                    </a:lnTo>
                    <a:lnTo>
                      <a:pt x="1079"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1678;p39">
                <a:extLst>
                  <a:ext uri="{FF2B5EF4-FFF2-40B4-BE49-F238E27FC236}">
                    <a16:creationId xmlns:a16="http://schemas.microsoft.com/office/drawing/2014/main" id="{7991D45D-00D5-9503-3DB7-42BE49560CE9}"/>
                  </a:ext>
                </a:extLst>
              </p:cNvPr>
              <p:cNvSpPr/>
              <p:nvPr/>
            </p:nvSpPr>
            <p:spPr>
              <a:xfrm>
                <a:off x="5122300" y="2272900"/>
                <a:ext cx="53425" cy="124625"/>
              </a:xfrm>
              <a:custGeom>
                <a:avLst/>
                <a:gdLst/>
                <a:ahLst/>
                <a:cxnLst/>
                <a:rect l="l" t="t" r="r" b="b"/>
                <a:pathLst>
                  <a:path w="2137" h="4985" extrusionOk="0">
                    <a:moveTo>
                      <a:pt x="1" y="0"/>
                    </a:moveTo>
                    <a:lnTo>
                      <a:pt x="1" y="4985"/>
                    </a:lnTo>
                    <a:lnTo>
                      <a:pt x="2137" y="4985"/>
                    </a:lnTo>
                    <a:lnTo>
                      <a:pt x="2137" y="4234"/>
                    </a:lnTo>
                    <a:lnTo>
                      <a:pt x="751" y="4234"/>
                    </a:lnTo>
                    <a:lnTo>
                      <a:pt x="751" y="2868"/>
                    </a:lnTo>
                    <a:lnTo>
                      <a:pt x="1771" y="2868"/>
                    </a:lnTo>
                    <a:lnTo>
                      <a:pt x="1771" y="2117"/>
                    </a:lnTo>
                    <a:lnTo>
                      <a:pt x="751" y="2117"/>
                    </a:lnTo>
                    <a:lnTo>
                      <a:pt x="751" y="751"/>
                    </a:lnTo>
                    <a:lnTo>
                      <a:pt x="2137" y="751"/>
                    </a:lnTo>
                    <a:lnTo>
                      <a:pt x="2137"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1679;p39">
                <a:extLst>
                  <a:ext uri="{FF2B5EF4-FFF2-40B4-BE49-F238E27FC236}">
                    <a16:creationId xmlns:a16="http://schemas.microsoft.com/office/drawing/2014/main" id="{C16421FD-6FB9-9231-C105-B1908C6E03D4}"/>
                  </a:ext>
                </a:extLst>
              </p:cNvPr>
              <p:cNvSpPr/>
              <p:nvPr/>
            </p:nvSpPr>
            <p:spPr>
              <a:xfrm>
                <a:off x="5188700" y="2272900"/>
                <a:ext cx="64500" cy="124625"/>
              </a:xfrm>
              <a:custGeom>
                <a:avLst/>
                <a:gdLst/>
                <a:ahLst/>
                <a:cxnLst/>
                <a:rect l="l" t="t" r="r" b="b"/>
                <a:pathLst>
                  <a:path w="2580" h="4985" extrusionOk="0">
                    <a:moveTo>
                      <a:pt x="1" y="0"/>
                    </a:moveTo>
                    <a:lnTo>
                      <a:pt x="1" y="4985"/>
                    </a:lnTo>
                    <a:lnTo>
                      <a:pt x="751" y="4985"/>
                    </a:lnTo>
                    <a:lnTo>
                      <a:pt x="751" y="1790"/>
                    </a:lnTo>
                    <a:lnTo>
                      <a:pt x="1791" y="4985"/>
                    </a:lnTo>
                    <a:lnTo>
                      <a:pt x="2580" y="4985"/>
                    </a:lnTo>
                    <a:lnTo>
                      <a:pt x="2580" y="0"/>
                    </a:lnTo>
                    <a:lnTo>
                      <a:pt x="1829" y="0"/>
                    </a:lnTo>
                    <a:lnTo>
                      <a:pt x="1829" y="3349"/>
                    </a:lnTo>
                    <a:lnTo>
                      <a:pt x="847"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1680;p39">
                <a:extLst>
                  <a:ext uri="{FF2B5EF4-FFF2-40B4-BE49-F238E27FC236}">
                    <a16:creationId xmlns:a16="http://schemas.microsoft.com/office/drawing/2014/main" id="{670C98C0-FA96-840E-D2AC-2163833EF80D}"/>
                  </a:ext>
                </a:extLst>
              </p:cNvPr>
              <p:cNvSpPr/>
              <p:nvPr/>
            </p:nvSpPr>
            <p:spPr>
              <a:xfrm>
                <a:off x="5268575" y="2273375"/>
                <a:ext cx="58250" cy="124150"/>
              </a:xfrm>
              <a:custGeom>
                <a:avLst/>
                <a:gdLst/>
                <a:ahLst/>
                <a:cxnLst/>
                <a:rect l="l" t="t" r="r" b="b"/>
                <a:pathLst>
                  <a:path w="2330" h="4966" extrusionOk="0">
                    <a:moveTo>
                      <a:pt x="0" y="0"/>
                    </a:moveTo>
                    <a:lnTo>
                      <a:pt x="0" y="751"/>
                    </a:lnTo>
                    <a:lnTo>
                      <a:pt x="790" y="751"/>
                    </a:lnTo>
                    <a:lnTo>
                      <a:pt x="790" y="4966"/>
                    </a:lnTo>
                    <a:lnTo>
                      <a:pt x="1540" y="4966"/>
                    </a:lnTo>
                    <a:lnTo>
                      <a:pt x="1540" y="751"/>
                    </a:lnTo>
                    <a:lnTo>
                      <a:pt x="2329" y="751"/>
                    </a:lnTo>
                    <a:lnTo>
                      <a:pt x="2329"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1681;p39">
                <a:extLst>
                  <a:ext uri="{FF2B5EF4-FFF2-40B4-BE49-F238E27FC236}">
                    <a16:creationId xmlns:a16="http://schemas.microsoft.com/office/drawing/2014/main" id="{32E01C09-10E3-AE4C-3E8D-CBAE252C7D81}"/>
                  </a:ext>
                </a:extLst>
              </p:cNvPr>
              <p:cNvSpPr/>
              <p:nvPr/>
            </p:nvSpPr>
            <p:spPr>
              <a:xfrm>
                <a:off x="5352775" y="2325825"/>
                <a:ext cx="18800" cy="18775"/>
              </a:xfrm>
              <a:custGeom>
                <a:avLst/>
                <a:gdLst/>
                <a:ahLst/>
                <a:cxnLst/>
                <a:rect l="l" t="t" r="r" b="b"/>
                <a:pathLst>
                  <a:path w="752" h="751" extrusionOk="0">
                    <a:moveTo>
                      <a:pt x="0" y="0"/>
                    </a:moveTo>
                    <a:lnTo>
                      <a:pt x="0" y="751"/>
                    </a:lnTo>
                    <a:lnTo>
                      <a:pt x="751" y="751"/>
                    </a:lnTo>
                    <a:lnTo>
                      <a:pt x="751"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1682;p39">
                <a:extLst>
                  <a:ext uri="{FF2B5EF4-FFF2-40B4-BE49-F238E27FC236}">
                    <a16:creationId xmlns:a16="http://schemas.microsoft.com/office/drawing/2014/main" id="{2D1A44EF-813B-E020-E5F7-487EC771DBE3}"/>
                  </a:ext>
                </a:extLst>
              </p:cNvPr>
              <p:cNvSpPr/>
              <p:nvPr/>
            </p:nvSpPr>
            <p:spPr>
              <a:xfrm>
                <a:off x="5352775" y="2378750"/>
                <a:ext cx="18800" cy="18775"/>
              </a:xfrm>
              <a:custGeom>
                <a:avLst/>
                <a:gdLst/>
                <a:ahLst/>
                <a:cxnLst/>
                <a:rect l="l" t="t" r="r" b="b"/>
                <a:pathLst>
                  <a:path w="752" h="751" extrusionOk="0">
                    <a:moveTo>
                      <a:pt x="0" y="0"/>
                    </a:moveTo>
                    <a:lnTo>
                      <a:pt x="0" y="751"/>
                    </a:lnTo>
                    <a:lnTo>
                      <a:pt x="751" y="751"/>
                    </a:lnTo>
                    <a:lnTo>
                      <a:pt x="751"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1683;p39">
                <a:extLst>
                  <a:ext uri="{FF2B5EF4-FFF2-40B4-BE49-F238E27FC236}">
                    <a16:creationId xmlns:a16="http://schemas.microsoft.com/office/drawing/2014/main" id="{6250A178-CD7C-1F6A-0FB3-DFCA61BEC3C2}"/>
                  </a:ext>
                </a:extLst>
              </p:cNvPr>
              <p:cNvSpPr/>
              <p:nvPr/>
            </p:nvSpPr>
            <p:spPr>
              <a:xfrm>
                <a:off x="5423025" y="2263750"/>
                <a:ext cx="62100" cy="142450"/>
              </a:xfrm>
              <a:custGeom>
                <a:avLst/>
                <a:gdLst/>
                <a:ahLst/>
                <a:cxnLst/>
                <a:rect l="l" t="t" r="r" b="b"/>
                <a:pathLst>
                  <a:path w="2484" h="5698" extrusionOk="0">
                    <a:moveTo>
                      <a:pt x="924" y="0"/>
                    </a:moveTo>
                    <a:lnTo>
                      <a:pt x="924" y="308"/>
                    </a:lnTo>
                    <a:lnTo>
                      <a:pt x="712" y="385"/>
                    </a:lnTo>
                    <a:lnTo>
                      <a:pt x="539" y="501"/>
                    </a:lnTo>
                    <a:lnTo>
                      <a:pt x="385" y="636"/>
                    </a:lnTo>
                    <a:lnTo>
                      <a:pt x="270" y="809"/>
                    </a:lnTo>
                    <a:lnTo>
                      <a:pt x="174" y="982"/>
                    </a:lnTo>
                    <a:lnTo>
                      <a:pt x="116" y="1155"/>
                    </a:lnTo>
                    <a:lnTo>
                      <a:pt x="97" y="1328"/>
                    </a:lnTo>
                    <a:lnTo>
                      <a:pt x="77" y="1521"/>
                    </a:lnTo>
                    <a:lnTo>
                      <a:pt x="97" y="1713"/>
                    </a:lnTo>
                    <a:lnTo>
                      <a:pt x="135" y="1906"/>
                    </a:lnTo>
                    <a:lnTo>
                      <a:pt x="193" y="2079"/>
                    </a:lnTo>
                    <a:lnTo>
                      <a:pt x="270" y="2252"/>
                    </a:lnTo>
                    <a:lnTo>
                      <a:pt x="366" y="2387"/>
                    </a:lnTo>
                    <a:lnTo>
                      <a:pt x="482" y="2541"/>
                    </a:lnTo>
                    <a:lnTo>
                      <a:pt x="616" y="2695"/>
                    </a:lnTo>
                    <a:lnTo>
                      <a:pt x="770" y="2849"/>
                    </a:lnTo>
                    <a:lnTo>
                      <a:pt x="1444" y="3484"/>
                    </a:lnTo>
                    <a:lnTo>
                      <a:pt x="1559" y="3638"/>
                    </a:lnTo>
                    <a:lnTo>
                      <a:pt x="1656" y="3792"/>
                    </a:lnTo>
                    <a:lnTo>
                      <a:pt x="1694" y="3946"/>
                    </a:lnTo>
                    <a:lnTo>
                      <a:pt x="1713" y="4100"/>
                    </a:lnTo>
                    <a:lnTo>
                      <a:pt x="1694" y="4292"/>
                    </a:lnTo>
                    <a:lnTo>
                      <a:pt x="1675" y="4369"/>
                    </a:lnTo>
                    <a:lnTo>
                      <a:pt x="1636" y="4427"/>
                    </a:lnTo>
                    <a:lnTo>
                      <a:pt x="1559" y="4543"/>
                    </a:lnTo>
                    <a:lnTo>
                      <a:pt x="1482" y="4620"/>
                    </a:lnTo>
                    <a:lnTo>
                      <a:pt x="1367" y="4658"/>
                    </a:lnTo>
                    <a:lnTo>
                      <a:pt x="1251" y="4677"/>
                    </a:lnTo>
                    <a:lnTo>
                      <a:pt x="1174" y="4677"/>
                    </a:lnTo>
                    <a:lnTo>
                      <a:pt x="1097" y="4639"/>
                    </a:lnTo>
                    <a:lnTo>
                      <a:pt x="1020" y="4600"/>
                    </a:lnTo>
                    <a:lnTo>
                      <a:pt x="943" y="4543"/>
                    </a:lnTo>
                    <a:lnTo>
                      <a:pt x="866" y="4427"/>
                    </a:lnTo>
                    <a:lnTo>
                      <a:pt x="789" y="4292"/>
                    </a:lnTo>
                    <a:lnTo>
                      <a:pt x="751" y="4119"/>
                    </a:lnTo>
                    <a:lnTo>
                      <a:pt x="712" y="3907"/>
                    </a:lnTo>
                    <a:lnTo>
                      <a:pt x="0" y="3965"/>
                    </a:lnTo>
                    <a:lnTo>
                      <a:pt x="20" y="4196"/>
                    </a:lnTo>
                    <a:lnTo>
                      <a:pt x="77" y="4408"/>
                    </a:lnTo>
                    <a:lnTo>
                      <a:pt x="135" y="4600"/>
                    </a:lnTo>
                    <a:lnTo>
                      <a:pt x="231" y="4793"/>
                    </a:lnTo>
                    <a:lnTo>
                      <a:pt x="366" y="4985"/>
                    </a:lnTo>
                    <a:lnTo>
                      <a:pt x="520" y="5139"/>
                    </a:lnTo>
                    <a:lnTo>
                      <a:pt x="712" y="5255"/>
                    </a:lnTo>
                    <a:lnTo>
                      <a:pt x="924" y="5332"/>
                    </a:lnTo>
                    <a:lnTo>
                      <a:pt x="924" y="5697"/>
                    </a:lnTo>
                    <a:lnTo>
                      <a:pt x="1559" y="5697"/>
                    </a:lnTo>
                    <a:lnTo>
                      <a:pt x="1559" y="5332"/>
                    </a:lnTo>
                    <a:lnTo>
                      <a:pt x="1713" y="5293"/>
                    </a:lnTo>
                    <a:lnTo>
                      <a:pt x="1867" y="5235"/>
                    </a:lnTo>
                    <a:lnTo>
                      <a:pt x="2002" y="5158"/>
                    </a:lnTo>
                    <a:lnTo>
                      <a:pt x="2117" y="5062"/>
                    </a:lnTo>
                    <a:lnTo>
                      <a:pt x="2214" y="4985"/>
                    </a:lnTo>
                    <a:lnTo>
                      <a:pt x="2291" y="4870"/>
                    </a:lnTo>
                    <a:lnTo>
                      <a:pt x="2348" y="4754"/>
                    </a:lnTo>
                    <a:lnTo>
                      <a:pt x="2387" y="4639"/>
                    </a:lnTo>
                    <a:lnTo>
                      <a:pt x="2425" y="4504"/>
                    </a:lnTo>
                    <a:lnTo>
                      <a:pt x="2464" y="4369"/>
                    </a:lnTo>
                    <a:lnTo>
                      <a:pt x="2483" y="4235"/>
                    </a:lnTo>
                    <a:lnTo>
                      <a:pt x="2483" y="4081"/>
                    </a:lnTo>
                    <a:lnTo>
                      <a:pt x="2464" y="3907"/>
                    </a:lnTo>
                    <a:lnTo>
                      <a:pt x="2425" y="3734"/>
                    </a:lnTo>
                    <a:lnTo>
                      <a:pt x="2348" y="3561"/>
                    </a:lnTo>
                    <a:lnTo>
                      <a:pt x="2252" y="3369"/>
                    </a:lnTo>
                    <a:lnTo>
                      <a:pt x="2175" y="3234"/>
                    </a:lnTo>
                    <a:lnTo>
                      <a:pt x="2079" y="3099"/>
                    </a:lnTo>
                    <a:lnTo>
                      <a:pt x="1829" y="2810"/>
                    </a:lnTo>
                    <a:lnTo>
                      <a:pt x="1482" y="2502"/>
                    </a:lnTo>
                    <a:lnTo>
                      <a:pt x="1290" y="2329"/>
                    </a:lnTo>
                    <a:lnTo>
                      <a:pt x="1155" y="2195"/>
                    </a:lnTo>
                    <a:lnTo>
                      <a:pt x="1020" y="2021"/>
                    </a:lnTo>
                    <a:lnTo>
                      <a:pt x="924" y="1848"/>
                    </a:lnTo>
                    <a:lnTo>
                      <a:pt x="866" y="1675"/>
                    </a:lnTo>
                    <a:lnTo>
                      <a:pt x="847" y="1502"/>
                    </a:lnTo>
                    <a:lnTo>
                      <a:pt x="866" y="1386"/>
                    </a:lnTo>
                    <a:lnTo>
                      <a:pt x="886" y="1290"/>
                    </a:lnTo>
                    <a:lnTo>
                      <a:pt x="905" y="1213"/>
                    </a:lnTo>
                    <a:lnTo>
                      <a:pt x="943" y="1136"/>
                    </a:lnTo>
                    <a:lnTo>
                      <a:pt x="1001" y="1059"/>
                    </a:lnTo>
                    <a:lnTo>
                      <a:pt x="1078" y="1001"/>
                    </a:lnTo>
                    <a:lnTo>
                      <a:pt x="1155" y="963"/>
                    </a:lnTo>
                    <a:lnTo>
                      <a:pt x="1251" y="944"/>
                    </a:lnTo>
                    <a:lnTo>
                      <a:pt x="1348" y="963"/>
                    </a:lnTo>
                    <a:lnTo>
                      <a:pt x="1425" y="982"/>
                    </a:lnTo>
                    <a:lnTo>
                      <a:pt x="1502" y="1021"/>
                    </a:lnTo>
                    <a:lnTo>
                      <a:pt x="1559" y="1078"/>
                    </a:lnTo>
                    <a:lnTo>
                      <a:pt x="1617" y="1174"/>
                    </a:lnTo>
                    <a:lnTo>
                      <a:pt x="1675" y="1271"/>
                    </a:lnTo>
                    <a:lnTo>
                      <a:pt x="1694" y="1405"/>
                    </a:lnTo>
                    <a:lnTo>
                      <a:pt x="1733" y="1559"/>
                    </a:lnTo>
                    <a:lnTo>
                      <a:pt x="2445" y="1425"/>
                    </a:lnTo>
                    <a:lnTo>
                      <a:pt x="2406" y="1174"/>
                    </a:lnTo>
                    <a:lnTo>
                      <a:pt x="2329" y="944"/>
                    </a:lnTo>
                    <a:lnTo>
                      <a:pt x="2214" y="751"/>
                    </a:lnTo>
                    <a:lnTo>
                      <a:pt x="2060" y="559"/>
                    </a:lnTo>
                    <a:lnTo>
                      <a:pt x="1944" y="482"/>
                    </a:lnTo>
                    <a:lnTo>
                      <a:pt x="1829" y="405"/>
                    </a:lnTo>
                    <a:lnTo>
                      <a:pt x="1694" y="347"/>
                    </a:lnTo>
                    <a:lnTo>
                      <a:pt x="1559" y="308"/>
                    </a:lnTo>
                    <a:lnTo>
                      <a:pt x="1559"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1684;p39">
                <a:extLst>
                  <a:ext uri="{FF2B5EF4-FFF2-40B4-BE49-F238E27FC236}">
                    <a16:creationId xmlns:a16="http://schemas.microsoft.com/office/drawing/2014/main" id="{E0ACC295-A9F2-4B48-CDF8-7852B56E8951}"/>
                  </a:ext>
                </a:extLst>
              </p:cNvPr>
              <p:cNvSpPr/>
              <p:nvPr/>
            </p:nvSpPr>
            <p:spPr>
              <a:xfrm>
                <a:off x="5511075" y="2272900"/>
                <a:ext cx="60650" cy="124150"/>
              </a:xfrm>
              <a:custGeom>
                <a:avLst/>
                <a:gdLst/>
                <a:ahLst/>
                <a:cxnLst/>
                <a:rect l="l" t="t" r="r" b="b"/>
                <a:pathLst>
                  <a:path w="2426" h="4966" extrusionOk="0">
                    <a:moveTo>
                      <a:pt x="1251" y="0"/>
                    </a:moveTo>
                    <a:lnTo>
                      <a:pt x="1001" y="19"/>
                    </a:lnTo>
                    <a:lnTo>
                      <a:pt x="866" y="58"/>
                    </a:lnTo>
                    <a:lnTo>
                      <a:pt x="770" y="77"/>
                    </a:lnTo>
                    <a:lnTo>
                      <a:pt x="655" y="135"/>
                    </a:lnTo>
                    <a:lnTo>
                      <a:pt x="559" y="193"/>
                    </a:lnTo>
                    <a:lnTo>
                      <a:pt x="462" y="250"/>
                    </a:lnTo>
                    <a:lnTo>
                      <a:pt x="385" y="327"/>
                    </a:lnTo>
                    <a:lnTo>
                      <a:pt x="289" y="424"/>
                    </a:lnTo>
                    <a:lnTo>
                      <a:pt x="212" y="539"/>
                    </a:lnTo>
                    <a:lnTo>
                      <a:pt x="154" y="655"/>
                    </a:lnTo>
                    <a:lnTo>
                      <a:pt x="97" y="789"/>
                    </a:lnTo>
                    <a:lnTo>
                      <a:pt x="58" y="924"/>
                    </a:lnTo>
                    <a:lnTo>
                      <a:pt x="20" y="1078"/>
                    </a:lnTo>
                    <a:lnTo>
                      <a:pt x="0" y="1232"/>
                    </a:lnTo>
                    <a:lnTo>
                      <a:pt x="0" y="1405"/>
                    </a:lnTo>
                    <a:lnTo>
                      <a:pt x="0" y="1540"/>
                    </a:lnTo>
                    <a:lnTo>
                      <a:pt x="732" y="1540"/>
                    </a:lnTo>
                    <a:lnTo>
                      <a:pt x="732" y="1347"/>
                    </a:lnTo>
                    <a:lnTo>
                      <a:pt x="751" y="1193"/>
                    </a:lnTo>
                    <a:lnTo>
                      <a:pt x="789" y="1059"/>
                    </a:lnTo>
                    <a:lnTo>
                      <a:pt x="866" y="905"/>
                    </a:lnTo>
                    <a:lnTo>
                      <a:pt x="905" y="847"/>
                    </a:lnTo>
                    <a:lnTo>
                      <a:pt x="963" y="789"/>
                    </a:lnTo>
                    <a:lnTo>
                      <a:pt x="1020" y="751"/>
                    </a:lnTo>
                    <a:lnTo>
                      <a:pt x="1078" y="732"/>
                    </a:lnTo>
                    <a:lnTo>
                      <a:pt x="1155" y="712"/>
                    </a:lnTo>
                    <a:lnTo>
                      <a:pt x="1328" y="712"/>
                    </a:lnTo>
                    <a:lnTo>
                      <a:pt x="1425" y="751"/>
                    </a:lnTo>
                    <a:lnTo>
                      <a:pt x="1502" y="789"/>
                    </a:lnTo>
                    <a:lnTo>
                      <a:pt x="1579" y="866"/>
                    </a:lnTo>
                    <a:lnTo>
                      <a:pt x="1636" y="962"/>
                    </a:lnTo>
                    <a:lnTo>
                      <a:pt x="1675" y="1039"/>
                    </a:lnTo>
                    <a:lnTo>
                      <a:pt x="1694" y="1155"/>
                    </a:lnTo>
                    <a:lnTo>
                      <a:pt x="1713" y="1251"/>
                    </a:lnTo>
                    <a:lnTo>
                      <a:pt x="1694" y="1405"/>
                    </a:lnTo>
                    <a:lnTo>
                      <a:pt x="1675" y="1540"/>
                    </a:lnTo>
                    <a:lnTo>
                      <a:pt x="1636" y="1694"/>
                    </a:lnTo>
                    <a:lnTo>
                      <a:pt x="1579" y="1848"/>
                    </a:lnTo>
                    <a:lnTo>
                      <a:pt x="1482" y="2059"/>
                    </a:lnTo>
                    <a:lnTo>
                      <a:pt x="1367" y="2271"/>
                    </a:lnTo>
                    <a:lnTo>
                      <a:pt x="1213" y="2502"/>
                    </a:lnTo>
                    <a:lnTo>
                      <a:pt x="1059" y="2733"/>
                    </a:lnTo>
                    <a:lnTo>
                      <a:pt x="520" y="3484"/>
                    </a:lnTo>
                    <a:lnTo>
                      <a:pt x="328" y="3753"/>
                    </a:lnTo>
                    <a:lnTo>
                      <a:pt x="154" y="4023"/>
                    </a:lnTo>
                    <a:lnTo>
                      <a:pt x="39" y="4215"/>
                    </a:lnTo>
                    <a:lnTo>
                      <a:pt x="0" y="4292"/>
                    </a:lnTo>
                    <a:lnTo>
                      <a:pt x="0" y="4966"/>
                    </a:lnTo>
                    <a:lnTo>
                      <a:pt x="2368" y="4966"/>
                    </a:lnTo>
                    <a:lnTo>
                      <a:pt x="2368" y="4234"/>
                    </a:lnTo>
                    <a:lnTo>
                      <a:pt x="905" y="4234"/>
                    </a:lnTo>
                    <a:lnTo>
                      <a:pt x="943" y="4177"/>
                    </a:lnTo>
                    <a:lnTo>
                      <a:pt x="1136" y="3849"/>
                    </a:lnTo>
                    <a:lnTo>
                      <a:pt x="1271" y="3657"/>
                    </a:lnTo>
                    <a:lnTo>
                      <a:pt x="1636" y="3118"/>
                    </a:lnTo>
                    <a:lnTo>
                      <a:pt x="2002" y="2560"/>
                    </a:lnTo>
                    <a:lnTo>
                      <a:pt x="2117" y="2367"/>
                    </a:lnTo>
                    <a:lnTo>
                      <a:pt x="2214" y="2213"/>
                    </a:lnTo>
                    <a:lnTo>
                      <a:pt x="2310" y="1982"/>
                    </a:lnTo>
                    <a:lnTo>
                      <a:pt x="2368" y="1732"/>
                    </a:lnTo>
                    <a:lnTo>
                      <a:pt x="2425" y="1482"/>
                    </a:lnTo>
                    <a:lnTo>
                      <a:pt x="2425" y="1232"/>
                    </a:lnTo>
                    <a:lnTo>
                      <a:pt x="2406" y="1001"/>
                    </a:lnTo>
                    <a:lnTo>
                      <a:pt x="2348" y="770"/>
                    </a:lnTo>
                    <a:lnTo>
                      <a:pt x="2233" y="558"/>
                    </a:lnTo>
                    <a:lnTo>
                      <a:pt x="2079" y="366"/>
                    </a:lnTo>
                    <a:lnTo>
                      <a:pt x="2002" y="289"/>
                    </a:lnTo>
                    <a:lnTo>
                      <a:pt x="1906" y="212"/>
                    </a:lnTo>
                    <a:lnTo>
                      <a:pt x="1810" y="154"/>
                    </a:lnTo>
                    <a:lnTo>
                      <a:pt x="1694" y="96"/>
                    </a:lnTo>
                    <a:lnTo>
                      <a:pt x="1598" y="58"/>
                    </a:lnTo>
                    <a:lnTo>
                      <a:pt x="1482" y="19"/>
                    </a:lnTo>
                    <a:lnTo>
                      <a:pt x="1367"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1685;p39">
                <a:extLst>
                  <a:ext uri="{FF2B5EF4-FFF2-40B4-BE49-F238E27FC236}">
                    <a16:creationId xmlns:a16="http://schemas.microsoft.com/office/drawing/2014/main" id="{65838FEE-82C1-D5BF-9844-705DAE22D4BC}"/>
                  </a:ext>
                </a:extLst>
              </p:cNvPr>
              <p:cNvSpPr/>
              <p:nvPr/>
            </p:nvSpPr>
            <p:spPr>
              <a:xfrm>
                <a:off x="5587575" y="2271450"/>
                <a:ext cx="59200" cy="127050"/>
              </a:xfrm>
              <a:custGeom>
                <a:avLst/>
                <a:gdLst/>
                <a:ahLst/>
                <a:cxnLst/>
                <a:rect l="l" t="t" r="r" b="b"/>
                <a:pathLst>
                  <a:path w="2368" h="5082" extrusionOk="0">
                    <a:moveTo>
                      <a:pt x="1251" y="751"/>
                    </a:moveTo>
                    <a:lnTo>
                      <a:pt x="1328" y="770"/>
                    </a:lnTo>
                    <a:lnTo>
                      <a:pt x="1386" y="809"/>
                    </a:lnTo>
                    <a:lnTo>
                      <a:pt x="1463" y="866"/>
                    </a:lnTo>
                    <a:lnTo>
                      <a:pt x="1521" y="943"/>
                    </a:lnTo>
                    <a:lnTo>
                      <a:pt x="1559" y="1001"/>
                    </a:lnTo>
                    <a:lnTo>
                      <a:pt x="1579" y="1097"/>
                    </a:lnTo>
                    <a:lnTo>
                      <a:pt x="1598" y="1174"/>
                    </a:lnTo>
                    <a:lnTo>
                      <a:pt x="1598" y="3888"/>
                    </a:lnTo>
                    <a:lnTo>
                      <a:pt x="1579" y="3984"/>
                    </a:lnTo>
                    <a:lnTo>
                      <a:pt x="1559" y="4061"/>
                    </a:lnTo>
                    <a:lnTo>
                      <a:pt x="1521" y="4138"/>
                    </a:lnTo>
                    <a:lnTo>
                      <a:pt x="1463" y="4196"/>
                    </a:lnTo>
                    <a:lnTo>
                      <a:pt x="1386" y="4254"/>
                    </a:lnTo>
                    <a:lnTo>
                      <a:pt x="1328" y="4292"/>
                    </a:lnTo>
                    <a:lnTo>
                      <a:pt x="1251" y="4312"/>
                    </a:lnTo>
                    <a:lnTo>
                      <a:pt x="1155" y="4331"/>
                    </a:lnTo>
                    <a:lnTo>
                      <a:pt x="1078" y="4312"/>
                    </a:lnTo>
                    <a:lnTo>
                      <a:pt x="1001" y="4292"/>
                    </a:lnTo>
                    <a:lnTo>
                      <a:pt x="924" y="4254"/>
                    </a:lnTo>
                    <a:lnTo>
                      <a:pt x="847" y="4196"/>
                    </a:lnTo>
                    <a:lnTo>
                      <a:pt x="790" y="4138"/>
                    </a:lnTo>
                    <a:lnTo>
                      <a:pt x="751" y="4061"/>
                    </a:lnTo>
                    <a:lnTo>
                      <a:pt x="732" y="3984"/>
                    </a:lnTo>
                    <a:lnTo>
                      <a:pt x="732" y="3888"/>
                    </a:lnTo>
                    <a:lnTo>
                      <a:pt x="732" y="1174"/>
                    </a:lnTo>
                    <a:lnTo>
                      <a:pt x="732" y="1097"/>
                    </a:lnTo>
                    <a:lnTo>
                      <a:pt x="751" y="1001"/>
                    </a:lnTo>
                    <a:lnTo>
                      <a:pt x="790" y="943"/>
                    </a:lnTo>
                    <a:lnTo>
                      <a:pt x="847" y="866"/>
                    </a:lnTo>
                    <a:lnTo>
                      <a:pt x="924" y="809"/>
                    </a:lnTo>
                    <a:lnTo>
                      <a:pt x="1001" y="770"/>
                    </a:lnTo>
                    <a:lnTo>
                      <a:pt x="1078" y="751"/>
                    </a:lnTo>
                    <a:close/>
                    <a:moveTo>
                      <a:pt x="1174" y="0"/>
                    </a:moveTo>
                    <a:lnTo>
                      <a:pt x="944" y="20"/>
                    </a:lnTo>
                    <a:lnTo>
                      <a:pt x="828" y="58"/>
                    </a:lnTo>
                    <a:lnTo>
                      <a:pt x="732" y="97"/>
                    </a:lnTo>
                    <a:lnTo>
                      <a:pt x="616" y="135"/>
                    </a:lnTo>
                    <a:lnTo>
                      <a:pt x="520" y="193"/>
                    </a:lnTo>
                    <a:lnTo>
                      <a:pt x="347" y="347"/>
                    </a:lnTo>
                    <a:lnTo>
                      <a:pt x="193" y="539"/>
                    </a:lnTo>
                    <a:lnTo>
                      <a:pt x="135" y="636"/>
                    </a:lnTo>
                    <a:lnTo>
                      <a:pt x="77" y="732"/>
                    </a:lnTo>
                    <a:lnTo>
                      <a:pt x="39" y="847"/>
                    </a:lnTo>
                    <a:lnTo>
                      <a:pt x="20" y="943"/>
                    </a:lnTo>
                    <a:lnTo>
                      <a:pt x="0" y="1194"/>
                    </a:lnTo>
                    <a:lnTo>
                      <a:pt x="0" y="3907"/>
                    </a:lnTo>
                    <a:lnTo>
                      <a:pt x="20" y="4138"/>
                    </a:lnTo>
                    <a:lnTo>
                      <a:pt x="39" y="4254"/>
                    </a:lnTo>
                    <a:lnTo>
                      <a:pt x="77" y="4350"/>
                    </a:lnTo>
                    <a:lnTo>
                      <a:pt x="135" y="4465"/>
                    </a:lnTo>
                    <a:lnTo>
                      <a:pt x="193" y="4562"/>
                    </a:lnTo>
                    <a:lnTo>
                      <a:pt x="347" y="4735"/>
                    </a:lnTo>
                    <a:lnTo>
                      <a:pt x="520" y="4889"/>
                    </a:lnTo>
                    <a:lnTo>
                      <a:pt x="616" y="4947"/>
                    </a:lnTo>
                    <a:lnTo>
                      <a:pt x="732" y="5004"/>
                    </a:lnTo>
                    <a:lnTo>
                      <a:pt x="828" y="5043"/>
                    </a:lnTo>
                    <a:lnTo>
                      <a:pt x="944" y="5062"/>
                    </a:lnTo>
                    <a:lnTo>
                      <a:pt x="1174" y="5081"/>
                    </a:lnTo>
                    <a:lnTo>
                      <a:pt x="1425" y="5062"/>
                    </a:lnTo>
                    <a:lnTo>
                      <a:pt x="1521" y="5043"/>
                    </a:lnTo>
                    <a:lnTo>
                      <a:pt x="1636" y="5004"/>
                    </a:lnTo>
                    <a:lnTo>
                      <a:pt x="1733" y="4947"/>
                    </a:lnTo>
                    <a:lnTo>
                      <a:pt x="1829" y="4889"/>
                    </a:lnTo>
                    <a:lnTo>
                      <a:pt x="2021" y="4735"/>
                    </a:lnTo>
                    <a:lnTo>
                      <a:pt x="2175" y="4562"/>
                    </a:lnTo>
                    <a:lnTo>
                      <a:pt x="2233" y="4465"/>
                    </a:lnTo>
                    <a:lnTo>
                      <a:pt x="2272" y="4369"/>
                    </a:lnTo>
                    <a:lnTo>
                      <a:pt x="2310" y="4254"/>
                    </a:lnTo>
                    <a:lnTo>
                      <a:pt x="2348" y="4138"/>
                    </a:lnTo>
                    <a:lnTo>
                      <a:pt x="2368" y="3907"/>
                    </a:lnTo>
                    <a:lnTo>
                      <a:pt x="2368" y="1194"/>
                    </a:lnTo>
                    <a:lnTo>
                      <a:pt x="2348" y="963"/>
                    </a:lnTo>
                    <a:lnTo>
                      <a:pt x="2310" y="847"/>
                    </a:lnTo>
                    <a:lnTo>
                      <a:pt x="2272" y="732"/>
                    </a:lnTo>
                    <a:lnTo>
                      <a:pt x="2233" y="636"/>
                    </a:lnTo>
                    <a:lnTo>
                      <a:pt x="2175" y="539"/>
                    </a:lnTo>
                    <a:lnTo>
                      <a:pt x="2021" y="347"/>
                    </a:lnTo>
                    <a:lnTo>
                      <a:pt x="1848" y="193"/>
                    </a:lnTo>
                    <a:lnTo>
                      <a:pt x="1733" y="135"/>
                    </a:lnTo>
                    <a:lnTo>
                      <a:pt x="1636" y="97"/>
                    </a:lnTo>
                    <a:lnTo>
                      <a:pt x="1540" y="58"/>
                    </a:lnTo>
                    <a:lnTo>
                      <a:pt x="1425" y="20"/>
                    </a:lnTo>
                    <a:lnTo>
                      <a:pt x="1174"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1686;p39">
                <a:extLst>
                  <a:ext uri="{FF2B5EF4-FFF2-40B4-BE49-F238E27FC236}">
                    <a16:creationId xmlns:a16="http://schemas.microsoft.com/office/drawing/2014/main" id="{85110FD1-8482-0127-2116-8163C93D13D9}"/>
                  </a:ext>
                </a:extLst>
              </p:cNvPr>
              <p:cNvSpPr/>
              <p:nvPr/>
            </p:nvSpPr>
            <p:spPr>
              <a:xfrm>
                <a:off x="5663125" y="2271450"/>
                <a:ext cx="59200" cy="127050"/>
              </a:xfrm>
              <a:custGeom>
                <a:avLst/>
                <a:gdLst/>
                <a:ahLst/>
                <a:cxnLst/>
                <a:rect l="l" t="t" r="r" b="b"/>
                <a:pathLst>
                  <a:path w="2368" h="5082" extrusionOk="0">
                    <a:moveTo>
                      <a:pt x="1251" y="751"/>
                    </a:moveTo>
                    <a:lnTo>
                      <a:pt x="1328" y="770"/>
                    </a:lnTo>
                    <a:lnTo>
                      <a:pt x="1386" y="809"/>
                    </a:lnTo>
                    <a:lnTo>
                      <a:pt x="1463" y="866"/>
                    </a:lnTo>
                    <a:lnTo>
                      <a:pt x="1521" y="943"/>
                    </a:lnTo>
                    <a:lnTo>
                      <a:pt x="1559" y="1001"/>
                    </a:lnTo>
                    <a:lnTo>
                      <a:pt x="1578" y="1097"/>
                    </a:lnTo>
                    <a:lnTo>
                      <a:pt x="1598" y="1174"/>
                    </a:lnTo>
                    <a:lnTo>
                      <a:pt x="1598" y="3888"/>
                    </a:lnTo>
                    <a:lnTo>
                      <a:pt x="1578" y="3984"/>
                    </a:lnTo>
                    <a:lnTo>
                      <a:pt x="1559" y="4061"/>
                    </a:lnTo>
                    <a:lnTo>
                      <a:pt x="1521" y="4138"/>
                    </a:lnTo>
                    <a:lnTo>
                      <a:pt x="1463" y="4196"/>
                    </a:lnTo>
                    <a:lnTo>
                      <a:pt x="1386" y="4254"/>
                    </a:lnTo>
                    <a:lnTo>
                      <a:pt x="1328" y="4292"/>
                    </a:lnTo>
                    <a:lnTo>
                      <a:pt x="1251" y="4312"/>
                    </a:lnTo>
                    <a:lnTo>
                      <a:pt x="1155" y="4331"/>
                    </a:lnTo>
                    <a:lnTo>
                      <a:pt x="1078" y="4312"/>
                    </a:lnTo>
                    <a:lnTo>
                      <a:pt x="982" y="4292"/>
                    </a:lnTo>
                    <a:lnTo>
                      <a:pt x="924" y="4254"/>
                    </a:lnTo>
                    <a:lnTo>
                      <a:pt x="847" y="4196"/>
                    </a:lnTo>
                    <a:lnTo>
                      <a:pt x="789" y="4138"/>
                    </a:lnTo>
                    <a:lnTo>
                      <a:pt x="751" y="4061"/>
                    </a:lnTo>
                    <a:lnTo>
                      <a:pt x="731" y="3984"/>
                    </a:lnTo>
                    <a:lnTo>
                      <a:pt x="731" y="3888"/>
                    </a:lnTo>
                    <a:lnTo>
                      <a:pt x="731" y="1174"/>
                    </a:lnTo>
                    <a:lnTo>
                      <a:pt x="731" y="1097"/>
                    </a:lnTo>
                    <a:lnTo>
                      <a:pt x="751" y="1001"/>
                    </a:lnTo>
                    <a:lnTo>
                      <a:pt x="789" y="943"/>
                    </a:lnTo>
                    <a:lnTo>
                      <a:pt x="847" y="866"/>
                    </a:lnTo>
                    <a:lnTo>
                      <a:pt x="924" y="809"/>
                    </a:lnTo>
                    <a:lnTo>
                      <a:pt x="982" y="770"/>
                    </a:lnTo>
                    <a:lnTo>
                      <a:pt x="1078" y="751"/>
                    </a:lnTo>
                    <a:close/>
                    <a:moveTo>
                      <a:pt x="1174" y="0"/>
                    </a:moveTo>
                    <a:lnTo>
                      <a:pt x="943" y="20"/>
                    </a:lnTo>
                    <a:lnTo>
                      <a:pt x="828" y="58"/>
                    </a:lnTo>
                    <a:lnTo>
                      <a:pt x="731" y="97"/>
                    </a:lnTo>
                    <a:lnTo>
                      <a:pt x="616" y="135"/>
                    </a:lnTo>
                    <a:lnTo>
                      <a:pt x="520" y="193"/>
                    </a:lnTo>
                    <a:lnTo>
                      <a:pt x="347" y="347"/>
                    </a:lnTo>
                    <a:lnTo>
                      <a:pt x="193" y="539"/>
                    </a:lnTo>
                    <a:lnTo>
                      <a:pt x="135" y="636"/>
                    </a:lnTo>
                    <a:lnTo>
                      <a:pt x="77" y="732"/>
                    </a:lnTo>
                    <a:lnTo>
                      <a:pt x="39" y="847"/>
                    </a:lnTo>
                    <a:lnTo>
                      <a:pt x="19" y="943"/>
                    </a:lnTo>
                    <a:lnTo>
                      <a:pt x="0" y="1194"/>
                    </a:lnTo>
                    <a:lnTo>
                      <a:pt x="0" y="3907"/>
                    </a:lnTo>
                    <a:lnTo>
                      <a:pt x="19" y="4138"/>
                    </a:lnTo>
                    <a:lnTo>
                      <a:pt x="39" y="4254"/>
                    </a:lnTo>
                    <a:lnTo>
                      <a:pt x="77" y="4350"/>
                    </a:lnTo>
                    <a:lnTo>
                      <a:pt x="135" y="4465"/>
                    </a:lnTo>
                    <a:lnTo>
                      <a:pt x="193" y="4562"/>
                    </a:lnTo>
                    <a:lnTo>
                      <a:pt x="347" y="4735"/>
                    </a:lnTo>
                    <a:lnTo>
                      <a:pt x="520" y="4889"/>
                    </a:lnTo>
                    <a:lnTo>
                      <a:pt x="616" y="4947"/>
                    </a:lnTo>
                    <a:lnTo>
                      <a:pt x="712" y="5004"/>
                    </a:lnTo>
                    <a:lnTo>
                      <a:pt x="828" y="5043"/>
                    </a:lnTo>
                    <a:lnTo>
                      <a:pt x="943" y="5062"/>
                    </a:lnTo>
                    <a:lnTo>
                      <a:pt x="1174" y="5081"/>
                    </a:lnTo>
                    <a:lnTo>
                      <a:pt x="1424" y="5062"/>
                    </a:lnTo>
                    <a:lnTo>
                      <a:pt x="1521" y="5043"/>
                    </a:lnTo>
                    <a:lnTo>
                      <a:pt x="1636" y="5004"/>
                    </a:lnTo>
                    <a:lnTo>
                      <a:pt x="1732" y="4947"/>
                    </a:lnTo>
                    <a:lnTo>
                      <a:pt x="1828" y="4889"/>
                    </a:lnTo>
                    <a:lnTo>
                      <a:pt x="2021" y="4735"/>
                    </a:lnTo>
                    <a:lnTo>
                      <a:pt x="2175" y="4562"/>
                    </a:lnTo>
                    <a:lnTo>
                      <a:pt x="2233" y="4465"/>
                    </a:lnTo>
                    <a:lnTo>
                      <a:pt x="2271" y="4369"/>
                    </a:lnTo>
                    <a:lnTo>
                      <a:pt x="2310" y="4254"/>
                    </a:lnTo>
                    <a:lnTo>
                      <a:pt x="2348" y="4138"/>
                    </a:lnTo>
                    <a:lnTo>
                      <a:pt x="2367" y="3907"/>
                    </a:lnTo>
                    <a:lnTo>
                      <a:pt x="2367" y="1194"/>
                    </a:lnTo>
                    <a:lnTo>
                      <a:pt x="2348" y="963"/>
                    </a:lnTo>
                    <a:lnTo>
                      <a:pt x="2310" y="847"/>
                    </a:lnTo>
                    <a:lnTo>
                      <a:pt x="2271" y="732"/>
                    </a:lnTo>
                    <a:lnTo>
                      <a:pt x="2233" y="636"/>
                    </a:lnTo>
                    <a:lnTo>
                      <a:pt x="2175" y="539"/>
                    </a:lnTo>
                    <a:lnTo>
                      <a:pt x="2021" y="347"/>
                    </a:lnTo>
                    <a:lnTo>
                      <a:pt x="1848" y="193"/>
                    </a:lnTo>
                    <a:lnTo>
                      <a:pt x="1732" y="135"/>
                    </a:lnTo>
                    <a:lnTo>
                      <a:pt x="1636" y="97"/>
                    </a:lnTo>
                    <a:lnTo>
                      <a:pt x="1540" y="58"/>
                    </a:lnTo>
                    <a:lnTo>
                      <a:pt x="1424" y="20"/>
                    </a:lnTo>
                    <a:lnTo>
                      <a:pt x="1174" y="0"/>
                    </a:lnTo>
                    <a:close/>
                  </a:path>
                </a:pathLst>
              </a:custGeom>
              <a:solidFill>
                <a:srgbClr val="C1BAB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1687;p39">
                <a:extLst>
                  <a:ext uri="{FF2B5EF4-FFF2-40B4-BE49-F238E27FC236}">
                    <a16:creationId xmlns:a16="http://schemas.microsoft.com/office/drawing/2014/main" id="{C0099264-4737-6A0C-93A0-4E79E877E3E0}"/>
                  </a:ext>
                </a:extLst>
              </p:cNvPr>
              <p:cNvSpPr/>
              <p:nvPr/>
            </p:nvSpPr>
            <p:spPr>
              <a:xfrm>
                <a:off x="5175225" y="2920025"/>
                <a:ext cx="181900" cy="181900"/>
              </a:xfrm>
              <a:custGeom>
                <a:avLst/>
                <a:gdLst/>
                <a:ahLst/>
                <a:cxnLst/>
                <a:rect l="l" t="t" r="r" b="b"/>
                <a:pathLst>
                  <a:path w="7276" h="7276" extrusionOk="0">
                    <a:moveTo>
                      <a:pt x="3638" y="886"/>
                    </a:moveTo>
                    <a:lnTo>
                      <a:pt x="3908" y="906"/>
                    </a:lnTo>
                    <a:lnTo>
                      <a:pt x="4196" y="944"/>
                    </a:lnTo>
                    <a:lnTo>
                      <a:pt x="4447" y="1021"/>
                    </a:lnTo>
                    <a:lnTo>
                      <a:pt x="4697" y="1098"/>
                    </a:lnTo>
                    <a:lnTo>
                      <a:pt x="4947" y="1213"/>
                    </a:lnTo>
                    <a:lnTo>
                      <a:pt x="5178" y="1367"/>
                    </a:lnTo>
                    <a:lnTo>
                      <a:pt x="5390" y="1521"/>
                    </a:lnTo>
                    <a:lnTo>
                      <a:pt x="5582" y="1695"/>
                    </a:lnTo>
                    <a:lnTo>
                      <a:pt x="5755" y="1887"/>
                    </a:lnTo>
                    <a:lnTo>
                      <a:pt x="5909" y="2099"/>
                    </a:lnTo>
                    <a:lnTo>
                      <a:pt x="6063" y="2330"/>
                    </a:lnTo>
                    <a:lnTo>
                      <a:pt x="6179" y="2580"/>
                    </a:lnTo>
                    <a:lnTo>
                      <a:pt x="6256" y="2830"/>
                    </a:lnTo>
                    <a:lnTo>
                      <a:pt x="6333" y="3080"/>
                    </a:lnTo>
                    <a:lnTo>
                      <a:pt x="6371" y="3369"/>
                    </a:lnTo>
                    <a:lnTo>
                      <a:pt x="6390" y="3638"/>
                    </a:lnTo>
                    <a:lnTo>
                      <a:pt x="6371" y="3927"/>
                    </a:lnTo>
                    <a:lnTo>
                      <a:pt x="6333" y="4197"/>
                    </a:lnTo>
                    <a:lnTo>
                      <a:pt x="6256" y="4466"/>
                    </a:lnTo>
                    <a:lnTo>
                      <a:pt x="6179" y="4716"/>
                    </a:lnTo>
                    <a:lnTo>
                      <a:pt x="6063" y="4966"/>
                    </a:lnTo>
                    <a:lnTo>
                      <a:pt x="5909" y="5178"/>
                    </a:lnTo>
                    <a:lnTo>
                      <a:pt x="5755" y="5390"/>
                    </a:lnTo>
                    <a:lnTo>
                      <a:pt x="5582" y="5602"/>
                    </a:lnTo>
                    <a:lnTo>
                      <a:pt x="5390" y="5775"/>
                    </a:lnTo>
                    <a:lnTo>
                      <a:pt x="5178" y="5929"/>
                    </a:lnTo>
                    <a:lnTo>
                      <a:pt x="4947" y="6063"/>
                    </a:lnTo>
                    <a:lnTo>
                      <a:pt x="4697" y="6179"/>
                    </a:lnTo>
                    <a:lnTo>
                      <a:pt x="4447" y="6275"/>
                    </a:lnTo>
                    <a:lnTo>
                      <a:pt x="4196" y="6352"/>
                    </a:lnTo>
                    <a:lnTo>
                      <a:pt x="3908" y="6391"/>
                    </a:lnTo>
                    <a:lnTo>
                      <a:pt x="3638" y="6410"/>
                    </a:lnTo>
                    <a:lnTo>
                      <a:pt x="3350" y="6391"/>
                    </a:lnTo>
                    <a:lnTo>
                      <a:pt x="3080" y="6352"/>
                    </a:lnTo>
                    <a:lnTo>
                      <a:pt x="2811" y="6275"/>
                    </a:lnTo>
                    <a:lnTo>
                      <a:pt x="2560" y="6179"/>
                    </a:lnTo>
                    <a:lnTo>
                      <a:pt x="2310" y="6063"/>
                    </a:lnTo>
                    <a:lnTo>
                      <a:pt x="2099" y="5929"/>
                    </a:lnTo>
                    <a:lnTo>
                      <a:pt x="1887" y="5775"/>
                    </a:lnTo>
                    <a:lnTo>
                      <a:pt x="1675" y="5602"/>
                    </a:lnTo>
                    <a:lnTo>
                      <a:pt x="1502" y="5390"/>
                    </a:lnTo>
                    <a:lnTo>
                      <a:pt x="1348" y="5178"/>
                    </a:lnTo>
                    <a:lnTo>
                      <a:pt x="1213" y="4966"/>
                    </a:lnTo>
                    <a:lnTo>
                      <a:pt x="1098" y="4716"/>
                    </a:lnTo>
                    <a:lnTo>
                      <a:pt x="1002" y="4466"/>
                    </a:lnTo>
                    <a:lnTo>
                      <a:pt x="925" y="4197"/>
                    </a:lnTo>
                    <a:lnTo>
                      <a:pt x="886" y="3927"/>
                    </a:lnTo>
                    <a:lnTo>
                      <a:pt x="867" y="3638"/>
                    </a:lnTo>
                    <a:lnTo>
                      <a:pt x="886" y="3369"/>
                    </a:lnTo>
                    <a:lnTo>
                      <a:pt x="925" y="3080"/>
                    </a:lnTo>
                    <a:lnTo>
                      <a:pt x="1002" y="2830"/>
                    </a:lnTo>
                    <a:lnTo>
                      <a:pt x="1098" y="2580"/>
                    </a:lnTo>
                    <a:lnTo>
                      <a:pt x="1213" y="2330"/>
                    </a:lnTo>
                    <a:lnTo>
                      <a:pt x="1348" y="2099"/>
                    </a:lnTo>
                    <a:lnTo>
                      <a:pt x="1502" y="1887"/>
                    </a:lnTo>
                    <a:lnTo>
                      <a:pt x="1675" y="1695"/>
                    </a:lnTo>
                    <a:lnTo>
                      <a:pt x="1887" y="1521"/>
                    </a:lnTo>
                    <a:lnTo>
                      <a:pt x="2099" y="1367"/>
                    </a:lnTo>
                    <a:lnTo>
                      <a:pt x="2310" y="1213"/>
                    </a:lnTo>
                    <a:lnTo>
                      <a:pt x="2560" y="1098"/>
                    </a:lnTo>
                    <a:lnTo>
                      <a:pt x="2811" y="1021"/>
                    </a:lnTo>
                    <a:lnTo>
                      <a:pt x="3080" y="944"/>
                    </a:lnTo>
                    <a:lnTo>
                      <a:pt x="3350" y="906"/>
                    </a:lnTo>
                    <a:lnTo>
                      <a:pt x="3638" y="886"/>
                    </a:lnTo>
                    <a:close/>
                    <a:moveTo>
                      <a:pt x="3638" y="1"/>
                    </a:moveTo>
                    <a:lnTo>
                      <a:pt x="3253" y="20"/>
                    </a:lnTo>
                    <a:lnTo>
                      <a:pt x="2907" y="78"/>
                    </a:lnTo>
                    <a:lnTo>
                      <a:pt x="2541" y="174"/>
                    </a:lnTo>
                    <a:lnTo>
                      <a:pt x="2214" y="290"/>
                    </a:lnTo>
                    <a:lnTo>
                      <a:pt x="1906" y="444"/>
                    </a:lnTo>
                    <a:lnTo>
                      <a:pt x="1598" y="636"/>
                    </a:lnTo>
                    <a:lnTo>
                      <a:pt x="1329" y="848"/>
                    </a:lnTo>
                    <a:lnTo>
                      <a:pt x="1059" y="1079"/>
                    </a:lnTo>
                    <a:lnTo>
                      <a:pt x="828" y="1329"/>
                    </a:lnTo>
                    <a:lnTo>
                      <a:pt x="617" y="1618"/>
                    </a:lnTo>
                    <a:lnTo>
                      <a:pt x="443" y="1906"/>
                    </a:lnTo>
                    <a:lnTo>
                      <a:pt x="289" y="2234"/>
                    </a:lnTo>
                    <a:lnTo>
                      <a:pt x="155" y="2561"/>
                    </a:lnTo>
                    <a:lnTo>
                      <a:pt x="78" y="2907"/>
                    </a:lnTo>
                    <a:lnTo>
                      <a:pt x="20" y="3273"/>
                    </a:lnTo>
                    <a:lnTo>
                      <a:pt x="1" y="3638"/>
                    </a:lnTo>
                    <a:lnTo>
                      <a:pt x="20" y="4023"/>
                    </a:lnTo>
                    <a:lnTo>
                      <a:pt x="78" y="4370"/>
                    </a:lnTo>
                    <a:lnTo>
                      <a:pt x="155" y="4735"/>
                    </a:lnTo>
                    <a:lnTo>
                      <a:pt x="289" y="5063"/>
                    </a:lnTo>
                    <a:lnTo>
                      <a:pt x="443" y="5371"/>
                    </a:lnTo>
                    <a:lnTo>
                      <a:pt x="617" y="5679"/>
                    </a:lnTo>
                    <a:lnTo>
                      <a:pt x="828" y="5967"/>
                    </a:lnTo>
                    <a:lnTo>
                      <a:pt x="1059" y="6217"/>
                    </a:lnTo>
                    <a:lnTo>
                      <a:pt x="1329" y="6448"/>
                    </a:lnTo>
                    <a:lnTo>
                      <a:pt x="1598" y="6660"/>
                    </a:lnTo>
                    <a:lnTo>
                      <a:pt x="1906" y="6833"/>
                    </a:lnTo>
                    <a:lnTo>
                      <a:pt x="2214" y="6987"/>
                    </a:lnTo>
                    <a:lnTo>
                      <a:pt x="2541" y="7122"/>
                    </a:lnTo>
                    <a:lnTo>
                      <a:pt x="2907" y="7199"/>
                    </a:lnTo>
                    <a:lnTo>
                      <a:pt x="3253" y="7257"/>
                    </a:lnTo>
                    <a:lnTo>
                      <a:pt x="3638" y="7276"/>
                    </a:lnTo>
                    <a:lnTo>
                      <a:pt x="4004" y="7257"/>
                    </a:lnTo>
                    <a:lnTo>
                      <a:pt x="4370" y="7199"/>
                    </a:lnTo>
                    <a:lnTo>
                      <a:pt x="4716" y="7122"/>
                    </a:lnTo>
                    <a:lnTo>
                      <a:pt x="5043" y="6987"/>
                    </a:lnTo>
                    <a:lnTo>
                      <a:pt x="5370" y="6833"/>
                    </a:lnTo>
                    <a:lnTo>
                      <a:pt x="5659" y="6660"/>
                    </a:lnTo>
                    <a:lnTo>
                      <a:pt x="5948" y="6448"/>
                    </a:lnTo>
                    <a:lnTo>
                      <a:pt x="6198" y="6217"/>
                    </a:lnTo>
                    <a:lnTo>
                      <a:pt x="6429" y="5967"/>
                    </a:lnTo>
                    <a:lnTo>
                      <a:pt x="6641" y="5679"/>
                    </a:lnTo>
                    <a:lnTo>
                      <a:pt x="6833" y="5371"/>
                    </a:lnTo>
                    <a:lnTo>
                      <a:pt x="6987" y="5063"/>
                    </a:lnTo>
                    <a:lnTo>
                      <a:pt x="7102" y="4735"/>
                    </a:lnTo>
                    <a:lnTo>
                      <a:pt x="7199" y="4370"/>
                    </a:lnTo>
                    <a:lnTo>
                      <a:pt x="7256" y="4023"/>
                    </a:lnTo>
                    <a:lnTo>
                      <a:pt x="7276" y="3638"/>
                    </a:lnTo>
                    <a:lnTo>
                      <a:pt x="7256" y="3273"/>
                    </a:lnTo>
                    <a:lnTo>
                      <a:pt x="7199" y="2907"/>
                    </a:lnTo>
                    <a:lnTo>
                      <a:pt x="7102" y="2561"/>
                    </a:lnTo>
                    <a:lnTo>
                      <a:pt x="6987" y="2234"/>
                    </a:lnTo>
                    <a:lnTo>
                      <a:pt x="6833" y="1906"/>
                    </a:lnTo>
                    <a:lnTo>
                      <a:pt x="6641" y="1618"/>
                    </a:lnTo>
                    <a:lnTo>
                      <a:pt x="6429" y="1329"/>
                    </a:lnTo>
                    <a:lnTo>
                      <a:pt x="6198" y="1079"/>
                    </a:lnTo>
                    <a:lnTo>
                      <a:pt x="5948" y="848"/>
                    </a:lnTo>
                    <a:lnTo>
                      <a:pt x="5659" y="636"/>
                    </a:lnTo>
                    <a:lnTo>
                      <a:pt x="5370" y="444"/>
                    </a:lnTo>
                    <a:lnTo>
                      <a:pt x="5043" y="290"/>
                    </a:lnTo>
                    <a:lnTo>
                      <a:pt x="4716" y="174"/>
                    </a:lnTo>
                    <a:lnTo>
                      <a:pt x="4370" y="78"/>
                    </a:lnTo>
                    <a:lnTo>
                      <a:pt x="4004" y="20"/>
                    </a:lnTo>
                    <a:lnTo>
                      <a:pt x="3638"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4" name="Google Shape;1688;p39">
                <a:extLst>
                  <a:ext uri="{FF2B5EF4-FFF2-40B4-BE49-F238E27FC236}">
                    <a16:creationId xmlns:a16="http://schemas.microsoft.com/office/drawing/2014/main" id="{F710399B-7AD7-D1FD-F0F4-E020BB1EDA81}"/>
                  </a:ext>
                </a:extLst>
              </p:cNvPr>
              <p:cNvSpPr/>
              <p:nvPr/>
            </p:nvSpPr>
            <p:spPr>
              <a:xfrm>
                <a:off x="5196875" y="2942175"/>
                <a:ext cx="138125" cy="138100"/>
              </a:xfrm>
              <a:custGeom>
                <a:avLst/>
                <a:gdLst/>
                <a:ahLst/>
                <a:cxnLst/>
                <a:rect l="l" t="t" r="r" b="b"/>
                <a:pathLst>
                  <a:path w="5525" h="5524" extrusionOk="0">
                    <a:moveTo>
                      <a:pt x="2772" y="0"/>
                    </a:moveTo>
                    <a:lnTo>
                      <a:pt x="2484" y="20"/>
                    </a:lnTo>
                    <a:lnTo>
                      <a:pt x="2214" y="58"/>
                    </a:lnTo>
                    <a:lnTo>
                      <a:pt x="1945" y="135"/>
                    </a:lnTo>
                    <a:lnTo>
                      <a:pt x="1694" y="212"/>
                    </a:lnTo>
                    <a:lnTo>
                      <a:pt x="1444" y="327"/>
                    </a:lnTo>
                    <a:lnTo>
                      <a:pt x="1233" y="481"/>
                    </a:lnTo>
                    <a:lnTo>
                      <a:pt x="1021" y="635"/>
                    </a:lnTo>
                    <a:lnTo>
                      <a:pt x="809" y="809"/>
                    </a:lnTo>
                    <a:lnTo>
                      <a:pt x="636" y="1001"/>
                    </a:lnTo>
                    <a:lnTo>
                      <a:pt x="482" y="1213"/>
                    </a:lnTo>
                    <a:lnTo>
                      <a:pt x="347" y="1444"/>
                    </a:lnTo>
                    <a:lnTo>
                      <a:pt x="232" y="1694"/>
                    </a:lnTo>
                    <a:lnTo>
                      <a:pt x="136" y="1944"/>
                    </a:lnTo>
                    <a:lnTo>
                      <a:pt x="59" y="2194"/>
                    </a:lnTo>
                    <a:lnTo>
                      <a:pt x="20" y="2483"/>
                    </a:lnTo>
                    <a:lnTo>
                      <a:pt x="1" y="2752"/>
                    </a:lnTo>
                    <a:lnTo>
                      <a:pt x="20" y="3041"/>
                    </a:lnTo>
                    <a:lnTo>
                      <a:pt x="59" y="3311"/>
                    </a:lnTo>
                    <a:lnTo>
                      <a:pt x="136" y="3580"/>
                    </a:lnTo>
                    <a:lnTo>
                      <a:pt x="232" y="3830"/>
                    </a:lnTo>
                    <a:lnTo>
                      <a:pt x="347" y="4080"/>
                    </a:lnTo>
                    <a:lnTo>
                      <a:pt x="482" y="4292"/>
                    </a:lnTo>
                    <a:lnTo>
                      <a:pt x="636" y="4504"/>
                    </a:lnTo>
                    <a:lnTo>
                      <a:pt x="809" y="4716"/>
                    </a:lnTo>
                    <a:lnTo>
                      <a:pt x="1021" y="4889"/>
                    </a:lnTo>
                    <a:lnTo>
                      <a:pt x="1233" y="5043"/>
                    </a:lnTo>
                    <a:lnTo>
                      <a:pt x="1444" y="5177"/>
                    </a:lnTo>
                    <a:lnTo>
                      <a:pt x="1694" y="5293"/>
                    </a:lnTo>
                    <a:lnTo>
                      <a:pt x="1945" y="5389"/>
                    </a:lnTo>
                    <a:lnTo>
                      <a:pt x="2214" y="5466"/>
                    </a:lnTo>
                    <a:lnTo>
                      <a:pt x="2484" y="5505"/>
                    </a:lnTo>
                    <a:lnTo>
                      <a:pt x="2772" y="5524"/>
                    </a:lnTo>
                    <a:lnTo>
                      <a:pt x="3042" y="5505"/>
                    </a:lnTo>
                    <a:lnTo>
                      <a:pt x="3330" y="5466"/>
                    </a:lnTo>
                    <a:lnTo>
                      <a:pt x="3581" y="5389"/>
                    </a:lnTo>
                    <a:lnTo>
                      <a:pt x="3831" y="5293"/>
                    </a:lnTo>
                    <a:lnTo>
                      <a:pt x="4081" y="5177"/>
                    </a:lnTo>
                    <a:lnTo>
                      <a:pt x="4312" y="5043"/>
                    </a:lnTo>
                    <a:lnTo>
                      <a:pt x="4524" y="4889"/>
                    </a:lnTo>
                    <a:lnTo>
                      <a:pt x="4716" y="4716"/>
                    </a:lnTo>
                    <a:lnTo>
                      <a:pt x="4889" y="4504"/>
                    </a:lnTo>
                    <a:lnTo>
                      <a:pt x="5043" y="4292"/>
                    </a:lnTo>
                    <a:lnTo>
                      <a:pt x="5197" y="4080"/>
                    </a:lnTo>
                    <a:lnTo>
                      <a:pt x="5313" y="3830"/>
                    </a:lnTo>
                    <a:lnTo>
                      <a:pt x="5390" y="3580"/>
                    </a:lnTo>
                    <a:lnTo>
                      <a:pt x="5467" y="3311"/>
                    </a:lnTo>
                    <a:lnTo>
                      <a:pt x="5505" y="3041"/>
                    </a:lnTo>
                    <a:lnTo>
                      <a:pt x="5524" y="2752"/>
                    </a:lnTo>
                    <a:lnTo>
                      <a:pt x="5505" y="2483"/>
                    </a:lnTo>
                    <a:lnTo>
                      <a:pt x="5467" y="2194"/>
                    </a:lnTo>
                    <a:lnTo>
                      <a:pt x="5390" y="1944"/>
                    </a:lnTo>
                    <a:lnTo>
                      <a:pt x="5313" y="1694"/>
                    </a:lnTo>
                    <a:lnTo>
                      <a:pt x="5197" y="1444"/>
                    </a:lnTo>
                    <a:lnTo>
                      <a:pt x="5043" y="1213"/>
                    </a:lnTo>
                    <a:lnTo>
                      <a:pt x="4889" y="1001"/>
                    </a:lnTo>
                    <a:lnTo>
                      <a:pt x="4716" y="809"/>
                    </a:lnTo>
                    <a:lnTo>
                      <a:pt x="4524" y="635"/>
                    </a:lnTo>
                    <a:lnTo>
                      <a:pt x="4312" y="481"/>
                    </a:lnTo>
                    <a:lnTo>
                      <a:pt x="4081" y="327"/>
                    </a:lnTo>
                    <a:lnTo>
                      <a:pt x="3831" y="212"/>
                    </a:lnTo>
                    <a:lnTo>
                      <a:pt x="3581" y="135"/>
                    </a:lnTo>
                    <a:lnTo>
                      <a:pt x="3330" y="58"/>
                    </a:lnTo>
                    <a:lnTo>
                      <a:pt x="3042" y="20"/>
                    </a:lnTo>
                    <a:lnTo>
                      <a:pt x="2772" y="0"/>
                    </a:lnTo>
                    <a:close/>
                  </a:path>
                </a:pathLst>
              </a:custGeom>
              <a:solidFill>
                <a:srgbClr val="0B294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7" name="Google Shape;1689;p39">
              <a:extLst>
                <a:ext uri="{FF2B5EF4-FFF2-40B4-BE49-F238E27FC236}">
                  <a16:creationId xmlns:a16="http://schemas.microsoft.com/office/drawing/2014/main" id="{9CF33436-DFFA-90F6-FE06-0A792939013F}"/>
                </a:ext>
              </a:extLst>
            </p:cNvPr>
            <p:cNvGrpSpPr/>
            <p:nvPr/>
          </p:nvGrpSpPr>
          <p:grpSpPr>
            <a:xfrm>
              <a:off x="3895643" y="3837152"/>
              <a:ext cx="1352715" cy="894749"/>
              <a:chOff x="3711213" y="3412650"/>
              <a:chExt cx="1630759" cy="1078660"/>
            </a:xfrm>
          </p:grpSpPr>
          <p:sp>
            <p:nvSpPr>
              <p:cNvPr id="18" name="Google Shape;1690;p39">
                <a:extLst>
                  <a:ext uri="{FF2B5EF4-FFF2-40B4-BE49-F238E27FC236}">
                    <a16:creationId xmlns:a16="http://schemas.microsoft.com/office/drawing/2014/main" id="{2B523D5F-B668-F4CB-8531-504382137B52}"/>
                  </a:ext>
                </a:extLst>
              </p:cNvPr>
              <p:cNvSpPr/>
              <p:nvPr/>
            </p:nvSpPr>
            <p:spPr>
              <a:xfrm>
                <a:off x="3711213" y="3412650"/>
                <a:ext cx="1630759" cy="178410"/>
              </a:xfrm>
              <a:custGeom>
                <a:avLst/>
                <a:gdLst/>
                <a:ahLst/>
                <a:cxnLst/>
                <a:rect l="l" t="t" r="r" b="b"/>
                <a:pathLst>
                  <a:path w="76177" h="8334" extrusionOk="0">
                    <a:moveTo>
                      <a:pt x="3869" y="0"/>
                    </a:moveTo>
                    <a:lnTo>
                      <a:pt x="3484" y="39"/>
                    </a:lnTo>
                    <a:lnTo>
                      <a:pt x="3100" y="96"/>
                    </a:lnTo>
                    <a:lnTo>
                      <a:pt x="2715" y="193"/>
                    </a:lnTo>
                    <a:lnTo>
                      <a:pt x="2368" y="308"/>
                    </a:lnTo>
                    <a:lnTo>
                      <a:pt x="2022" y="481"/>
                    </a:lnTo>
                    <a:lnTo>
                      <a:pt x="1714" y="674"/>
                    </a:lnTo>
                    <a:lnTo>
                      <a:pt x="1406" y="885"/>
                    </a:lnTo>
                    <a:lnTo>
                      <a:pt x="1136" y="1136"/>
                    </a:lnTo>
                    <a:lnTo>
                      <a:pt x="886" y="1424"/>
                    </a:lnTo>
                    <a:lnTo>
                      <a:pt x="655" y="1713"/>
                    </a:lnTo>
                    <a:lnTo>
                      <a:pt x="463" y="2040"/>
                    </a:lnTo>
                    <a:lnTo>
                      <a:pt x="309" y="2367"/>
                    </a:lnTo>
                    <a:lnTo>
                      <a:pt x="174" y="2733"/>
                    </a:lnTo>
                    <a:lnTo>
                      <a:pt x="78" y="3099"/>
                    </a:lnTo>
                    <a:lnTo>
                      <a:pt x="20" y="3484"/>
                    </a:lnTo>
                    <a:lnTo>
                      <a:pt x="1" y="3888"/>
                    </a:lnTo>
                    <a:lnTo>
                      <a:pt x="1" y="8334"/>
                    </a:lnTo>
                    <a:lnTo>
                      <a:pt x="76176" y="8334"/>
                    </a:lnTo>
                    <a:lnTo>
                      <a:pt x="76176" y="3888"/>
                    </a:lnTo>
                    <a:lnTo>
                      <a:pt x="76138" y="3484"/>
                    </a:lnTo>
                    <a:lnTo>
                      <a:pt x="76080" y="3099"/>
                    </a:lnTo>
                    <a:lnTo>
                      <a:pt x="75984" y="2733"/>
                    </a:lnTo>
                    <a:lnTo>
                      <a:pt x="75868" y="2367"/>
                    </a:lnTo>
                    <a:lnTo>
                      <a:pt x="75695" y="2040"/>
                    </a:lnTo>
                    <a:lnTo>
                      <a:pt x="75503" y="1713"/>
                    </a:lnTo>
                    <a:lnTo>
                      <a:pt x="75291" y="1424"/>
                    </a:lnTo>
                    <a:lnTo>
                      <a:pt x="75041" y="1136"/>
                    </a:lnTo>
                    <a:lnTo>
                      <a:pt x="74752" y="885"/>
                    </a:lnTo>
                    <a:lnTo>
                      <a:pt x="74463" y="674"/>
                    </a:lnTo>
                    <a:lnTo>
                      <a:pt x="74136" y="481"/>
                    </a:lnTo>
                    <a:lnTo>
                      <a:pt x="73809" y="308"/>
                    </a:lnTo>
                    <a:lnTo>
                      <a:pt x="73443" y="193"/>
                    </a:lnTo>
                    <a:lnTo>
                      <a:pt x="73078" y="96"/>
                    </a:lnTo>
                    <a:lnTo>
                      <a:pt x="72693" y="39"/>
                    </a:lnTo>
                    <a:lnTo>
                      <a:pt x="72289" y="0"/>
                    </a:lnTo>
                    <a:close/>
                  </a:path>
                </a:pathLst>
              </a:custGeom>
              <a:solidFill>
                <a:srgbClr val="72A2D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1691;p39">
                <a:extLst>
                  <a:ext uri="{FF2B5EF4-FFF2-40B4-BE49-F238E27FC236}">
                    <a16:creationId xmlns:a16="http://schemas.microsoft.com/office/drawing/2014/main" id="{829D47D5-D246-7753-713B-D91A844C8ADD}"/>
                  </a:ext>
                </a:extLst>
              </p:cNvPr>
              <p:cNvSpPr/>
              <p:nvPr/>
            </p:nvSpPr>
            <p:spPr>
              <a:xfrm>
                <a:off x="3711213" y="3798714"/>
                <a:ext cx="1630759" cy="692597"/>
              </a:xfrm>
              <a:custGeom>
                <a:avLst/>
                <a:gdLst/>
                <a:ahLst/>
                <a:cxnLst/>
                <a:rect l="l" t="t" r="r" b="b"/>
                <a:pathLst>
                  <a:path w="76177" h="32353" extrusionOk="0">
                    <a:moveTo>
                      <a:pt x="54390" y="3292"/>
                    </a:moveTo>
                    <a:lnTo>
                      <a:pt x="54390" y="10259"/>
                    </a:lnTo>
                    <a:lnTo>
                      <a:pt x="3946" y="10259"/>
                    </a:lnTo>
                    <a:lnTo>
                      <a:pt x="3946" y="3292"/>
                    </a:lnTo>
                    <a:close/>
                    <a:moveTo>
                      <a:pt x="71288" y="15301"/>
                    </a:moveTo>
                    <a:lnTo>
                      <a:pt x="71288" y="17033"/>
                    </a:lnTo>
                    <a:lnTo>
                      <a:pt x="3946" y="17033"/>
                    </a:lnTo>
                    <a:lnTo>
                      <a:pt x="3946" y="15301"/>
                    </a:lnTo>
                    <a:close/>
                    <a:moveTo>
                      <a:pt x="71288" y="19266"/>
                    </a:moveTo>
                    <a:lnTo>
                      <a:pt x="71288" y="21017"/>
                    </a:lnTo>
                    <a:lnTo>
                      <a:pt x="3946" y="21017"/>
                    </a:lnTo>
                    <a:lnTo>
                      <a:pt x="3946" y="19266"/>
                    </a:lnTo>
                    <a:close/>
                    <a:moveTo>
                      <a:pt x="71288" y="23057"/>
                    </a:moveTo>
                    <a:lnTo>
                      <a:pt x="71288" y="24789"/>
                    </a:lnTo>
                    <a:lnTo>
                      <a:pt x="3946" y="24789"/>
                    </a:lnTo>
                    <a:lnTo>
                      <a:pt x="3946" y="23057"/>
                    </a:lnTo>
                    <a:close/>
                    <a:moveTo>
                      <a:pt x="71288" y="26733"/>
                    </a:moveTo>
                    <a:lnTo>
                      <a:pt x="71288" y="28465"/>
                    </a:lnTo>
                    <a:lnTo>
                      <a:pt x="3946" y="28465"/>
                    </a:lnTo>
                    <a:lnTo>
                      <a:pt x="3946" y="26733"/>
                    </a:lnTo>
                    <a:close/>
                    <a:moveTo>
                      <a:pt x="1" y="1"/>
                    </a:moveTo>
                    <a:lnTo>
                      <a:pt x="1" y="28465"/>
                    </a:lnTo>
                    <a:lnTo>
                      <a:pt x="20" y="28869"/>
                    </a:lnTo>
                    <a:lnTo>
                      <a:pt x="78" y="29254"/>
                    </a:lnTo>
                    <a:lnTo>
                      <a:pt x="174" y="29620"/>
                    </a:lnTo>
                    <a:lnTo>
                      <a:pt x="309" y="29986"/>
                    </a:lnTo>
                    <a:lnTo>
                      <a:pt x="463" y="30313"/>
                    </a:lnTo>
                    <a:lnTo>
                      <a:pt x="655" y="30640"/>
                    </a:lnTo>
                    <a:lnTo>
                      <a:pt x="886" y="30929"/>
                    </a:lnTo>
                    <a:lnTo>
                      <a:pt x="1136" y="31217"/>
                    </a:lnTo>
                    <a:lnTo>
                      <a:pt x="1406" y="31468"/>
                    </a:lnTo>
                    <a:lnTo>
                      <a:pt x="1714" y="31679"/>
                    </a:lnTo>
                    <a:lnTo>
                      <a:pt x="2022" y="31872"/>
                    </a:lnTo>
                    <a:lnTo>
                      <a:pt x="2368" y="32045"/>
                    </a:lnTo>
                    <a:lnTo>
                      <a:pt x="2715" y="32180"/>
                    </a:lnTo>
                    <a:lnTo>
                      <a:pt x="3100" y="32276"/>
                    </a:lnTo>
                    <a:lnTo>
                      <a:pt x="3484" y="32334"/>
                    </a:lnTo>
                    <a:lnTo>
                      <a:pt x="3869" y="32353"/>
                    </a:lnTo>
                    <a:lnTo>
                      <a:pt x="72289" y="32353"/>
                    </a:lnTo>
                    <a:lnTo>
                      <a:pt x="72693" y="32334"/>
                    </a:lnTo>
                    <a:lnTo>
                      <a:pt x="73078" y="32276"/>
                    </a:lnTo>
                    <a:lnTo>
                      <a:pt x="73443" y="32180"/>
                    </a:lnTo>
                    <a:lnTo>
                      <a:pt x="73809" y="32045"/>
                    </a:lnTo>
                    <a:lnTo>
                      <a:pt x="74136" y="31872"/>
                    </a:lnTo>
                    <a:lnTo>
                      <a:pt x="74463" y="31679"/>
                    </a:lnTo>
                    <a:lnTo>
                      <a:pt x="74752" y="31468"/>
                    </a:lnTo>
                    <a:lnTo>
                      <a:pt x="75041" y="31217"/>
                    </a:lnTo>
                    <a:lnTo>
                      <a:pt x="75291" y="30929"/>
                    </a:lnTo>
                    <a:lnTo>
                      <a:pt x="75503" y="30640"/>
                    </a:lnTo>
                    <a:lnTo>
                      <a:pt x="75695" y="30313"/>
                    </a:lnTo>
                    <a:lnTo>
                      <a:pt x="75868" y="29986"/>
                    </a:lnTo>
                    <a:lnTo>
                      <a:pt x="75984" y="29620"/>
                    </a:lnTo>
                    <a:lnTo>
                      <a:pt x="76080" y="29254"/>
                    </a:lnTo>
                    <a:lnTo>
                      <a:pt x="76138" y="28869"/>
                    </a:lnTo>
                    <a:lnTo>
                      <a:pt x="76176" y="28465"/>
                    </a:lnTo>
                    <a:lnTo>
                      <a:pt x="76176" y="1"/>
                    </a:lnTo>
                    <a:close/>
                  </a:path>
                </a:pathLst>
              </a:custGeom>
              <a:solidFill>
                <a:srgbClr val="72A2D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1692;p39">
                <a:extLst>
                  <a:ext uri="{FF2B5EF4-FFF2-40B4-BE49-F238E27FC236}">
                    <a16:creationId xmlns:a16="http://schemas.microsoft.com/office/drawing/2014/main" id="{98349EC1-9BE1-7EC7-6CE1-023BC98F17D3}"/>
                  </a:ext>
                </a:extLst>
              </p:cNvPr>
              <p:cNvSpPr/>
              <p:nvPr/>
            </p:nvSpPr>
            <p:spPr>
              <a:xfrm>
                <a:off x="3711213" y="3591049"/>
                <a:ext cx="1630759" cy="207674"/>
              </a:xfrm>
              <a:custGeom>
                <a:avLst/>
                <a:gdLst/>
                <a:ahLst/>
                <a:cxnLst/>
                <a:rect l="l" t="t" r="r" b="b"/>
                <a:pathLst>
                  <a:path w="76177" h="9701" extrusionOk="0">
                    <a:moveTo>
                      <a:pt x="1" y="1"/>
                    </a:moveTo>
                    <a:lnTo>
                      <a:pt x="1" y="9701"/>
                    </a:lnTo>
                    <a:lnTo>
                      <a:pt x="76176" y="9701"/>
                    </a:lnTo>
                    <a:lnTo>
                      <a:pt x="76176" y="1"/>
                    </a:lnTo>
                    <a:close/>
                  </a:path>
                </a:pathLst>
              </a:custGeom>
              <a:solidFill>
                <a:srgbClr val="0B294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1693;p39">
                <a:extLst>
                  <a:ext uri="{FF2B5EF4-FFF2-40B4-BE49-F238E27FC236}">
                    <a16:creationId xmlns:a16="http://schemas.microsoft.com/office/drawing/2014/main" id="{5F97C198-4686-7AF1-7915-013E17E0651E}"/>
                  </a:ext>
                </a:extLst>
              </p:cNvPr>
              <p:cNvSpPr/>
              <p:nvPr/>
            </p:nvSpPr>
            <p:spPr>
              <a:xfrm>
                <a:off x="3795691" y="3869170"/>
                <a:ext cx="1079880" cy="149167"/>
              </a:xfrm>
              <a:custGeom>
                <a:avLst/>
                <a:gdLst/>
                <a:ahLst/>
                <a:cxnLst/>
                <a:rect l="l" t="t" r="r" b="b"/>
                <a:pathLst>
                  <a:path w="50444" h="6968" extrusionOk="0">
                    <a:moveTo>
                      <a:pt x="0" y="1"/>
                    </a:moveTo>
                    <a:lnTo>
                      <a:pt x="0" y="6968"/>
                    </a:lnTo>
                    <a:lnTo>
                      <a:pt x="50444" y="6968"/>
                    </a:lnTo>
                    <a:lnTo>
                      <a:pt x="50444"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1694;p39">
                <a:extLst>
                  <a:ext uri="{FF2B5EF4-FFF2-40B4-BE49-F238E27FC236}">
                    <a16:creationId xmlns:a16="http://schemas.microsoft.com/office/drawing/2014/main" id="{576693BE-7CE6-D2EF-8113-16E246023B69}"/>
                  </a:ext>
                </a:extLst>
              </p:cNvPr>
              <p:cNvSpPr/>
              <p:nvPr/>
            </p:nvSpPr>
            <p:spPr>
              <a:xfrm>
                <a:off x="3795691" y="4126288"/>
                <a:ext cx="1441624" cy="37099"/>
              </a:xfrm>
              <a:custGeom>
                <a:avLst/>
                <a:gdLst/>
                <a:ahLst/>
                <a:cxnLst/>
                <a:rect l="l" t="t" r="r" b="b"/>
                <a:pathLst>
                  <a:path w="67342" h="1733" extrusionOk="0">
                    <a:moveTo>
                      <a:pt x="0" y="0"/>
                    </a:moveTo>
                    <a:lnTo>
                      <a:pt x="0" y="1732"/>
                    </a:lnTo>
                    <a:lnTo>
                      <a:pt x="67342" y="1732"/>
                    </a:lnTo>
                    <a:lnTo>
                      <a:pt x="67342"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1695;p39">
                <a:extLst>
                  <a:ext uri="{FF2B5EF4-FFF2-40B4-BE49-F238E27FC236}">
                    <a16:creationId xmlns:a16="http://schemas.microsoft.com/office/drawing/2014/main" id="{3CFAA5D2-60E1-F8A8-37C3-C4F814034909}"/>
                  </a:ext>
                </a:extLst>
              </p:cNvPr>
              <p:cNvSpPr/>
              <p:nvPr/>
            </p:nvSpPr>
            <p:spPr>
              <a:xfrm>
                <a:off x="3795691" y="4211153"/>
                <a:ext cx="1441624" cy="37527"/>
              </a:xfrm>
              <a:custGeom>
                <a:avLst/>
                <a:gdLst/>
                <a:ahLst/>
                <a:cxnLst/>
                <a:rect l="l" t="t" r="r" b="b"/>
                <a:pathLst>
                  <a:path w="67342" h="1753" extrusionOk="0">
                    <a:moveTo>
                      <a:pt x="0" y="1"/>
                    </a:moveTo>
                    <a:lnTo>
                      <a:pt x="0" y="1752"/>
                    </a:lnTo>
                    <a:lnTo>
                      <a:pt x="67342" y="1752"/>
                    </a:lnTo>
                    <a:lnTo>
                      <a:pt x="67342"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1696;p39">
                <a:extLst>
                  <a:ext uri="{FF2B5EF4-FFF2-40B4-BE49-F238E27FC236}">
                    <a16:creationId xmlns:a16="http://schemas.microsoft.com/office/drawing/2014/main" id="{ECC40CA3-EADC-4D34-BF5B-2B122D7B22D8}"/>
                  </a:ext>
                </a:extLst>
              </p:cNvPr>
              <p:cNvSpPr/>
              <p:nvPr/>
            </p:nvSpPr>
            <p:spPr>
              <a:xfrm>
                <a:off x="3795691" y="4292334"/>
                <a:ext cx="1441624" cy="37099"/>
              </a:xfrm>
              <a:custGeom>
                <a:avLst/>
                <a:gdLst/>
                <a:ahLst/>
                <a:cxnLst/>
                <a:rect l="l" t="t" r="r" b="b"/>
                <a:pathLst>
                  <a:path w="67342" h="1733" extrusionOk="0">
                    <a:moveTo>
                      <a:pt x="0" y="0"/>
                    </a:moveTo>
                    <a:lnTo>
                      <a:pt x="0" y="1732"/>
                    </a:lnTo>
                    <a:lnTo>
                      <a:pt x="67342" y="1732"/>
                    </a:lnTo>
                    <a:lnTo>
                      <a:pt x="67342"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1697;p39">
                <a:extLst>
                  <a:ext uri="{FF2B5EF4-FFF2-40B4-BE49-F238E27FC236}">
                    <a16:creationId xmlns:a16="http://schemas.microsoft.com/office/drawing/2014/main" id="{D43B25C3-D9B3-0E2E-CBB6-7179E06BB27E}"/>
                  </a:ext>
                </a:extLst>
              </p:cNvPr>
              <p:cNvSpPr/>
              <p:nvPr/>
            </p:nvSpPr>
            <p:spPr>
              <a:xfrm>
                <a:off x="3795691" y="4371033"/>
                <a:ext cx="1441624" cy="37099"/>
              </a:xfrm>
              <a:custGeom>
                <a:avLst/>
                <a:gdLst/>
                <a:ahLst/>
                <a:cxnLst/>
                <a:rect l="l" t="t" r="r" b="b"/>
                <a:pathLst>
                  <a:path w="67342" h="1733" extrusionOk="0">
                    <a:moveTo>
                      <a:pt x="0" y="0"/>
                    </a:moveTo>
                    <a:lnTo>
                      <a:pt x="0" y="1732"/>
                    </a:lnTo>
                    <a:lnTo>
                      <a:pt x="67342" y="1732"/>
                    </a:lnTo>
                    <a:lnTo>
                      <a:pt x="67342"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65" name="TextBox 64">
            <a:extLst>
              <a:ext uri="{FF2B5EF4-FFF2-40B4-BE49-F238E27FC236}">
                <a16:creationId xmlns:a16="http://schemas.microsoft.com/office/drawing/2014/main" id="{12C2F1FC-5CB1-02FD-D96D-3A31B98A25EF}"/>
              </a:ext>
            </a:extLst>
          </p:cNvPr>
          <p:cNvSpPr txBox="1"/>
          <p:nvPr/>
        </p:nvSpPr>
        <p:spPr>
          <a:xfrm>
            <a:off x="1430682" y="551400"/>
            <a:ext cx="9509760" cy="646331"/>
          </a:xfrm>
          <a:prstGeom prst="rect">
            <a:avLst/>
          </a:prstGeom>
          <a:noFill/>
        </p:spPr>
        <p:txBody>
          <a:bodyPr wrap="square" rtlCol="0">
            <a:spAutoFit/>
          </a:bodyPr>
          <a:lstStyle/>
          <a:p>
            <a:r>
              <a:rPr lang="en-US" sz="3600" b="1" dirty="0">
                <a:solidFill>
                  <a:schemeClr val="accent5">
                    <a:lumMod val="50000"/>
                  </a:schemeClr>
                </a:solidFill>
                <a:latin typeface="Times New Roman" panose="02020603050405020304" pitchFamily="18" charset="0"/>
                <a:cs typeface="Times New Roman" panose="02020603050405020304" pitchFamily="18" charset="0"/>
              </a:rPr>
              <a:t>Problem statement: Decline in FD satisfaction</a:t>
            </a:r>
            <a:endParaRPr lang="en-IN" sz="3600" dirty="0"/>
          </a:p>
        </p:txBody>
      </p:sp>
      <p:sp>
        <p:nvSpPr>
          <p:cNvPr id="66" name="TextBox 65">
            <a:extLst>
              <a:ext uri="{FF2B5EF4-FFF2-40B4-BE49-F238E27FC236}">
                <a16:creationId xmlns:a16="http://schemas.microsoft.com/office/drawing/2014/main" id="{6BF0DD11-529D-9D34-D853-BABEBD30897E}"/>
              </a:ext>
            </a:extLst>
          </p:cNvPr>
          <p:cNvSpPr txBox="1"/>
          <p:nvPr/>
        </p:nvSpPr>
        <p:spPr>
          <a:xfrm>
            <a:off x="3724055" y="1517460"/>
            <a:ext cx="4951906" cy="163121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Economic Conditions and Monetary policy: </a:t>
            </a:r>
            <a:r>
              <a:rPr lang="en-US" sz="2000" dirty="0">
                <a:latin typeface="Times New Roman" panose="02020603050405020304" pitchFamily="18" charset="0"/>
                <a:cs typeface="Times New Roman" panose="02020603050405020304" pitchFamily="18" charset="0"/>
              </a:rPr>
              <a:t>The RBI  sets the repo rate. When the RBI lowers the repo rate, it becomes cheaper for banks to borrow money, additionally they tend to reduce their FD interest rates accordingly. </a:t>
            </a:r>
            <a:endParaRPr lang="en-IN" sz="2000"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11450912-9378-BC9D-7BD6-08417D379E08}"/>
              </a:ext>
            </a:extLst>
          </p:cNvPr>
          <p:cNvSpPr txBox="1"/>
          <p:nvPr/>
        </p:nvSpPr>
        <p:spPr>
          <a:xfrm>
            <a:off x="8309138" y="3809464"/>
            <a:ext cx="2946410" cy="101566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Longer Tenures: </a:t>
            </a:r>
          </a:p>
          <a:p>
            <a:r>
              <a:rPr lang="en-US" sz="2000" dirty="0">
                <a:latin typeface="Times New Roman" panose="02020603050405020304" pitchFamily="18" charset="0"/>
                <a:cs typeface="Times New Roman" panose="02020603050405020304" pitchFamily="18" charset="0"/>
              </a:rPr>
              <a:t>Banks offer higher interest rates for long term FDs.</a:t>
            </a:r>
          </a:p>
        </p:txBody>
      </p:sp>
      <p:sp>
        <p:nvSpPr>
          <p:cNvPr id="68" name="TextBox 67">
            <a:extLst>
              <a:ext uri="{FF2B5EF4-FFF2-40B4-BE49-F238E27FC236}">
                <a16:creationId xmlns:a16="http://schemas.microsoft.com/office/drawing/2014/main" id="{8526F403-469B-FE22-5F8F-514D0B94E68D}"/>
              </a:ext>
            </a:extLst>
          </p:cNvPr>
          <p:cNvSpPr txBox="1"/>
          <p:nvPr/>
        </p:nvSpPr>
        <p:spPr>
          <a:xfrm>
            <a:off x="1462347" y="3769240"/>
            <a:ext cx="2703712" cy="163121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Alternative investments options: </a:t>
            </a:r>
            <a:r>
              <a:rPr lang="en-US" sz="2000" dirty="0">
                <a:latin typeface="Times New Roman" panose="02020603050405020304" pitchFamily="18" charset="0"/>
                <a:cs typeface="Times New Roman" panose="02020603050405020304" pitchFamily="18" charset="0"/>
              </a:rPr>
              <a:t>Mutual funds, stock market, government securities.</a:t>
            </a:r>
          </a:p>
        </p:txBody>
      </p:sp>
    </p:spTree>
    <p:extLst>
      <p:ext uri="{BB962C8B-B14F-4D97-AF65-F5344CB8AC3E}">
        <p14:creationId xmlns:p14="http://schemas.microsoft.com/office/powerpoint/2010/main" val="158031188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3163;p55" title="Chart">
            <a:hlinkClick r:id="rId2"/>
            <a:extLst>
              <a:ext uri="{FF2B5EF4-FFF2-40B4-BE49-F238E27FC236}">
                <a16:creationId xmlns:a16="http://schemas.microsoft.com/office/drawing/2014/main" id="{FE8F9610-6F2E-0E5C-4DD6-B07F42DD9268}"/>
              </a:ext>
            </a:extLst>
          </p:cNvPr>
          <p:cNvPicPr preferRelativeResize="0"/>
          <p:nvPr/>
        </p:nvPicPr>
        <p:blipFill>
          <a:blip r:embed="rId3">
            <a:alphaModFix/>
          </a:blip>
          <a:stretch>
            <a:fillRect/>
          </a:stretch>
        </p:blipFill>
        <p:spPr>
          <a:xfrm>
            <a:off x="927847" y="2923488"/>
            <a:ext cx="3224605" cy="3100794"/>
          </a:xfrm>
          <a:prstGeom prst="rect">
            <a:avLst/>
          </a:prstGeom>
          <a:noFill/>
          <a:ln>
            <a:noFill/>
          </a:ln>
        </p:spPr>
      </p:pic>
      <p:sp>
        <p:nvSpPr>
          <p:cNvPr id="3" name="TextBox 2">
            <a:extLst>
              <a:ext uri="{FF2B5EF4-FFF2-40B4-BE49-F238E27FC236}">
                <a16:creationId xmlns:a16="http://schemas.microsoft.com/office/drawing/2014/main" id="{96FD1129-E60F-6412-114F-7D4FD37482C9}"/>
              </a:ext>
            </a:extLst>
          </p:cNvPr>
          <p:cNvSpPr txBox="1"/>
          <p:nvPr/>
        </p:nvSpPr>
        <p:spPr>
          <a:xfrm>
            <a:off x="1099969" y="522989"/>
            <a:ext cx="9992062" cy="584775"/>
          </a:xfrm>
          <a:prstGeom prst="rect">
            <a:avLst/>
          </a:prstGeom>
          <a:noFill/>
        </p:spPr>
        <p:txBody>
          <a:bodyPr wrap="square" rtlCol="0">
            <a:spAutoFit/>
          </a:bodyPr>
          <a:lstStyle/>
          <a:p>
            <a:r>
              <a:rPr lang="en-US" sz="3200" b="1" dirty="0">
                <a:solidFill>
                  <a:srgbClr val="002060"/>
                </a:solidFill>
                <a:latin typeface="Times New Roman" panose="02020603050405020304" pitchFamily="18" charset="0"/>
                <a:cs typeface="Times New Roman" panose="02020603050405020304" pitchFamily="18" charset="0"/>
              </a:rPr>
              <a:t>Goal: Redesign FD Using Data &amp; Business Experiments</a:t>
            </a:r>
            <a:endParaRPr lang="en-IN" sz="3200" dirty="0">
              <a:solidFill>
                <a:srgbClr val="002060"/>
              </a:solidFill>
            </a:endParaRPr>
          </a:p>
        </p:txBody>
      </p:sp>
      <p:sp>
        <p:nvSpPr>
          <p:cNvPr id="5" name="TextBox 4">
            <a:extLst>
              <a:ext uri="{FF2B5EF4-FFF2-40B4-BE49-F238E27FC236}">
                <a16:creationId xmlns:a16="http://schemas.microsoft.com/office/drawing/2014/main" id="{8B9406B2-8C7A-2F16-115A-4EEACE1D4598}"/>
              </a:ext>
            </a:extLst>
          </p:cNvPr>
          <p:cNvSpPr txBox="1"/>
          <p:nvPr/>
        </p:nvSpPr>
        <p:spPr>
          <a:xfrm>
            <a:off x="1099969" y="1433011"/>
            <a:ext cx="9992062" cy="1846659"/>
          </a:xfrm>
          <a:prstGeom prst="rect">
            <a:avLst/>
          </a:prstGeom>
          <a:noFill/>
        </p:spPr>
        <p:txBody>
          <a:bodyPr wrap="square" rtlCol="0">
            <a:spAutoFit/>
          </a:bodyPr>
          <a:lstStyle/>
          <a:p>
            <a:pPr>
              <a:buNone/>
            </a:pPr>
            <a:r>
              <a:rPr lang="en-US" sz="2400" dirty="0">
                <a:latin typeface="Times New Roman" panose="02020603050405020304" pitchFamily="18" charset="0"/>
                <a:cs typeface="Times New Roman" panose="02020603050405020304" pitchFamily="18" charset="0"/>
              </a:rPr>
              <a:t>The main objective is to </a:t>
            </a:r>
            <a:r>
              <a:rPr lang="en-US" sz="2400" b="1" dirty="0">
                <a:latin typeface="Times New Roman" panose="02020603050405020304" pitchFamily="18" charset="0"/>
                <a:cs typeface="Times New Roman" panose="02020603050405020304" pitchFamily="18" charset="0"/>
              </a:rPr>
              <a:t>use data analytics and customer feedback to redesign and optimize FD offerings</a:t>
            </a:r>
            <a:r>
              <a:rPr lang="en-US" sz="2400" dirty="0">
                <a:latin typeface="Times New Roman" panose="02020603050405020304" pitchFamily="18" charset="0"/>
                <a:cs typeface="Times New Roman" panose="02020603050405020304" pitchFamily="18" charset="0"/>
              </a:rPr>
              <a:t> to align better with customer preferences and business goals.</a:t>
            </a:r>
          </a:p>
          <a:p>
            <a:pPr>
              <a:buNone/>
            </a:pPr>
            <a:r>
              <a:rPr lang="en-US" sz="2400" dirty="0">
                <a:latin typeface="Times New Roman" panose="02020603050405020304" pitchFamily="18" charset="0"/>
                <a:cs typeface="Times New Roman" panose="02020603050405020304" pitchFamily="18" charset="0"/>
              </a:rPr>
              <a:t>This includes:</a:t>
            </a:r>
          </a:p>
          <a:p>
            <a:endParaRPr lang="en-IN" dirty="0"/>
          </a:p>
        </p:txBody>
      </p:sp>
      <p:sp>
        <p:nvSpPr>
          <p:cNvPr id="6" name="TextBox 5">
            <a:extLst>
              <a:ext uri="{FF2B5EF4-FFF2-40B4-BE49-F238E27FC236}">
                <a16:creationId xmlns:a16="http://schemas.microsoft.com/office/drawing/2014/main" id="{D5B59ADC-D37C-4138-E246-9313024160EE}"/>
              </a:ext>
            </a:extLst>
          </p:cNvPr>
          <p:cNvSpPr txBox="1"/>
          <p:nvPr/>
        </p:nvSpPr>
        <p:spPr>
          <a:xfrm>
            <a:off x="4297681" y="3182851"/>
            <a:ext cx="6939579" cy="2554545"/>
          </a:xfrm>
          <a:prstGeom prst="rect">
            <a:avLst/>
          </a:prstGeom>
          <a:noFill/>
        </p:spPr>
        <p:txBody>
          <a:bodyPr wrap="square" rtlCol="0">
            <a:spAutoFit/>
          </a:bodyPr>
          <a:lstStyle/>
          <a:p>
            <a:pPr marL="457200"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Testing new interest rate slabs or promotional offers.</a:t>
            </a:r>
          </a:p>
          <a:p>
            <a:pPr marL="457200"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Personalizing FD terms like tenure, withdrawal flexibility, or auto-renewal features.</a:t>
            </a:r>
          </a:p>
          <a:p>
            <a:pPr marL="457200"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Enhancing communication and digital access to FD services.</a:t>
            </a:r>
          </a:p>
          <a:p>
            <a:endParaRPr lang="en-IN" sz="1600" dirty="0"/>
          </a:p>
        </p:txBody>
      </p:sp>
    </p:spTree>
    <p:extLst>
      <p:ext uri="{BB962C8B-B14F-4D97-AF65-F5344CB8AC3E}">
        <p14:creationId xmlns:p14="http://schemas.microsoft.com/office/powerpoint/2010/main" val="23646414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45"/>
        <p:cNvGrpSpPr/>
        <p:nvPr/>
      </p:nvGrpSpPr>
      <p:grpSpPr>
        <a:xfrm>
          <a:off x="0" y="0"/>
          <a:ext cx="0" cy="0"/>
          <a:chOff x="0" y="0"/>
          <a:chExt cx="0" cy="0"/>
        </a:xfrm>
      </p:grpSpPr>
      <p:sp>
        <p:nvSpPr>
          <p:cNvPr id="2946" name="Google Shape;2946;p52"/>
          <p:cNvSpPr txBox="1">
            <a:spLocks noGrp="1"/>
          </p:cNvSpPr>
          <p:nvPr>
            <p:ph type="title"/>
          </p:nvPr>
        </p:nvSpPr>
        <p:spPr>
          <a:xfrm>
            <a:off x="609600" y="719333"/>
            <a:ext cx="10972800" cy="426800"/>
          </a:xfrm>
          <a:prstGeom prst="rect">
            <a:avLst/>
          </a:prstGeom>
        </p:spPr>
        <p:txBody>
          <a:bodyPr spcFirstLastPara="1" wrap="square" lIns="121900" tIns="121900" rIns="121900" bIns="121900" anchor="ctr" anchorCtr="0">
            <a:noAutofit/>
          </a:bodyPr>
          <a:lstStyle/>
          <a:p>
            <a:r>
              <a:rPr lang="en-US" sz="4000" b="1" dirty="0">
                <a:solidFill>
                  <a:srgbClr val="002060"/>
                </a:solidFill>
                <a:latin typeface="Times New Roman" panose="02020603050405020304" pitchFamily="18" charset="0"/>
                <a:cs typeface="Times New Roman" panose="02020603050405020304" pitchFamily="18" charset="0"/>
              </a:rPr>
              <a:t>Framework Used: Lean Six Sigma (DMADV)</a:t>
            </a:r>
            <a:endParaRPr dirty="0">
              <a:solidFill>
                <a:srgbClr val="002060"/>
              </a:solidFill>
            </a:endParaRPr>
          </a:p>
        </p:txBody>
      </p:sp>
      <p:sp>
        <p:nvSpPr>
          <p:cNvPr id="2947" name="Google Shape;2947;p52"/>
          <p:cNvSpPr/>
          <p:nvPr/>
        </p:nvSpPr>
        <p:spPr>
          <a:xfrm>
            <a:off x="609597" y="2417751"/>
            <a:ext cx="1956800" cy="3294000"/>
          </a:xfrm>
          <a:prstGeom prst="rect">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2948" name="Google Shape;2948;p52"/>
          <p:cNvGrpSpPr/>
          <p:nvPr/>
        </p:nvGrpSpPr>
        <p:grpSpPr>
          <a:xfrm>
            <a:off x="609597" y="3761132"/>
            <a:ext cx="1956800" cy="1386984"/>
            <a:chOff x="457198" y="2820849"/>
            <a:chExt cx="1467600" cy="1040238"/>
          </a:xfrm>
        </p:grpSpPr>
        <p:sp>
          <p:nvSpPr>
            <p:cNvPr id="2949" name="Google Shape;2949;p52"/>
            <p:cNvSpPr txBox="1"/>
            <p:nvPr/>
          </p:nvSpPr>
          <p:spPr>
            <a:xfrm>
              <a:off x="457198" y="2820849"/>
              <a:ext cx="1467600" cy="348600"/>
            </a:xfrm>
            <a:prstGeom prst="rect">
              <a:avLst/>
            </a:prstGeom>
            <a:noFill/>
            <a:ln>
              <a:noFill/>
            </a:ln>
          </p:spPr>
          <p:txBody>
            <a:bodyPr spcFirstLastPara="1" wrap="square" lIns="121900" tIns="121900" rIns="121900" bIns="121900" anchor="ctr" anchorCtr="0">
              <a:noAutofit/>
            </a:bodyPr>
            <a:lstStyle/>
            <a:p>
              <a:pPr algn="ctr" defTabSz="1219170">
                <a:buClr>
                  <a:srgbClr val="000000"/>
                </a:buClr>
                <a:buSzPts val="1100"/>
              </a:pPr>
              <a:r>
                <a:rPr lang="en" sz="2400" b="1" kern="0" dirty="0">
                  <a:solidFill>
                    <a:srgbClr val="000000"/>
                  </a:solidFill>
                  <a:latin typeface="Fira Sans Extra Condensed"/>
                  <a:ea typeface="Fira Sans Extra Condensed"/>
                  <a:cs typeface="Fira Sans Extra Condensed"/>
                  <a:sym typeface="Fira Sans Extra Condensed"/>
                </a:rPr>
                <a:t>Define</a:t>
              </a:r>
              <a:endParaRPr sz="2400" b="1" kern="0" dirty="0">
                <a:solidFill>
                  <a:srgbClr val="000000"/>
                </a:solidFill>
                <a:latin typeface="Fira Sans Extra Condensed"/>
                <a:ea typeface="Fira Sans Extra Condensed"/>
                <a:cs typeface="Fira Sans Extra Condensed"/>
                <a:sym typeface="Fira Sans Extra Condensed"/>
              </a:endParaRPr>
            </a:p>
          </p:txBody>
        </p:sp>
        <p:sp>
          <p:nvSpPr>
            <p:cNvPr id="2950" name="Google Shape;2950;p52"/>
            <p:cNvSpPr txBox="1"/>
            <p:nvPr/>
          </p:nvSpPr>
          <p:spPr>
            <a:xfrm>
              <a:off x="457198" y="3099687"/>
              <a:ext cx="1467600" cy="761400"/>
            </a:xfrm>
            <a:prstGeom prst="rect">
              <a:avLst/>
            </a:prstGeom>
            <a:noFill/>
            <a:ln>
              <a:noFill/>
            </a:ln>
          </p:spPr>
          <p:txBody>
            <a:bodyPr spcFirstLastPara="1" wrap="square" lIns="121900" tIns="121900" rIns="121900" bIns="121900" anchor="t" anchorCtr="0">
              <a:noAutofit/>
            </a:bodyPr>
            <a:lstStyle/>
            <a:p>
              <a:pPr algn="ctr" defTabSz="1219170">
                <a:buClr>
                  <a:srgbClr val="000000"/>
                </a:buClr>
              </a:pPr>
              <a:r>
                <a:rPr lang="en-US" sz="1600" kern="0" dirty="0">
                  <a:solidFill>
                    <a:srgbClr val="000000"/>
                  </a:solidFill>
                  <a:latin typeface="Roboto"/>
                  <a:ea typeface="Roboto"/>
                  <a:cs typeface="Roboto"/>
                  <a:sym typeface="Roboto"/>
                </a:rPr>
                <a:t>Identifying the problem and setting clear project goals.</a:t>
              </a:r>
            </a:p>
          </p:txBody>
        </p:sp>
      </p:grpSp>
      <p:sp>
        <p:nvSpPr>
          <p:cNvPr id="2951" name="Google Shape;2951;p52"/>
          <p:cNvSpPr/>
          <p:nvPr/>
        </p:nvSpPr>
        <p:spPr>
          <a:xfrm>
            <a:off x="2863632" y="2417751"/>
            <a:ext cx="1956800" cy="3294000"/>
          </a:xfrm>
          <a:prstGeom prst="rect">
            <a:avLst/>
          </a:prstGeom>
          <a:noFill/>
          <a:ln w="19050" cap="flat" cmpd="sng">
            <a:solidFill>
              <a:schemeClr val="accent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52" name="Google Shape;2952;p52"/>
          <p:cNvSpPr/>
          <p:nvPr/>
        </p:nvSpPr>
        <p:spPr>
          <a:xfrm>
            <a:off x="5117664" y="2417751"/>
            <a:ext cx="1956800" cy="3294000"/>
          </a:xfrm>
          <a:prstGeom prst="rect">
            <a:avLst/>
          </a:prstGeom>
          <a:noFill/>
          <a:ln w="19050"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2953" name="Google Shape;2953;p52"/>
          <p:cNvGrpSpPr/>
          <p:nvPr/>
        </p:nvGrpSpPr>
        <p:grpSpPr>
          <a:xfrm>
            <a:off x="5117631" y="3761133"/>
            <a:ext cx="1956837" cy="1318819"/>
            <a:chOff x="3838220" y="2820849"/>
            <a:chExt cx="1467628" cy="989114"/>
          </a:xfrm>
        </p:grpSpPr>
        <p:sp>
          <p:nvSpPr>
            <p:cNvPr id="2954" name="Google Shape;2954;p52"/>
            <p:cNvSpPr txBox="1"/>
            <p:nvPr/>
          </p:nvSpPr>
          <p:spPr>
            <a:xfrm>
              <a:off x="3838248" y="2820849"/>
              <a:ext cx="1467600" cy="348600"/>
            </a:xfrm>
            <a:prstGeom prst="rect">
              <a:avLst/>
            </a:prstGeom>
            <a:noFill/>
            <a:ln>
              <a:noFill/>
            </a:ln>
          </p:spPr>
          <p:txBody>
            <a:bodyPr spcFirstLastPara="1" wrap="square" lIns="121900" tIns="121900" rIns="121900" bIns="121900" anchor="ctr" anchorCtr="0">
              <a:noAutofit/>
            </a:bodyPr>
            <a:lstStyle/>
            <a:p>
              <a:pPr algn="ctr" defTabSz="1219170">
                <a:buClr>
                  <a:srgbClr val="000000"/>
                </a:buClr>
                <a:buSzPts val="1100"/>
              </a:pPr>
              <a:r>
                <a:rPr lang="en" sz="2400" b="1" kern="0" dirty="0">
                  <a:solidFill>
                    <a:srgbClr val="000000"/>
                  </a:solidFill>
                  <a:latin typeface="Fira Sans Extra Condensed"/>
                  <a:ea typeface="Fira Sans Extra Condensed"/>
                  <a:cs typeface="Fira Sans Extra Condensed"/>
                  <a:sym typeface="Fira Sans Extra Condensed"/>
                </a:rPr>
                <a:t>Analyze</a:t>
              </a:r>
              <a:endParaRPr sz="2400" b="1" kern="0" dirty="0">
                <a:solidFill>
                  <a:srgbClr val="000000"/>
                </a:solidFill>
                <a:latin typeface="Fira Sans Extra Condensed"/>
                <a:ea typeface="Fira Sans Extra Condensed"/>
                <a:cs typeface="Fira Sans Extra Condensed"/>
                <a:sym typeface="Fira Sans Extra Condensed"/>
              </a:endParaRPr>
            </a:p>
          </p:txBody>
        </p:sp>
        <p:sp>
          <p:nvSpPr>
            <p:cNvPr id="2955" name="Google Shape;2955;p52"/>
            <p:cNvSpPr txBox="1"/>
            <p:nvPr/>
          </p:nvSpPr>
          <p:spPr>
            <a:xfrm>
              <a:off x="3838220" y="3048563"/>
              <a:ext cx="1467600" cy="761400"/>
            </a:xfrm>
            <a:prstGeom prst="rect">
              <a:avLst/>
            </a:prstGeom>
            <a:noFill/>
            <a:ln>
              <a:noFill/>
            </a:ln>
          </p:spPr>
          <p:txBody>
            <a:bodyPr spcFirstLastPara="1" wrap="square" lIns="121900" tIns="121900" rIns="121900" bIns="121900" anchor="t" anchorCtr="0">
              <a:noAutofit/>
            </a:bodyPr>
            <a:lstStyle/>
            <a:p>
              <a:pPr algn="ctr" defTabSz="1219170">
                <a:buClr>
                  <a:srgbClr val="000000"/>
                </a:buClr>
                <a:buSzPts val="1100"/>
              </a:pPr>
              <a:r>
                <a:rPr lang="en-US" sz="1600" kern="0" dirty="0">
                  <a:solidFill>
                    <a:srgbClr val="000000"/>
                  </a:solidFill>
                  <a:latin typeface="Roboto"/>
                  <a:ea typeface="Roboto"/>
                  <a:cs typeface="Roboto"/>
                  <a:sym typeface="Roboto"/>
                </a:rPr>
                <a:t>Exploring the underlying factors influencing customer preferences and satisfaction.</a:t>
              </a:r>
              <a:endParaRPr sz="1600" kern="0" dirty="0">
                <a:solidFill>
                  <a:srgbClr val="000000"/>
                </a:solidFill>
                <a:latin typeface="Roboto"/>
                <a:ea typeface="Roboto"/>
                <a:cs typeface="Roboto"/>
                <a:sym typeface="Roboto"/>
              </a:endParaRPr>
            </a:p>
          </p:txBody>
        </p:sp>
      </p:grpSp>
      <p:sp>
        <p:nvSpPr>
          <p:cNvPr id="2956" name="Google Shape;2956;p52"/>
          <p:cNvSpPr/>
          <p:nvPr/>
        </p:nvSpPr>
        <p:spPr>
          <a:xfrm>
            <a:off x="9625740" y="2417751"/>
            <a:ext cx="1956800" cy="3294000"/>
          </a:xfrm>
          <a:prstGeom prst="rect">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57" name="Google Shape;2957;p52"/>
          <p:cNvSpPr/>
          <p:nvPr/>
        </p:nvSpPr>
        <p:spPr>
          <a:xfrm>
            <a:off x="7371708" y="2417751"/>
            <a:ext cx="1956800" cy="3294000"/>
          </a:xfrm>
          <a:prstGeom prst="rect">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2958" name="Google Shape;2958;p52"/>
          <p:cNvGrpSpPr/>
          <p:nvPr/>
        </p:nvGrpSpPr>
        <p:grpSpPr>
          <a:xfrm>
            <a:off x="7371664" y="3761132"/>
            <a:ext cx="1956840" cy="1321228"/>
            <a:chOff x="5528751" y="2820849"/>
            <a:chExt cx="1467630" cy="990921"/>
          </a:xfrm>
        </p:grpSpPr>
        <p:sp>
          <p:nvSpPr>
            <p:cNvPr id="2959" name="Google Shape;2959;p52"/>
            <p:cNvSpPr txBox="1"/>
            <p:nvPr/>
          </p:nvSpPr>
          <p:spPr>
            <a:xfrm>
              <a:off x="5528781" y="2820849"/>
              <a:ext cx="1467600" cy="348600"/>
            </a:xfrm>
            <a:prstGeom prst="rect">
              <a:avLst/>
            </a:prstGeom>
            <a:noFill/>
            <a:ln>
              <a:noFill/>
            </a:ln>
          </p:spPr>
          <p:txBody>
            <a:bodyPr spcFirstLastPara="1" wrap="square" lIns="121900" tIns="121900" rIns="121900" bIns="121900" anchor="ctr" anchorCtr="0">
              <a:noAutofit/>
            </a:bodyPr>
            <a:lstStyle/>
            <a:p>
              <a:pPr algn="ctr" defTabSz="1219170">
                <a:buClr>
                  <a:srgbClr val="000000"/>
                </a:buClr>
                <a:buSzPts val="1100"/>
              </a:pPr>
              <a:r>
                <a:rPr lang="en" sz="2400" b="1" kern="0" dirty="0">
                  <a:solidFill>
                    <a:srgbClr val="000000"/>
                  </a:solidFill>
                  <a:latin typeface="Fira Sans Extra Condensed"/>
                  <a:ea typeface="Fira Sans Extra Condensed"/>
                  <a:cs typeface="Fira Sans Extra Condensed"/>
                  <a:sym typeface="Fira Sans Extra Condensed"/>
                </a:rPr>
                <a:t>Design</a:t>
              </a:r>
              <a:endParaRPr sz="2400" b="1" kern="0" dirty="0">
                <a:solidFill>
                  <a:srgbClr val="000000"/>
                </a:solidFill>
                <a:latin typeface="Fira Sans Extra Condensed"/>
                <a:ea typeface="Fira Sans Extra Condensed"/>
                <a:cs typeface="Fira Sans Extra Condensed"/>
                <a:sym typeface="Fira Sans Extra Condensed"/>
              </a:endParaRPr>
            </a:p>
          </p:txBody>
        </p:sp>
        <p:sp>
          <p:nvSpPr>
            <p:cNvPr id="2960" name="Google Shape;2960;p52"/>
            <p:cNvSpPr txBox="1"/>
            <p:nvPr/>
          </p:nvSpPr>
          <p:spPr>
            <a:xfrm>
              <a:off x="5528751" y="3050370"/>
              <a:ext cx="1467600" cy="761400"/>
            </a:xfrm>
            <a:prstGeom prst="rect">
              <a:avLst/>
            </a:prstGeom>
            <a:noFill/>
            <a:ln>
              <a:noFill/>
            </a:ln>
          </p:spPr>
          <p:txBody>
            <a:bodyPr spcFirstLastPara="1" wrap="square" lIns="121900" tIns="121900" rIns="121900" bIns="121900" anchor="t" anchorCtr="0">
              <a:noAutofit/>
            </a:bodyPr>
            <a:lstStyle/>
            <a:p>
              <a:pPr algn="ctr" defTabSz="1219170">
                <a:buClr>
                  <a:srgbClr val="000000"/>
                </a:buClr>
                <a:buSzPts val="1100"/>
              </a:pPr>
              <a:r>
                <a:rPr lang="en-US" sz="1600" kern="0" dirty="0">
                  <a:solidFill>
                    <a:srgbClr val="000000"/>
                  </a:solidFill>
                  <a:latin typeface="Roboto"/>
                  <a:ea typeface="Roboto"/>
                  <a:cs typeface="Roboto"/>
                  <a:sym typeface="Roboto"/>
                </a:rPr>
                <a:t>Developing data-informed strategies to improve the FD product and its positioning.</a:t>
              </a:r>
              <a:endParaRPr sz="1600" kern="0" dirty="0">
                <a:solidFill>
                  <a:srgbClr val="000000"/>
                </a:solidFill>
                <a:latin typeface="Roboto"/>
                <a:ea typeface="Roboto"/>
                <a:cs typeface="Roboto"/>
                <a:sym typeface="Roboto"/>
              </a:endParaRPr>
            </a:p>
          </p:txBody>
        </p:sp>
      </p:grpSp>
      <p:sp>
        <p:nvSpPr>
          <p:cNvPr id="2961" name="Google Shape;2961;p52"/>
          <p:cNvSpPr/>
          <p:nvPr/>
        </p:nvSpPr>
        <p:spPr>
          <a:xfrm>
            <a:off x="1161997" y="2001100"/>
            <a:ext cx="852000" cy="852000"/>
          </a:xfrm>
          <a:prstGeom prst="ellipse">
            <a:avLst/>
          </a:prstGeom>
          <a:solidFill>
            <a:schemeClr val="accent2"/>
          </a:solidFill>
          <a:ln>
            <a:noFill/>
          </a:ln>
        </p:spPr>
        <p:txBody>
          <a:bodyPr spcFirstLastPara="1" wrap="square" lIns="121900" tIns="121900" rIns="121900" bIns="121900" anchor="ctr" anchorCtr="0">
            <a:noAutofit/>
          </a:bodyPr>
          <a:lstStyle/>
          <a:p>
            <a:pPr algn="ctr" defTabSz="1219170">
              <a:buClr>
                <a:srgbClr val="000000"/>
              </a:buClr>
              <a:buSzPts val="1100"/>
            </a:pPr>
            <a:r>
              <a:rPr lang="en" sz="2400" b="1" kern="0">
                <a:solidFill>
                  <a:srgbClr val="FFFFFF"/>
                </a:solidFill>
                <a:latin typeface="Fira Sans"/>
                <a:ea typeface="Fira Sans"/>
                <a:cs typeface="Fira Sans"/>
                <a:sym typeface="Fira Sans"/>
              </a:rPr>
              <a:t>1</a:t>
            </a:r>
            <a:endParaRPr sz="1867" kern="0">
              <a:solidFill>
                <a:srgbClr val="FFFFFF"/>
              </a:solidFill>
              <a:latin typeface="Arial"/>
              <a:cs typeface="Arial"/>
              <a:sym typeface="Arial"/>
            </a:endParaRPr>
          </a:p>
        </p:txBody>
      </p:sp>
      <p:grpSp>
        <p:nvGrpSpPr>
          <p:cNvPr id="2962" name="Google Shape;2962;p52"/>
          <p:cNvGrpSpPr/>
          <p:nvPr/>
        </p:nvGrpSpPr>
        <p:grpSpPr>
          <a:xfrm>
            <a:off x="2863633" y="2001100"/>
            <a:ext cx="1956800" cy="3147016"/>
            <a:chOff x="2147724" y="1500825"/>
            <a:chExt cx="1467600" cy="2360262"/>
          </a:xfrm>
        </p:grpSpPr>
        <p:grpSp>
          <p:nvGrpSpPr>
            <p:cNvPr id="2963" name="Google Shape;2963;p52"/>
            <p:cNvGrpSpPr/>
            <p:nvPr/>
          </p:nvGrpSpPr>
          <p:grpSpPr>
            <a:xfrm>
              <a:off x="2147724" y="2820849"/>
              <a:ext cx="1467600" cy="1040238"/>
              <a:chOff x="2147724" y="2820849"/>
              <a:chExt cx="1467600" cy="1040238"/>
            </a:xfrm>
          </p:grpSpPr>
          <p:sp>
            <p:nvSpPr>
              <p:cNvPr id="2964" name="Google Shape;2964;p52"/>
              <p:cNvSpPr txBox="1"/>
              <p:nvPr/>
            </p:nvSpPr>
            <p:spPr>
              <a:xfrm>
                <a:off x="2147724" y="2820849"/>
                <a:ext cx="1467600" cy="348600"/>
              </a:xfrm>
              <a:prstGeom prst="rect">
                <a:avLst/>
              </a:prstGeom>
              <a:noFill/>
              <a:ln>
                <a:noFill/>
              </a:ln>
            </p:spPr>
            <p:txBody>
              <a:bodyPr spcFirstLastPara="1" wrap="square" lIns="121900" tIns="121900" rIns="121900" bIns="121900" anchor="ctr" anchorCtr="0">
                <a:noAutofit/>
              </a:bodyPr>
              <a:lstStyle/>
              <a:p>
                <a:pPr algn="ctr" defTabSz="1219170">
                  <a:buClr>
                    <a:srgbClr val="000000"/>
                  </a:buClr>
                  <a:buSzPts val="1100"/>
                </a:pPr>
                <a:r>
                  <a:rPr lang="en" sz="2400" b="1" kern="0" dirty="0">
                    <a:solidFill>
                      <a:srgbClr val="000000"/>
                    </a:solidFill>
                    <a:latin typeface="Fira Sans Extra Condensed"/>
                    <a:ea typeface="Fira Sans Extra Condensed"/>
                    <a:cs typeface="Fira Sans Extra Condensed"/>
                    <a:sym typeface="Fira Sans Extra Condensed"/>
                  </a:rPr>
                  <a:t>Measure</a:t>
                </a:r>
                <a:endParaRPr sz="2400" b="1" kern="0" dirty="0">
                  <a:solidFill>
                    <a:srgbClr val="000000"/>
                  </a:solidFill>
                  <a:latin typeface="Fira Sans Extra Condensed"/>
                  <a:ea typeface="Fira Sans Extra Condensed"/>
                  <a:cs typeface="Fira Sans Extra Condensed"/>
                  <a:sym typeface="Fira Sans Extra Condensed"/>
                </a:endParaRPr>
              </a:p>
            </p:txBody>
          </p:sp>
          <p:sp>
            <p:nvSpPr>
              <p:cNvPr id="2965" name="Google Shape;2965;p52"/>
              <p:cNvSpPr txBox="1"/>
              <p:nvPr/>
            </p:nvSpPr>
            <p:spPr>
              <a:xfrm>
                <a:off x="2147724" y="3099687"/>
                <a:ext cx="1467600" cy="761400"/>
              </a:xfrm>
              <a:prstGeom prst="rect">
                <a:avLst/>
              </a:prstGeom>
              <a:noFill/>
              <a:ln>
                <a:noFill/>
              </a:ln>
            </p:spPr>
            <p:txBody>
              <a:bodyPr spcFirstLastPara="1" wrap="square" lIns="121900" tIns="121900" rIns="121900" bIns="121900" anchor="t" anchorCtr="0">
                <a:noAutofit/>
              </a:bodyPr>
              <a:lstStyle/>
              <a:p>
                <a:pPr algn="ctr" defTabSz="1219170">
                  <a:buClr>
                    <a:srgbClr val="000000"/>
                  </a:buClr>
                </a:pPr>
                <a:r>
                  <a:rPr lang="en-US" sz="1600" kern="0" dirty="0">
                    <a:solidFill>
                      <a:srgbClr val="000000"/>
                    </a:solidFill>
                    <a:latin typeface="Roboto"/>
                    <a:ea typeface="Roboto"/>
                    <a:cs typeface="Roboto"/>
                    <a:sym typeface="Roboto"/>
                  </a:rPr>
                  <a:t>Gathering relevant data on key performance indicators.</a:t>
                </a:r>
              </a:p>
            </p:txBody>
          </p:sp>
        </p:grpSp>
        <p:sp>
          <p:nvSpPr>
            <p:cNvPr id="2966" name="Google Shape;2966;p52"/>
            <p:cNvSpPr/>
            <p:nvPr/>
          </p:nvSpPr>
          <p:spPr>
            <a:xfrm>
              <a:off x="2562024" y="1500825"/>
              <a:ext cx="639000" cy="639000"/>
            </a:xfrm>
            <a:prstGeom prst="ellipse">
              <a:avLst/>
            </a:prstGeom>
            <a:solidFill>
              <a:schemeClr val="accent6"/>
            </a:solidFill>
            <a:ln>
              <a:noFill/>
            </a:ln>
          </p:spPr>
          <p:txBody>
            <a:bodyPr spcFirstLastPara="1" wrap="square" lIns="121900" tIns="121900" rIns="121900" bIns="121900" anchor="ctr" anchorCtr="0">
              <a:noAutofit/>
            </a:bodyPr>
            <a:lstStyle/>
            <a:p>
              <a:pPr algn="ctr" defTabSz="1219170">
                <a:buClr>
                  <a:srgbClr val="000000"/>
                </a:buClr>
                <a:buSzPts val="1100"/>
              </a:pPr>
              <a:r>
                <a:rPr lang="en" sz="2400" b="1" kern="0">
                  <a:solidFill>
                    <a:srgbClr val="FFFFFF"/>
                  </a:solidFill>
                  <a:latin typeface="Fira Sans"/>
                  <a:ea typeface="Fira Sans"/>
                  <a:cs typeface="Fira Sans"/>
                  <a:sym typeface="Fira Sans"/>
                </a:rPr>
                <a:t>2</a:t>
              </a:r>
              <a:endParaRPr sz="1867" kern="0">
                <a:solidFill>
                  <a:srgbClr val="000000"/>
                </a:solidFill>
                <a:latin typeface="Arial"/>
                <a:cs typeface="Arial"/>
                <a:sym typeface="Arial"/>
              </a:endParaRPr>
            </a:p>
          </p:txBody>
        </p:sp>
      </p:grpSp>
      <p:sp>
        <p:nvSpPr>
          <p:cNvPr id="2967" name="Google Shape;2967;p52"/>
          <p:cNvSpPr/>
          <p:nvPr/>
        </p:nvSpPr>
        <p:spPr>
          <a:xfrm>
            <a:off x="5670064" y="2001100"/>
            <a:ext cx="852000" cy="852000"/>
          </a:xfrm>
          <a:prstGeom prst="ellipse">
            <a:avLst/>
          </a:prstGeom>
          <a:solidFill>
            <a:schemeClr val="accent4"/>
          </a:solidFill>
          <a:ln>
            <a:noFill/>
          </a:ln>
        </p:spPr>
        <p:txBody>
          <a:bodyPr spcFirstLastPara="1" wrap="square" lIns="121900" tIns="121900" rIns="121900" bIns="121900" anchor="ctr" anchorCtr="0">
            <a:noAutofit/>
          </a:bodyPr>
          <a:lstStyle/>
          <a:p>
            <a:pPr algn="ctr" defTabSz="1219170">
              <a:buClr>
                <a:srgbClr val="000000"/>
              </a:buClr>
            </a:pPr>
            <a:r>
              <a:rPr lang="en" sz="2400" b="1" kern="0">
                <a:solidFill>
                  <a:srgbClr val="FFFFFF"/>
                </a:solidFill>
                <a:latin typeface="Fira Sans"/>
                <a:ea typeface="Fira Sans"/>
                <a:cs typeface="Fira Sans"/>
                <a:sym typeface="Fira Sans"/>
              </a:rPr>
              <a:t>3</a:t>
            </a:r>
            <a:endParaRPr sz="1867" kern="0">
              <a:solidFill>
                <a:srgbClr val="000000"/>
              </a:solidFill>
              <a:latin typeface="Arial"/>
              <a:cs typeface="Arial"/>
              <a:sym typeface="Arial"/>
            </a:endParaRPr>
          </a:p>
        </p:txBody>
      </p:sp>
      <p:sp>
        <p:nvSpPr>
          <p:cNvPr id="2968" name="Google Shape;2968;p52"/>
          <p:cNvSpPr/>
          <p:nvPr/>
        </p:nvSpPr>
        <p:spPr>
          <a:xfrm>
            <a:off x="7924108" y="2001100"/>
            <a:ext cx="852000" cy="852000"/>
          </a:xfrm>
          <a:prstGeom prst="ellipse">
            <a:avLst/>
          </a:prstGeom>
          <a:solidFill>
            <a:schemeClr val="accent3"/>
          </a:solidFill>
          <a:ln>
            <a:noFill/>
          </a:ln>
        </p:spPr>
        <p:txBody>
          <a:bodyPr spcFirstLastPara="1" wrap="square" lIns="121900" tIns="121900" rIns="121900" bIns="121900" anchor="ctr" anchorCtr="0">
            <a:noAutofit/>
          </a:bodyPr>
          <a:lstStyle/>
          <a:p>
            <a:pPr algn="ctr" defTabSz="1219170">
              <a:buClr>
                <a:srgbClr val="000000"/>
              </a:buClr>
            </a:pPr>
            <a:r>
              <a:rPr lang="en" sz="2400" b="1" kern="0">
                <a:solidFill>
                  <a:srgbClr val="FFFFFF"/>
                </a:solidFill>
                <a:latin typeface="Fira Sans"/>
                <a:ea typeface="Fira Sans"/>
                <a:cs typeface="Fira Sans"/>
                <a:sym typeface="Fira Sans"/>
              </a:rPr>
              <a:t>4</a:t>
            </a:r>
            <a:endParaRPr sz="1867" kern="0">
              <a:solidFill>
                <a:srgbClr val="000000"/>
              </a:solidFill>
              <a:latin typeface="Arial"/>
              <a:cs typeface="Arial"/>
              <a:sym typeface="Arial"/>
            </a:endParaRPr>
          </a:p>
        </p:txBody>
      </p:sp>
      <p:grpSp>
        <p:nvGrpSpPr>
          <p:cNvPr id="2969" name="Google Shape;2969;p52"/>
          <p:cNvGrpSpPr/>
          <p:nvPr/>
        </p:nvGrpSpPr>
        <p:grpSpPr>
          <a:xfrm>
            <a:off x="9625600" y="2001100"/>
            <a:ext cx="1956940" cy="3078851"/>
            <a:chOff x="7219200" y="1500825"/>
            <a:chExt cx="1467705" cy="2309138"/>
          </a:xfrm>
        </p:grpSpPr>
        <p:grpSp>
          <p:nvGrpSpPr>
            <p:cNvPr id="2970" name="Google Shape;2970;p52"/>
            <p:cNvGrpSpPr/>
            <p:nvPr/>
          </p:nvGrpSpPr>
          <p:grpSpPr>
            <a:xfrm>
              <a:off x="7219200" y="2820849"/>
              <a:ext cx="1467705" cy="989114"/>
              <a:chOff x="7219200" y="2820849"/>
              <a:chExt cx="1467705" cy="989114"/>
            </a:xfrm>
          </p:grpSpPr>
          <p:sp>
            <p:nvSpPr>
              <p:cNvPr id="2971" name="Google Shape;2971;p52"/>
              <p:cNvSpPr txBox="1"/>
              <p:nvPr/>
            </p:nvSpPr>
            <p:spPr>
              <a:xfrm>
                <a:off x="7219305" y="2820849"/>
                <a:ext cx="1467600" cy="348600"/>
              </a:xfrm>
              <a:prstGeom prst="rect">
                <a:avLst/>
              </a:prstGeom>
              <a:noFill/>
              <a:ln>
                <a:noFill/>
              </a:ln>
            </p:spPr>
            <p:txBody>
              <a:bodyPr spcFirstLastPara="1" wrap="square" lIns="121900" tIns="121900" rIns="121900" bIns="121900" anchor="ctr" anchorCtr="0">
                <a:noAutofit/>
              </a:bodyPr>
              <a:lstStyle/>
              <a:p>
                <a:pPr algn="ctr" defTabSz="1219170">
                  <a:buClr>
                    <a:srgbClr val="000000"/>
                  </a:buClr>
                  <a:buSzPts val="1100"/>
                </a:pPr>
                <a:r>
                  <a:rPr lang="en" sz="2400" b="1" kern="0" dirty="0">
                    <a:solidFill>
                      <a:srgbClr val="000000"/>
                    </a:solidFill>
                    <a:latin typeface="Fira Sans Extra Condensed"/>
                    <a:ea typeface="Fira Sans Extra Condensed"/>
                    <a:cs typeface="Fira Sans Extra Condensed"/>
                    <a:sym typeface="Fira Sans Extra Condensed"/>
                  </a:rPr>
                  <a:t>Validate</a:t>
                </a:r>
                <a:endParaRPr sz="2400" b="1" kern="0" dirty="0">
                  <a:solidFill>
                    <a:srgbClr val="000000"/>
                  </a:solidFill>
                  <a:latin typeface="Fira Sans Extra Condensed"/>
                  <a:ea typeface="Fira Sans Extra Condensed"/>
                  <a:cs typeface="Fira Sans Extra Condensed"/>
                  <a:sym typeface="Fira Sans Extra Condensed"/>
                </a:endParaRPr>
              </a:p>
            </p:txBody>
          </p:sp>
          <p:sp>
            <p:nvSpPr>
              <p:cNvPr id="2972" name="Google Shape;2972;p52"/>
              <p:cNvSpPr txBox="1"/>
              <p:nvPr/>
            </p:nvSpPr>
            <p:spPr>
              <a:xfrm>
                <a:off x="7219200" y="3048563"/>
                <a:ext cx="1467600" cy="761400"/>
              </a:xfrm>
              <a:prstGeom prst="rect">
                <a:avLst/>
              </a:prstGeom>
              <a:noFill/>
              <a:ln>
                <a:noFill/>
              </a:ln>
            </p:spPr>
            <p:txBody>
              <a:bodyPr spcFirstLastPara="1" wrap="square" lIns="121900" tIns="121900" rIns="121900" bIns="121900" anchor="t" anchorCtr="0">
                <a:noAutofit/>
              </a:bodyPr>
              <a:lstStyle/>
              <a:p>
                <a:pPr algn="ctr" defTabSz="1219170">
                  <a:buClr>
                    <a:srgbClr val="000000"/>
                  </a:buClr>
                </a:pPr>
                <a:r>
                  <a:rPr lang="en-US" sz="1600" kern="0" dirty="0">
                    <a:solidFill>
                      <a:srgbClr val="000000"/>
                    </a:solidFill>
                    <a:latin typeface="Roboto"/>
                    <a:ea typeface="Roboto"/>
                    <a:cs typeface="Roboto"/>
                    <a:sym typeface="Roboto"/>
                  </a:rPr>
                  <a:t>Testing and confirming the effectiveness of these strategies through business experiments.</a:t>
                </a:r>
              </a:p>
            </p:txBody>
          </p:sp>
        </p:grpSp>
        <p:sp>
          <p:nvSpPr>
            <p:cNvPr id="2973" name="Google Shape;2973;p52"/>
            <p:cNvSpPr/>
            <p:nvPr/>
          </p:nvSpPr>
          <p:spPr>
            <a:xfrm>
              <a:off x="7633605" y="1500825"/>
              <a:ext cx="639000" cy="639000"/>
            </a:xfrm>
            <a:prstGeom prst="ellipse">
              <a:avLst/>
            </a:prstGeom>
            <a:solidFill>
              <a:schemeClr val="dk2"/>
            </a:solidFill>
            <a:ln>
              <a:noFill/>
            </a:ln>
          </p:spPr>
          <p:txBody>
            <a:bodyPr spcFirstLastPara="1" wrap="square" lIns="121900" tIns="121900" rIns="121900" bIns="121900" anchor="ctr" anchorCtr="0">
              <a:noAutofit/>
            </a:bodyPr>
            <a:lstStyle/>
            <a:p>
              <a:pPr algn="ctr" defTabSz="1219170">
                <a:buClr>
                  <a:srgbClr val="000000"/>
                </a:buClr>
              </a:pPr>
              <a:r>
                <a:rPr lang="en" sz="2400" b="1" kern="0">
                  <a:solidFill>
                    <a:srgbClr val="FFFFFF"/>
                  </a:solidFill>
                  <a:latin typeface="Fira Sans"/>
                  <a:ea typeface="Fira Sans"/>
                  <a:cs typeface="Fira Sans"/>
                  <a:sym typeface="Fira Sans"/>
                </a:rPr>
                <a:t>5</a:t>
              </a:r>
              <a:endParaRPr sz="1867" kern="0">
                <a:solidFill>
                  <a:srgbClr val="000000"/>
                </a:solidFill>
                <a:latin typeface="Arial"/>
                <a:cs typeface="Arial"/>
                <a:sym typeface="Arial"/>
              </a:endParaRPr>
            </a:p>
          </p:txBody>
        </p:sp>
      </p:grpSp>
      <p:grpSp>
        <p:nvGrpSpPr>
          <p:cNvPr id="2974" name="Google Shape;2974;p52"/>
          <p:cNvGrpSpPr/>
          <p:nvPr/>
        </p:nvGrpSpPr>
        <p:grpSpPr>
          <a:xfrm>
            <a:off x="1317645" y="3226582"/>
            <a:ext cx="540708" cy="456793"/>
            <a:chOff x="3002050" y="1088575"/>
            <a:chExt cx="295275" cy="249450"/>
          </a:xfrm>
        </p:grpSpPr>
        <p:sp>
          <p:nvSpPr>
            <p:cNvPr id="2975" name="Google Shape;2975;p52"/>
            <p:cNvSpPr/>
            <p:nvPr/>
          </p:nvSpPr>
          <p:spPr>
            <a:xfrm>
              <a:off x="3002050" y="1088575"/>
              <a:ext cx="295275" cy="249450"/>
            </a:xfrm>
            <a:custGeom>
              <a:avLst/>
              <a:gdLst/>
              <a:ahLst/>
              <a:cxnLst/>
              <a:rect l="l" t="t" r="r" b="b"/>
              <a:pathLst>
                <a:path w="11811" h="9978" extrusionOk="0">
                  <a:moveTo>
                    <a:pt x="10786" y="459"/>
                  </a:moveTo>
                  <a:lnTo>
                    <a:pt x="10921" y="513"/>
                  </a:lnTo>
                  <a:lnTo>
                    <a:pt x="11029" y="567"/>
                  </a:lnTo>
                  <a:lnTo>
                    <a:pt x="11137" y="648"/>
                  </a:lnTo>
                  <a:lnTo>
                    <a:pt x="11218" y="755"/>
                  </a:lnTo>
                  <a:lnTo>
                    <a:pt x="11299" y="890"/>
                  </a:lnTo>
                  <a:lnTo>
                    <a:pt x="11326" y="998"/>
                  </a:lnTo>
                  <a:lnTo>
                    <a:pt x="11353" y="1133"/>
                  </a:lnTo>
                  <a:lnTo>
                    <a:pt x="11353" y="7793"/>
                  </a:lnTo>
                  <a:lnTo>
                    <a:pt x="11326" y="7928"/>
                  </a:lnTo>
                  <a:lnTo>
                    <a:pt x="11299" y="8063"/>
                  </a:lnTo>
                  <a:lnTo>
                    <a:pt x="11218" y="8171"/>
                  </a:lnTo>
                  <a:lnTo>
                    <a:pt x="11137" y="8279"/>
                  </a:lnTo>
                  <a:lnTo>
                    <a:pt x="11029" y="8360"/>
                  </a:lnTo>
                  <a:lnTo>
                    <a:pt x="10921" y="8441"/>
                  </a:lnTo>
                  <a:lnTo>
                    <a:pt x="10786" y="8468"/>
                  </a:lnTo>
                  <a:lnTo>
                    <a:pt x="10651" y="8494"/>
                  </a:lnTo>
                  <a:lnTo>
                    <a:pt x="1133" y="8494"/>
                  </a:lnTo>
                  <a:lnTo>
                    <a:pt x="998" y="8468"/>
                  </a:lnTo>
                  <a:lnTo>
                    <a:pt x="863" y="8441"/>
                  </a:lnTo>
                  <a:lnTo>
                    <a:pt x="755" y="8360"/>
                  </a:lnTo>
                  <a:lnTo>
                    <a:pt x="647" y="8279"/>
                  </a:lnTo>
                  <a:lnTo>
                    <a:pt x="567" y="8171"/>
                  </a:lnTo>
                  <a:lnTo>
                    <a:pt x="513" y="8063"/>
                  </a:lnTo>
                  <a:lnTo>
                    <a:pt x="459" y="7928"/>
                  </a:lnTo>
                  <a:lnTo>
                    <a:pt x="459" y="7793"/>
                  </a:lnTo>
                  <a:lnTo>
                    <a:pt x="459" y="1133"/>
                  </a:lnTo>
                  <a:lnTo>
                    <a:pt x="459" y="998"/>
                  </a:lnTo>
                  <a:lnTo>
                    <a:pt x="513" y="890"/>
                  </a:lnTo>
                  <a:lnTo>
                    <a:pt x="567" y="755"/>
                  </a:lnTo>
                  <a:lnTo>
                    <a:pt x="647" y="648"/>
                  </a:lnTo>
                  <a:lnTo>
                    <a:pt x="755" y="567"/>
                  </a:lnTo>
                  <a:lnTo>
                    <a:pt x="863" y="513"/>
                  </a:lnTo>
                  <a:lnTo>
                    <a:pt x="998" y="459"/>
                  </a:lnTo>
                  <a:close/>
                  <a:moveTo>
                    <a:pt x="2912" y="8953"/>
                  </a:moveTo>
                  <a:lnTo>
                    <a:pt x="2912" y="9492"/>
                  </a:lnTo>
                  <a:lnTo>
                    <a:pt x="1699" y="9492"/>
                  </a:lnTo>
                  <a:lnTo>
                    <a:pt x="1699" y="8953"/>
                  </a:lnTo>
                  <a:close/>
                  <a:moveTo>
                    <a:pt x="10112" y="8953"/>
                  </a:moveTo>
                  <a:lnTo>
                    <a:pt x="10112" y="9492"/>
                  </a:lnTo>
                  <a:lnTo>
                    <a:pt x="8872" y="9492"/>
                  </a:lnTo>
                  <a:lnTo>
                    <a:pt x="8872" y="8953"/>
                  </a:lnTo>
                  <a:close/>
                  <a:moveTo>
                    <a:pt x="1133" y="0"/>
                  </a:moveTo>
                  <a:lnTo>
                    <a:pt x="917" y="27"/>
                  </a:lnTo>
                  <a:lnTo>
                    <a:pt x="701" y="81"/>
                  </a:lnTo>
                  <a:lnTo>
                    <a:pt x="486" y="189"/>
                  </a:lnTo>
                  <a:lnTo>
                    <a:pt x="324" y="324"/>
                  </a:lnTo>
                  <a:lnTo>
                    <a:pt x="189" y="513"/>
                  </a:lnTo>
                  <a:lnTo>
                    <a:pt x="81" y="702"/>
                  </a:lnTo>
                  <a:lnTo>
                    <a:pt x="0" y="917"/>
                  </a:lnTo>
                  <a:lnTo>
                    <a:pt x="0" y="1133"/>
                  </a:lnTo>
                  <a:lnTo>
                    <a:pt x="0" y="7793"/>
                  </a:lnTo>
                  <a:lnTo>
                    <a:pt x="0" y="8036"/>
                  </a:lnTo>
                  <a:lnTo>
                    <a:pt x="81" y="8252"/>
                  </a:lnTo>
                  <a:lnTo>
                    <a:pt x="189" y="8441"/>
                  </a:lnTo>
                  <a:lnTo>
                    <a:pt x="324" y="8602"/>
                  </a:lnTo>
                  <a:lnTo>
                    <a:pt x="486" y="8764"/>
                  </a:lnTo>
                  <a:lnTo>
                    <a:pt x="701" y="8872"/>
                  </a:lnTo>
                  <a:lnTo>
                    <a:pt x="917" y="8926"/>
                  </a:lnTo>
                  <a:lnTo>
                    <a:pt x="1133" y="8953"/>
                  </a:lnTo>
                  <a:lnTo>
                    <a:pt x="1241" y="8953"/>
                  </a:lnTo>
                  <a:lnTo>
                    <a:pt x="1241" y="9735"/>
                  </a:lnTo>
                  <a:lnTo>
                    <a:pt x="1241" y="9816"/>
                  </a:lnTo>
                  <a:lnTo>
                    <a:pt x="1295" y="9897"/>
                  </a:lnTo>
                  <a:lnTo>
                    <a:pt x="1375" y="9951"/>
                  </a:lnTo>
                  <a:lnTo>
                    <a:pt x="1456" y="9978"/>
                  </a:lnTo>
                  <a:lnTo>
                    <a:pt x="3155" y="9978"/>
                  </a:lnTo>
                  <a:lnTo>
                    <a:pt x="3236" y="9951"/>
                  </a:lnTo>
                  <a:lnTo>
                    <a:pt x="3317" y="9897"/>
                  </a:lnTo>
                  <a:lnTo>
                    <a:pt x="3371" y="9816"/>
                  </a:lnTo>
                  <a:lnTo>
                    <a:pt x="3371" y="9735"/>
                  </a:lnTo>
                  <a:lnTo>
                    <a:pt x="3371" y="8953"/>
                  </a:lnTo>
                  <a:lnTo>
                    <a:pt x="8413" y="8953"/>
                  </a:lnTo>
                  <a:lnTo>
                    <a:pt x="8413" y="9735"/>
                  </a:lnTo>
                  <a:lnTo>
                    <a:pt x="8440" y="9816"/>
                  </a:lnTo>
                  <a:lnTo>
                    <a:pt x="8494" y="9897"/>
                  </a:lnTo>
                  <a:lnTo>
                    <a:pt x="8548" y="9951"/>
                  </a:lnTo>
                  <a:lnTo>
                    <a:pt x="8656" y="9978"/>
                  </a:lnTo>
                  <a:lnTo>
                    <a:pt x="10328" y="9978"/>
                  </a:lnTo>
                  <a:lnTo>
                    <a:pt x="10409" y="9951"/>
                  </a:lnTo>
                  <a:lnTo>
                    <a:pt x="10490" y="9897"/>
                  </a:lnTo>
                  <a:lnTo>
                    <a:pt x="10544" y="9816"/>
                  </a:lnTo>
                  <a:lnTo>
                    <a:pt x="10571" y="9735"/>
                  </a:lnTo>
                  <a:lnTo>
                    <a:pt x="10571" y="8953"/>
                  </a:lnTo>
                  <a:lnTo>
                    <a:pt x="10651" y="8953"/>
                  </a:lnTo>
                  <a:lnTo>
                    <a:pt x="10894" y="8926"/>
                  </a:lnTo>
                  <a:lnTo>
                    <a:pt x="11110" y="8872"/>
                  </a:lnTo>
                  <a:lnTo>
                    <a:pt x="11299" y="8764"/>
                  </a:lnTo>
                  <a:lnTo>
                    <a:pt x="11460" y="8602"/>
                  </a:lnTo>
                  <a:lnTo>
                    <a:pt x="11622" y="8441"/>
                  </a:lnTo>
                  <a:lnTo>
                    <a:pt x="11730" y="8252"/>
                  </a:lnTo>
                  <a:lnTo>
                    <a:pt x="11784" y="8036"/>
                  </a:lnTo>
                  <a:lnTo>
                    <a:pt x="11811" y="7793"/>
                  </a:lnTo>
                  <a:lnTo>
                    <a:pt x="11811" y="1133"/>
                  </a:lnTo>
                  <a:lnTo>
                    <a:pt x="11784" y="917"/>
                  </a:lnTo>
                  <a:lnTo>
                    <a:pt x="11730" y="702"/>
                  </a:lnTo>
                  <a:lnTo>
                    <a:pt x="11622" y="513"/>
                  </a:lnTo>
                  <a:lnTo>
                    <a:pt x="11460" y="324"/>
                  </a:lnTo>
                  <a:lnTo>
                    <a:pt x="11299" y="189"/>
                  </a:lnTo>
                  <a:lnTo>
                    <a:pt x="11110" y="81"/>
                  </a:lnTo>
                  <a:lnTo>
                    <a:pt x="10894" y="27"/>
                  </a:lnTo>
                  <a:lnTo>
                    <a:pt x="10651"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6" name="Google Shape;2976;p52"/>
            <p:cNvSpPr/>
            <p:nvPr/>
          </p:nvSpPr>
          <p:spPr>
            <a:xfrm>
              <a:off x="3024975" y="1111500"/>
              <a:ext cx="249450" cy="178000"/>
            </a:xfrm>
            <a:custGeom>
              <a:avLst/>
              <a:gdLst/>
              <a:ahLst/>
              <a:cxnLst/>
              <a:rect l="l" t="t" r="r" b="b"/>
              <a:pathLst>
                <a:path w="9978" h="7120" extrusionOk="0">
                  <a:moveTo>
                    <a:pt x="216" y="0"/>
                  </a:moveTo>
                  <a:lnTo>
                    <a:pt x="135" y="27"/>
                  </a:lnTo>
                  <a:lnTo>
                    <a:pt x="54" y="54"/>
                  </a:lnTo>
                  <a:lnTo>
                    <a:pt x="0" y="135"/>
                  </a:lnTo>
                  <a:lnTo>
                    <a:pt x="0" y="216"/>
                  </a:lnTo>
                  <a:lnTo>
                    <a:pt x="0" y="6876"/>
                  </a:lnTo>
                  <a:lnTo>
                    <a:pt x="0" y="6957"/>
                  </a:lnTo>
                  <a:lnTo>
                    <a:pt x="54" y="7038"/>
                  </a:lnTo>
                  <a:lnTo>
                    <a:pt x="135" y="7092"/>
                  </a:lnTo>
                  <a:lnTo>
                    <a:pt x="216" y="7119"/>
                  </a:lnTo>
                  <a:lnTo>
                    <a:pt x="9734" y="7119"/>
                  </a:lnTo>
                  <a:lnTo>
                    <a:pt x="9815" y="7092"/>
                  </a:lnTo>
                  <a:lnTo>
                    <a:pt x="9896" y="7038"/>
                  </a:lnTo>
                  <a:lnTo>
                    <a:pt x="9950" y="6957"/>
                  </a:lnTo>
                  <a:lnTo>
                    <a:pt x="9977" y="6876"/>
                  </a:lnTo>
                  <a:lnTo>
                    <a:pt x="9977" y="216"/>
                  </a:lnTo>
                  <a:lnTo>
                    <a:pt x="9950" y="135"/>
                  </a:lnTo>
                  <a:lnTo>
                    <a:pt x="9896" y="54"/>
                  </a:lnTo>
                  <a:lnTo>
                    <a:pt x="9815" y="27"/>
                  </a:lnTo>
                  <a:lnTo>
                    <a:pt x="9734" y="0"/>
                  </a:lnTo>
                  <a:lnTo>
                    <a:pt x="6013" y="0"/>
                  </a:lnTo>
                  <a:lnTo>
                    <a:pt x="5932" y="27"/>
                  </a:lnTo>
                  <a:lnTo>
                    <a:pt x="5851" y="54"/>
                  </a:lnTo>
                  <a:lnTo>
                    <a:pt x="5798" y="135"/>
                  </a:lnTo>
                  <a:lnTo>
                    <a:pt x="5798" y="216"/>
                  </a:lnTo>
                  <a:lnTo>
                    <a:pt x="5798" y="324"/>
                  </a:lnTo>
                  <a:lnTo>
                    <a:pt x="5851" y="405"/>
                  </a:lnTo>
                  <a:lnTo>
                    <a:pt x="5932" y="432"/>
                  </a:lnTo>
                  <a:lnTo>
                    <a:pt x="6013" y="459"/>
                  </a:lnTo>
                  <a:lnTo>
                    <a:pt x="9519" y="459"/>
                  </a:lnTo>
                  <a:lnTo>
                    <a:pt x="9519" y="6661"/>
                  </a:lnTo>
                  <a:lnTo>
                    <a:pt x="458" y="6661"/>
                  </a:lnTo>
                  <a:lnTo>
                    <a:pt x="458" y="459"/>
                  </a:lnTo>
                  <a:lnTo>
                    <a:pt x="3937" y="459"/>
                  </a:lnTo>
                  <a:lnTo>
                    <a:pt x="4045" y="432"/>
                  </a:lnTo>
                  <a:lnTo>
                    <a:pt x="4099" y="405"/>
                  </a:lnTo>
                  <a:lnTo>
                    <a:pt x="4153" y="324"/>
                  </a:lnTo>
                  <a:lnTo>
                    <a:pt x="4180" y="216"/>
                  </a:lnTo>
                  <a:lnTo>
                    <a:pt x="4153" y="135"/>
                  </a:lnTo>
                  <a:lnTo>
                    <a:pt x="4099" y="54"/>
                  </a:lnTo>
                  <a:lnTo>
                    <a:pt x="4045" y="27"/>
                  </a:lnTo>
                  <a:lnTo>
                    <a:pt x="3937"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7" name="Google Shape;2977;p52"/>
            <p:cNvSpPr/>
            <p:nvPr/>
          </p:nvSpPr>
          <p:spPr>
            <a:xfrm>
              <a:off x="3137550" y="1145875"/>
              <a:ext cx="108550" cy="108550"/>
            </a:xfrm>
            <a:custGeom>
              <a:avLst/>
              <a:gdLst/>
              <a:ahLst/>
              <a:cxnLst/>
              <a:rect l="l" t="t" r="r" b="b"/>
              <a:pathLst>
                <a:path w="4342" h="4342" extrusionOk="0">
                  <a:moveTo>
                    <a:pt x="1942" y="486"/>
                  </a:moveTo>
                  <a:lnTo>
                    <a:pt x="1942" y="1052"/>
                  </a:lnTo>
                  <a:lnTo>
                    <a:pt x="1753" y="1106"/>
                  </a:lnTo>
                  <a:lnTo>
                    <a:pt x="1618" y="1160"/>
                  </a:lnTo>
                  <a:lnTo>
                    <a:pt x="1456" y="1241"/>
                  </a:lnTo>
                  <a:lnTo>
                    <a:pt x="1348" y="1376"/>
                  </a:lnTo>
                  <a:lnTo>
                    <a:pt x="1241" y="1484"/>
                  </a:lnTo>
                  <a:lnTo>
                    <a:pt x="1133" y="1618"/>
                  </a:lnTo>
                  <a:lnTo>
                    <a:pt x="1079" y="1780"/>
                  </a:lnTo>
                  <a:lnTo>
                    <a:pt x="1025" y="1942"/>
                  </a:lnTo>
                  <a:lnTo>
                    <a:pt x="459" y="1942"/>
                  </a:lnTo>
                  <a:lnTo>
                    <a:pt x="540" y="1672"/>
                  </a:lnTo>
                  <a:lnTo>
                    <a:pt x="620" y="1403"/>
                  </a:lnTo>
                  <a:lnTo>
                    <a:pt x="782" y="1187"/>
                  </a:lnTo>
                  <a:lnTo>
                    <a:pt x="944" y="971"/>
                  </a:lnTo>
                  <a:lnTo>
                    <a:pt x="1160" y="782"/>
                  </a:lnTo>
                  <a:lnTo>
                    <a:pt x="1402" y="648"/>
                  </a:lnTo>
                  <a:lnTo>
                    <a:pt x="1645" y="540"/>
                  </a:lnTo>
                  <a:lnTo>
                    <a:pt x="1942" y="486"/>
                  </a:lnTo>
                  <a:close/>
                  <a:moveTo>
                    <a:pt x="2400" y="486"/>
                  </a:moveTo>
                  <a:lnTo>
                    <a:pt x="2670" y="540"/>
                  </a:lnTo>
                  <a:lnTo>
                    <a:pt x="2912" y="648"/>
                  </a:lnTo>
                  <a:lnTo>
                    <a:pt x="3155" y="782"/>
                  </a:lnTo>
                  <a:lnTo>
                    <a:pt x="3371" y="971"/>
                  </a:lnTo>
                  <a:lnTo>
                    <a:pt x="3533" y="1187"/>
                  </a:lnTo>
                  <a:lnTo>
                    <a:pt x="3694" y="1403"/>
                  </a:lnTo>
                  <a:lnTo>
                    <a:pt x="3802" y="1672"/>
                  </a:lnTo>
                  <a:lnTo>
                    <a:pt x="3856" y="1942"/>
                  </a:lnTo>
                  <a:lnTo>
                    <a:pt x="3290" y="1942"/>
                  </a:lnTo>
                  <a:lnTo>
                    <a:pt x="3236" y="1780"/>
                  </a:lnTo>
                  <a:lnTo>
                    <a:pt x="3182" y="1618"/>
                  </a:lnTo>
                  <a:lnTo>
                    <a:pt x="3074" y="1484"/>
                  </a:lnTo>
                  <a:lnTo>
                    <a:pt x="2966" y="1376"/>
                  </a:lnTo>
                  <a:lnTo>
                    <a:pt x="2859" y="1241"/>
                  </a:lnTo>
                  <a:lnTo>
                    <a:pt x="2697" y="1160"/>
                  </a:lnTo>
                  <a:lnTo>
                    <a:pt x="2562" y="1106"/>
                  </a:lnTo>
                  <a:lnTo>
                    <a:pt x="2400" y="1052"/>
                  </a:lnTo>
                  <a:lnTo>
                    <a:pt x="2400" y="486"/>
                  </a:lnTo>
                  <a:close/>
                  <a:moveTo>
                    <a:pt x="2157" y="1484"/>
                  </a:moveTo>
                  <a:lnTo>
                    <a:pt x="2292" y="1511"/>
                  </a:lnTo>
                  <a:lnTo>
                    <a:pt x="2427" y="1538"/>
                  </a:lnTo>
                  <a:lnTo>
                    <a:pt x="2535" y="1591"/>
                  </a:lnTo>
                  <a:lnTo>
                    <a:pt x="2643" y="1699"/>
                  </a:lnTo>
                  <a:lnTo>
                    <a:pt x="2724" y="1780"/>
                  </a:lnTo>
                  <a:lnTo>
                    <a:pt x="2805" y="1915"/>
                  </a:lnTo>
                  <a:lnTo>
                    <a:pt x="2832" y="2050"/>
                  </a:lnTo>
                  <a:lnTo>
                    <a:pt x="2859" y="2185"/>
                  </a:lnTo>
                  <a:lnTo>
                    <a:pt x="2832" y="2319"/>
                  </a:lnTo>
                  <a:lnTo>
                    <a:pt x="2805" y="2454"/>
                  </a:lnTo>
                  <a:lnTo>
                    <a:pt x="2724" y="2562"/>
                  </a:lnTo>
                  <a:lnTo>
                    <a:pt x="2643" y="2670"/>
                  </a:lnTo>
                  <a:lnTo>
                    <a:pt x="2535" y="2751"/>
                  </a:lnTo>
                  <a:lnTo>
                    <a:pt x="2427" y="2805"/>
                  </a:lnTo>
                  <a:lnTo>
                    <a:pt x="2292" y="2859"/>
                  </a:lnTo>
                  <a:lnTo>
                    <a:pt x="2023" y="2859"/>
                  </a:lnTo>
                  <a:lnTo>
                    <a:pt x="1888" y="2805"/>
                  </a:lnTo>
                  <a:lnTo>
                    <a:pt x="1780" y="2751"/>
                  </a:lnTo>
                  <a:lnTo>
                    <a:pt x="1672" y="2670"/>
                  </a:lnTo>
                  <a:lnTo>
                    <a:pt x="1591" y="2562"/>
                  </a:lnTo>
                  <a:lnTo>
                    <a:pt x="1510" y="2454"/>
                  </a:lnTo>
                  <a:lnTo>
                    <a:pt x="1483" y="2319"/>
                  </a:lnTo>
                  <a:lnTo>
                    <a:pt x="1456" y="2185"/>
                  </a:lnTo>
                  <a:lnTo>
                    <a:pt x="1483" y="2050"/>
                  </a:lnTo>
                  <a:lnTo>
                    <a:pt x="1510" y="1915"/>
                  </a:lnTo>
                  <a:lnTo>
                    <a:pt x="1591" y="1780"/>
                  </a:lnTo>
                  <a:lnTo>
                    <a:pt x="1672" y="1699"/>
                  </a:lnTo>
                  <a:lnTo>
                    <a:pt x="1780" y="1591"/>
                  </a:lnTo>
                  <a:lnTo>
                    <a:pt x="1888" y="1538"/>
                  </a:lnTo>
                  <a:lnTo>
                    <a:pt x="2023" y="1511"/>
                  </a:lnTo>
                  <a:lnTo>
                    <a:pt x="2157" y="1484"/>
                  </a:lnTo>
                  <a:close/>
                  <a:moveTo>
                    <a:pt x="1025" y="2400"/>
                  </a:moveTo>
                  <a:lnTo>
                    <a:pt x="1079" y="2562"/>
                  </a:lnTo>
                  <a:lnTo>
                    <a:pt x="1133" y="2724"/>
                  </a:lnTo>
                  <a:lnTo>
                    <a:pt x="1241" y="2859"/>
                  </a:lnTo>
                  <a:lnTo>
                    <a:pt x="1348" y="2994"/>
                  </a:lnTo>
                  <a:lnTo>
                    <a:pt x="1456" y="3101"/>
                  </a:lnTo>
                  <a:lnTo>
                    <a:pt x="1618" y="3182"/>
                  </a:lnTo>
                  <a:lnTo>
                    <a:pt x="1753" y="3263"/>
                  </a:lnTo>
                  <a:lnTo>
                    <a:pt x="1942" y="3317"/>
                  </a:lnTo>
                  <a:lnTo>
                    <a:pt x="1942" y="3883"/>
                  </a:lnTo>
                  <a:lnTo>
                    <a:pt x="1645" y="3803"/>
                  </a:lnTo>
                  <a:lnTo>
                    <a:pt x="1402" y="3695"/>
                  </a:lnTo>
                  <a:lnTo>
                    <a:pt x="1160" y="3560"/>
                  </a:lnTo>
                  <a:lnTo>
                    <a:pt x="944" y="3398"/>
                  </a:lnTo>
                  <a:lnTo>
                    <a:pt x="782" y="3182"/>
                  </a:lnTo>
                  <a:lnTo>
                    <a:pt x="620" y="2940"/>
                  </a:lnTo>
                  <a:lnTo>
                    <a:pt x="540" y="2697"/>
                  </a:lnTo>
                  <a:lnTo>
                    <a:pt x="459" y="2400"/>
                  </a:lnTo>
                  <a:close/>
                  <a:moveTo>
                    <a:pt x="3856" y="2400"/>
                  </a:moveTo>
                  <a:lnTo>
                    <a:pt x="3802" y="2697"/>
                  </a:lnTo>
                  <a:lnTo>
                    <a:pt x="3694" y="2940"/>
                  </a:lnTo>
                  <a:lnTo>
                    <a:pt x="3533" y="3182"/>
                  </a:lnTo>
                  <a:lnTo>
                    <a:pt x="3371" y="3398"/>
                  </a:lnTo>
                  <a:lnTo>
                    <a:pt x="3155" y="3560"/>
                  </a:lnTo>
                  <a:lnTo>
                    <a:pt x="2912" y="3695"/>
                  </a:lnTo>
                  <a:lnTo>
                    <a:pt x="2670" y="3803"/>
                  </a:lnTo>
                  <a:lnTo>
                    <a:pt x="2400" y="3883"/>
                  </a:lnTo>
                  <a:lnTo>
                    <a:pt x="2400" y="3317"/>
                  </a:lnTo>
                  <a:lnTo>
                    <a:pt x="2562" y="3263"/>
                  </a:lnTo>
                  <a:lnTo>
                    <a:pt x="2697" y="3182"/>
                  </a:lnTo>
                  <a:lnTo>
                    <a:pt x="2859" y="3101"/>
                  </a:lnTo>
                  <a:lnTo>
                    <a:pt x="2966" y="2994"/>
                  </a:lnTo>
                  <a:lnTo>
                    <a:pt x="3074" y="2859"/>
                  </a:lnTo>
                  <a:lnTo>
                    <a:pt x="3182" y="2724"/>
                  </a:lnTo>
                  <a:lnTo>
                    <a:pt x="3236" y="2562"/>
                  </a:lnTo>
                  <a:lnTo>
                    <a:pt x="3290" y="2400"/>
                  </a:lnTo>
                  <a:close/>
                  <a:moveTo>
                    <a:pt x="2157" y="0"/>
                  </a:moveTo>
                  <a:lnTo>
                    <a:pt x="1942" y="27"/>
                  </a:lnTo>
                  <a:lnTo>
                    <a:pt x="1726" y="54"/>
                  </a:lnTo>
                  <a:lnTo>
                    <a:pt x="1510" y="108"/>
                  </a:lnTo>
                  <a:lnTo>
                    <a:pt x="1322" y="189"/>
                  </a:lnTo>
                  <a:lnTo>
                    <a:pt x="1133" y="270"/>
                  </a:lnTo>
                  <a:lnTo>
                    <a:pt x="944" y="378"/>
                  </a:lnTo>
                  <a:lnTo>
                    <a:pt x="782" y="513"/>
                  </a:lnTo>
                  <a:lnTo>
                    <a:pt x="620" y="648"/>
                  </a:lnTo>
                  <a:lnTo>
                    <a:pt x="486" y="809"/>
                  </a:lnTo>
                  <a:lnTo>
                    <a:pt x="351" y="971"/>
                  </a:lnTo>
                  <a:lnTo>
                    <a:pt x="243" y="1133"/>
                  </a:lnTo>
                  <a:lnTo>
                    <a:pt x="162" y="1322"/>
                  </a:lnTo>
                  <a:lnTo>
                    <a:pt x="81" y="1538"/>
                  </a:lnTo>
                  <a:lnTo>
                    <a:pt x="27" y="1753"/>
                  </a:lnTo>
                  <a:lnTo>
                    <a:pt x="0" y="1969"/>
                  </a:lnTo>
                  <a:lnTo>
                    <a:pt x="0" y="2185"/>
                  </a:lnTo>
                  <a:lnTo>
                    <a:pt x="0" y="2400"/>
                  </a:lnTo>
                  <a:lnTo>
                    <a:pt x="27" y="2616"/>
                  </a:lnTo>
                  <a:lnTo>
                    <a:pt x="81" y="2832"/>
                  </a:lnTo>
                  <a:lnTo>
                    <a:pt x="162" y="3021"/>
                  </a:lnTo>
                  <a:lnTo>
                    <a:pt x="243" y="3209"/>
                  </a:lnTo>
                  <a:lnTo>
                    <a:pt x="351" y="3398"/>
                  </a:lnTo>
                  <a:lnTo>
                    <a:pt x="486" y="3560"/>
                  </a:lnTo>
                  <a:lnTo>
                    <a:pt x="620" y="3722"/>
                  </a:lnTo>
                  <a:lnTo>
                    <a:pt x="782" y="3857"/>
                  </a:lnTo>
                  <a:lnTo>
                    <a:pt x="944" y="3991"/>
                  </a:lnTo>
                  <a:lnTo>
                    <a:pt x="1133" y="4099"/>
                  </a:lnTo>
                  <a:lnTo>
                    <a:pt x="1322" y="4180"/>
                  </a:lnTo>
                  <a:lnTo>
                    <a:pt x="1510" y="4261"/>
                  </a:lnTo>
                  <a:lnTo>
                    <a:pt x="1726" y="4315"/>
                  </a:lnTo>
                  <a:lnTo>
                    <a:pt x="1942" y="4342"/>
                  </a:lnTo>
                  <a:lnTo>
                    <a:pt x="2373" y="4342"/>
                  </a:lnTo>
                  <a:lnTo>
                    <a:pt x="2589" y="4315"/>
                  </a:lnTo>
                  <a:lnTo>
                    <a:pt x="2805" y="4261"/>
                  </a:lnTo>
                  <a:lnTo>
                    <a:pt x="2993" y="4180"/>
                  </a:lnTo>
                  <a:lnTo>
                    <a:pt x="3182" y="4099"/>
                  </a:lnTo>
                  <a:lnTo>
                    <a:pt x="3371" y="3991"/>
                  </a:lnTo>
                  <a:lnTo>
                    <a:pt x="3533" y="3857"/>
                  </a:lnTo>
                  <a:lnTo>
                    <a:pt x="3694" y="3722"/>
                  </a:lnTo>
                  <a:lnTo>
                    <a:pt x="3829" y="3560"/>
                  </a:lnTo>
                  <a:lnTo>
                    <a:pt x="3964" y="3398"/>
                  </a:lnTo>
                  <a:lnTo>
                    <a:pt x="4072" y="3209"/>
                  </a:lnTo>
                  <a:lnTo>
                    <a:pt x="4153" y="3021"/>
                  </a:lnTo>
                  <a:lnTo>
                    <a:pt x="4234" y="2832"/>
                  </a:lnTo>
                  <a:lnTo>
                    <a:pt x="4288" y="2616"/>
                  </a:lnTo>
                  <a:lnTo>
                    <a:pt x="4315" y="2400"/>
                  </a:lnTo>
                  <a:lnTo>
                    <a:pt x="4342" y="2185"/>
                  </a:lnTo>
                  <a:lnTo>
                    <a:pt x="4315" y="1969"/>
                  </a:lnTo>
                  <a:lnTo>
                    <a:pt x="4288" y="1753"/>
                  </a:lnTo>
                  <a:lnTo>
                    <a:pt x="4234" y="1538"/>
                  </a:lnTo>
                  <a:lnTo>
                    <a:pt x="4153" y="1322"/>
                  </a:lnTo>
                  <a:lnTo>
                    <a:pt x="4072" y="1133"/>
                  </a:lnTo>
                  <a:lnTo>
                    <a:pt x="3964" y="971"/>
                  </a:lnTo>
                  <a:lnTo>
                    <a:pt x="3829" y="809"/>
                  </a:lnTo>
                  <a:lnTo>
                    <a:pt x="3694" y="648"/>
                  </a:lnTo>
                  <a:lnTo>
                    <a:pt x="3533" y="513"/>
                  </a:lnTo>
                  <a:lnTo>
                    <a:pt x="3371" y="378"/>
                  </a:lnTo>
                  <a:lnTo>
                    <a:pt x="3182" y="270"/>
                  </a:lnTo>
                  <a:lnTo>
                    <a:pt x="2993" y="189"/>
                  </a:lnTo>
                  <a:lnTo>
                    <a:pt x="2805" y="108"/>
                  </a:lnTo>
                  <a:lnTo>
                    <a:pt x="2589" y="54"/>
                  </a:lnTo>
                  <a:lnTo>
                    <a:pt x="2373" y="27"/>
                  </a:lnTo>
                  <a:lnTo>
                    <a:pt x="2157"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8" name="Google Shape;2978;p52"/>
            <p:cNvSpPr/>
            <p:nvPr/>
          </p:nvSpPr>
          <p:spPr>
            <a:xfrm>
              <a:off x="3053275" y="1166775"/>
              <a:ext cx="11475" cy="11475"/>
            </a:xfrm>
            <a:custGeom>
              <a:avLst/>
              <a:gdLst/>
              <a:ahLst/>
              <a:cxnLst/>
              <a:rect l="l" t="t" r="r" b="b"/>
              <a:pathLst>
                <a:path w="459" h="459" extrusionOk="0">
                  <a:moveTo>
                    <a:pt x="216" y="0"/>
                  </a:moveTo>
                  <a:lnTo>
                    <a:pt x="135" y="27"/>
                  </a:lnTo>
                  <a:lnTo>
                    <a:pt x="55" y="81"/>
                  </a:lnTo>
                  <a:lnTo>
                    <a:pt x="28" y="135"/>
                  </a:lnTo>
                  <a:lnTo>
                    <a:pt x="1" y="243"/>
                  </a:lnTo>
                  <a:lnTo>
                    <a:pt x="28" y="324"/>
                  </a:lnTo>
                  <a:lnTo>
                    <a:pt x="55" y="405"/>
                  </a:lnTo>
                  <a:lnTo>
                    <a:pt x="135" y="432"/>
                  </a:lnTo>
                  <a:lnTo>
                    <a:pt x="216" y="459"/>
                  </a:lnTo>
                  <a:lnTo>
                    <a:pt x="324" y="432"/>
                  </a:lnTo>
                  <a:lnTo>
                    <a:pt x="378" y="405"/>
                  </a:lnTo>
                  <a:lnTo>
                    <a:pt x="432" y="324"/>
                  </a:lnTo>
                  <a:lnTo>
                    <a:pt x="459" y="243"/>
                  </a:lnTo>
                  <a:lnTo>
                    <a:pt x="432" y="135"/>
                  </a:lnTo>
                  <a:lnTo>
                    <a:pt x="378" y="81"/>
                  </a:lnTo>
                  <a:lnTo>
                    <a:pt x="324" y="27"/>
                  </a:lnTo>
                  <a:lnTo>
                    <a:pt x="216"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9" name="Google Shape;2979;p52"/>
            <p:cNvSpPr/>
            <p:nvPr/>
          </p:nvSpPr>
          <p:spPr>
            <a:xfrm>
              <a:off x="3080925" y="1166775"/>
              <a:ext cx="11475" cy="11475"/>
            </a:xfrm>
            <a:custGeom>
              <a:avLst/>
              <a:gdLst/>
              <a:ahLst/>
              <a:cxnLst/>
              <a:rect l="l" t="t" r="r" b="b"/>
              <a:pathLst>
                <a:path w="459" h="459" extrusionOk="0">
                  <a:moveTo>
                    <a:pt x="243" y="0"/>
                  </a:moveTo>
                  <a:lnTo>
                    <a:pt x="135" y="27"/>
                  </a:lnTo>
                  <a:lnTo>
                    <a:pt x="54" y="81"/>
                  </a:lnTo>
                  <a:lnTo>
                    <a:pt x="27" y="135"/>
                  </a:lnTo>
                  <a:lnTo>
                    <a:pt x="0" y="243"/>
                  </a:lnTo>
                  <a:lnTo>
                    <a:pt x="27" y="324"/>
                  </a:lnTo>
                  <a:lnTo>
                    <a:pt x="54" y="405"/>
                  </a:lnTo>
                  <a:lnTo>
                    <a:pt x="135" y="432"/>
                  </a:lnTo>
                  <a:lnTo>
                    <a:pt x="243" y="459"/>
                  </a:lnTo>
                  <a:lnTo>
                    <a:pt x="324" y="432"/>
                  </a:lnTo>
                  <a:lnTo>
                    <a:pt x="405" y="405"/>
                  </a:lnTo>
                  <a:lnTo>
                    <a:pt x="432" y="324"/>
                  </a:lnTo>
                  <a:lnTo>
                    <a:pt x="459" y="243"/>
                  </a:lnTo>
                  <a:lnTo>
                    <a:pt x="432" y="135"/>
                  </a:lnTo>
                  <a:lnTo>
                    <a:pt x="405" y="81"/>
                  </a:lnTo>
                  <a:lnTo>
                    <a:pt x="324" y="27"/>
                  </a:lnTo>
                  <a:lnTo>
                    <a:pt x="243"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0" name="Google Shape;2980;p52"/>
            <p:cNvSpPr/>
            <p:nvPr/>
          </p:nvSpPr>
          <p:spPr>
            <a:xfrm>
              <a:off x="3108550" y="1166775"/>
              <a:ext cx="11500" cy="11475"/>
            </a:xfrm>
            <a:custGeom>
              <a:avLst/>
              <a:gdLst/>
              <a:ahLst/>
              <a:cxnLst/>
              <a:rect l="l" t="t" r="r" b="b"/>
              <a:pathLst>
                <a:path w="460" h="459" extrusionOk="0">
                  <a:moveTo>
                    <a:pt x="243" y="0"/>
                  </a:moveTo>
                  <a:lnTo>
                    <a:pt x="136" y="27"/>
                  </a:lnTo>
                  <a:lnTo>
                    <a:pt x="82" y="81"/>
                  </a:lnTo>
                  <a:lnTo>
                    <a:pt x="28" y="135"/>
                  </a:lnTo>
                  <a:lnTo>
                    <a:pt x="1" y="243"/>
                  </a:lnTo>
                  <a:lnTo>
                    <a:pt x="28" y="324"/>
                  </a:lnTo>
                  <a:lnTo>
                    <a:pt x="82" y="405"/>
                  </a:lnTo>
                  <a:lnTo>
                    <a:pt x="136" y="432"/>
                  </a:lnTo>
                  <a:lnTo>
                    <a:pt x="243" y="459"/>
                  </a:lnTo>
                  <a:lnTo>
                    <a:pt x="324" y="432"/>
                  </a:lnTo>
                  <a:lnTo>
                    <a:pt x="405" y="405"/>
                  </a:lnTo>
                  <a:lnTo>
                    <a:pt x="459" y="324"/>
                  </a:lnTo>
                  <a:lnTo>
                    <a:pt x="459" y="243"/>
                  </a:lnTo>
                  <a:lnTo>
                    <a:pt x="459" y="135"/>
                  </a:lnTo>
                  <a:lnTo>
                    <a:pt x="405" y="81"/>
                  </a:lnTo>
                  <a:lnTo>
                    <a:pt x="324" y="27"/>
                  </a:lnTo>
                  <a:lnTo>
                    <a:pt x="243"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1" name="Google Shape;2981;p52"/>
            <p:cNvSpPr/>
            <p:nvPr/>
          </p:nvSpPr>
          <p:spPr>
            <a:xfrm>
              <a:off x="3053275" y="1194400"/>
              <a:ext cx="11475" cy="11500"/>
            </a:xfrm>
            <a:custGeom>
              <a:avLst/>
              <a:gdLst/>
              <a:ahLst/>
              <a:cxnLst/>
              <a:rect l="l" t="t" r="r" b="b"/>
              <a:pathLst>
                <a:path w="459" h="460" extrusionOk="0">
                  <a:moveTo>
                    <a:pt x="216" y="1"/>
                  </a:moveTo>
                  <a:lnTo>
                    <a:pt x="135" y="28"/>
                  </a:lnTo>
                  <a:lnTo>
                    <a:pt x="55" y="82"/>
                  </a:lnTo>
                  <a:lnTo>
                    <a:pt x="28" y="136"/>
                  </a:lnTo>
                  <a:lnTo>
                    <a:pt x="1" y="244"/>
                  </a:lnTo>
                  <a:lnTo>
                    <a:pt x="28" y="325"/>
                  </a:lnTo>
                  <a:lnTo>
                    <a:pt x="55" y="405"/>
                  </a:lnTo>
                  <a:lnTo>
                    <a:pt x="135" y="459"/>
                  </a:lnTo>
                  <a:lnTo>
                    <a:pt x="324" y="459"/>
                  </a:lnTo>
                  <a:lnTo>
                    <a:pt x="378" y="405"/>
                  </a:lnTo>
                  <a:lnTo>
                    <a:pt x="432" y="325"/>
                  </a:lnTo>
                  <a:lnTo>
                    <a:pt x="459" y="244"/>
                  </a:lnTo>
                  <a:lnTo>
                    <a:pt x="432" y="136"/>
                  </a:lnTo>
                  <a:lnTo>
                    <a:pt x="378" y="82"/>
                  </a:lnTo>
                  <a:lnTo>
                    <a:pt x="324" y="28"/>
                  </a:lnTo>
                  <a:lnTo>
                    <a:pt x="216"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2" name="Google Shape;2982;p52"/>
            <p:cNvSpPr/>
            <p:nvPr/>
          </p:nvSpPr>
          <p:spPr>
            <a:xfrm>
              <a:off x="3080925" y="1194400"/>
              <a:ext cx="11475" cy="11500"/>
            </a:xfrm>
            <a:custGeom>
              <a:avLst/>
              <a:gdLst/>
              <a:ahLst/>
              <a:cxnLst/>
              <a:rect l="l" t="t" r="r" b="b"/>
              <a:pathLst>
                <a:path w="459" h="460" extrusionOk="0">
                  <a:moveTo>
                    <a:pt x="243" y="1"/>
                  </a:moveTo>
                  <a:lnTo>
                    <a:pt x="135" y="28"/>
                  </a:lnTo>
                  <a:lnTo>
                    <a:pt x="54" y="82"/>
                  </a:lnTo>
                  <a:lnTo>
                    <a:pt x="27" y="136"/>
                  </a:lnTo>
                  <a:lnTo>
                    <a:pt x="0" y="244"/>
                  </a:lnTo>
                  <a:lnTo>
                    <a:pt x="27" y="325"/>
                  </a:lnTo>
                  <a:lnTo>
                    <a:pt x="54" y="405"/>
                  </a:lnTo>
                  <a:lnTo>
                    <a:pt x="135" y="459"/>
                  </a:lnTo>
                  <a:lnTo>
                    <a:pt x="324" y="459"/>
                  </a:lnTo>
                  <a:lnTo>
                    <a:pt x="405" y="405"/>
                  </a:lnTo>
                  <a:lnTo>
                    <a:pt x="432" y="325"/>
                  </a:lnTo>
                  <a:lnTo>
                    <a:pt x="459" y="244"/>
                  </a:lnTo>
                  <a:lnTo>
                    <a:pt x="432" y="136"/>
                  </a:lnTo>
                  <a:lnTo>
                    <a:pt x="405" y="82"/>
                  </a:lnTo>
                  <a:lnTo>
                    <a:pt x="324" y="28"/>
                  </a:lnTo>
                  <a:lnTo>
                    <a:pt x="243"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3" name="Google Shape;2983;p52"/>
            <p:cNvSpPr/>
            <p:nvPr/>
          </p:nvSpPr>
          <p:spPr>
            <a:xfrm>
              <a:off x="3108550" y="1194400"/>
              <a:ext cx="11500" cy="11500"/>
            </a:xfrm>
            <a:custGeom>
              <a:avLst/>
              <a:gdLst/>
              <a:ahLst/>
              <a:cxnLst/>
              <a:rect l="l" t="t" r="r" b="b"/>
              <a:pathLst>
                <a:path w="460" h="460" extrusionOk="0">
                  <a:moveTo>
                    <a:pt x="243" y="1"/>
                  </a:moveTo>
                  <a:lnTo>
                    <a:pt x="136" y="28"/>
                  </a:lnTo>
                  <a:lnTo>
                    <a:pt x="82" y="82"/>
                  </a:lnTo>
                  <a:lnTo>
                    <a:pt x="28" y="136"/>
                  </a:lnTo>
                  <a:lnTo>
                    <a:pt x="1" y="244"/>
                  </a:lnTo>
                  <a:lnTo>
                    <a:pt x="28" y="325"/>
                  </a:lnTo>
                  <a:lnTo>
                    <a:pt x="82" y="405"/>
                  </a:lnTo>
                  <a:lnTo>
                    <a:pt x="136" y="459"/>
                  </a:lnTo>
                  <a:lnTo>
                    <a:pt x="324" y="459"/>
                  </a:lnTo>
                  <a:lnTo>
                    <a:pt x="405" y="405"/>
                  </a:lnTo>
                  <a:lnTo>
                    <a:pt x="459" y="325"/>
                  </a:lnTo>
                  <a:lnTo>
                    <a:pt x="459" y="244"/>
                  </a:lnTo>
                  <a:lnTo>
                    <a:pt x="459" y="136"/>
                  </a:lnTo>
                  <a:lnTo>
                    <a:pt x="405" y="82"/>
                  </a:lnTo>
                  <a:lnTo>
                    <a:pt x="324" y="28"/>
                  </a:lnTo>
                  <a:lnTo>
                    <a:pt x="243"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4" name="Google Shape;2984;p52"/>
            <p:cNvSpPr/>
            <p:nvPr/>
          </p:nvSpPr>
          <p:spPr>
            <a:xfrm>
              <a:off x="3053275" y="1222050"/>
              <a:ext cx="11475" cy="11475"/>
            </a:xfrm>
            <a:custGeom>
              <a:avLst/>
              <a:gdLst/>
              <a:ahLst/>
              <a:cxnLst/>
              <a:rect l="l" t="t" r="r" b="b"/>
              <a:pathLst>
                <a:path w="459" h="459" extrusionOk="0">
                  <a:moveTo>
                    <a:pt x="216" y="1"/>
                  </a:moveTo>
                  <a:lnTo>
                    <a:pt x="135" y="28"/>
                  </a:lnTo>
                  <a:lnTo>
                    <a:pt x="55" y="81"/>
                  </a:lnTo>
                  <a:lnTo>
                    <a:pt x="28" y="162"/>
                  </a:lnTo>
                  <a:lnTo>
                    <a:pt x="1" y="243"/>
                  </a:lnTo>
                  <a:lnTo>
                    <a:pt x="28" y="324"/>
                  </a:lnTo>
                  <a:lnTo>
                    <a:pt x="55" y="405"/>
                  </a:lnTo>
                  <a:lnTo>
                    <a:pt x="135" y="459"/>
                  </a:lnTo>
                  <a:lnTo>
                    <a:pt x="324" y="459"/>
                  </a:lnTo>
                  <a:lnTo>
                    <a:pt x="378" y="405"/>
                  </a:lnTo>
                  <a:lnTo>
                    <a:pt x="432" y="324"/>
                  </a:lnTo>
                  <a:lnTo>
                    <a:pt x="459" y="243"/>
                  </a:lnTo>
                  <a:lnTo>
                    <a:pt x="432" y="162"/>
                  </a:lnTo>
                  <a:lnTo>
                    <a:pt x="378" y="81"/>
                  </a:lnTo>
                  <a:lnTo>
                    <a:pt x="324" y="28"/>
                  </a:lnTo>
                  <a:lnTo>
                    <a:pt x="216"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5" name="Google Shape;2985;p52"/>
            <p:cNvSpPr/>
            <p:nvPr/>
          </p:nvSpPr>
          <p:spPr>
            <a:xfrm>
              <a:off x="3080925" y="1222050"/>
              <a:ext cx="11475" cy="11475"/>
            </a:xfrm>
            <a:custGeom>
              <a:avLst/>
              <a:gdLst/>
              <a:ahLst/>
              <a:cxnLst/>
              <a:rect l="l" t="t" r="r" b="b"/>
              <a:pathLst>
                <a:path w="459" h="459" extrusionOk="0">
                  <a:moveTo>
                    <a:pt x="243" y="1"/>
                  </a:moveTo>
                  <a:lnTo>
                    <a:pt x="135" y="28"/>
                  </a:lnTo>
                  <a:lnTo>
                    <a:pt x="54" y="81"/>
                  </a:lnTo>
                  <a:lnTo>
                    <a:pt x="27" y="162"/>
                  </a:lnTo>
                  <a:lnTo>
                    <a:pt x="0" y="243"/>
                  </a:lnTo>
                  <a:lnTo>
                    <a:pt x="27" y="324"/>
                  </a:lnTo>
                  <a:lnTo>
                    <a:pt x="54" y="405"/>
                  </a:lnTo>
                  <a:lnTo>
                    <a:pt x="135" y="459"/>
                  </a:lnTo>
                  <a:lnTo>
                    <a:pt x="324" y="459"/>
                  </a:lnTo>
                  <a:lnTo>
                    <a:pt x="405" y="405"/>
                  </a:lnTo>
                  <a:lnTo>
                    <a:pt x="432" y="324"/>
                  </a:lnTo>
                  <a:lnTo>
                    <a:pt x="459" y="243"/>
                  </a:lnTo>
                  <a:lnTo>
                    <a:pt x="432" y="162"/>
                  </a:lnTo>
                  <a:lnTo>
                    <a:pt x="405" y="81"/>
                  </a:lnTo>
                  <a:lnTo>
                    <a:pt x="324" y="28"/>
                  </a:lnTo>
                  <a:lnTo>
                    <a:pt x="243"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6" name="Google Shape;2986;p52"/>
            <p:cNvSpPr/>
            <p:nvPr/>
          </p:nvSpPr>
          <p:spPr>
            <a:xfrm>
              <a:off x="3108550" y="1222050"/>
              <a:ext cx="11500" cy="11475"/>
            </a:xfrm>
            <a:custGeom>
              <a:avLst/>
              <a:gdLst/>
              <a:ahLst/>
              <a:cxnLst/>
              <a:rect l="l" t="t" r="r" b="b"/>
              <a:pathLst>
                <a:path w="460" h="459" extrusionOk="0">
                  <a:moveTo>
                    <a:pt x="243" y="1"/>
                  </a:moveTo>
                  <a:lnTo>
                    <a:pt x="136" y="28"/>
                  </a:lnTo>
                  <a:lnTo>
                    <a:pt x="82" y="81"/>
                  </a:lnTo>
                  <a:lnTo>
                    <a:pt x="28" y="162"/>
                  </a:lnTo>
                  <a:lnTo>
                    <a:pt x="1" y="243"/>
                  </a:lnTo>
                  <a:lnTo>
                    <a:pt x="28" y="324"/>
                  </a:lnTo>
                  <a:lnTo>
                    <a:pt x="82" y="405"/>
                  </a:lnTo>
                  <a:lnTo>
                    <a:pt x="136" y="459"/>
                  </a:lnTo>
                  <a:lnTo>
                    <a:pt x="324" y="459"/>
                  </a:lnTo>
                  <a:lnTo>
                    <a:pt x="405" y="405"/>
                  </a:lnTo>
                  <a:lnTo>
                    <a:pt x="459" y="324"/>
                  </a:lnTo>
                  <a:lnTo>
                    <a:pt x="459" y="243"/>
                  </a:lnTo>
                  <a:lnTo>
                    <a:pt x="459" y="162"/>
                  </a:lnTo>
                  <a:lnTo>
                    <a:pt x="405" y="81"/>
                  </a:lnTo>
                  <a:lnTo>
                    <a:pt x="324" y="28"/>
                  </a:lnTo>
                  <a:lnTo>
                    <a:pt x="243"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7" name="Google Shape;2987;p52"/>
            <p:cNvSpPr/>
            <p:nvPr/>
          </p:nvSpPr>
          <p:spPr>
            <a:xfrm>
              <a:off x="3143600" y="1111500"/>
              <a:ext cx="11500" cy="11475"/>
            </a:xfrm>
            <a:custGeom>
              <a:avLst/>
              <a:gdLst/>
              <a:ahLst/>
              <a:cxnLst/>
              <a:rect l="l" t="t" r="r" b="b"/>
              <a:pathLst>
                <a:path w="460" h="459" extrusionOk="0">
                  <a:moveTo>
                    <a:pt x="244" y="0"/>
                  </a:moveTo>
                  <a:lnTo>
                    <a:pt x="136" y="27"/>
                  </a:lnTo>
                  <a:lnTo>
                    <a:pt x="82" y="54"/>
                  </a:lnTo>
                  <a:lnTo>
                    <a:pt x="28" y="135"/>
                  </a:lnTo>
                  <a:lnTo>
                    <a:pt x="1" y="216"/>
                  </a:lnTo>
                  <a:lnTo>
                    <a:pt x="28" y="324"/>
                  </a:lnTo>
                  <a:lnTo>
                    <a:pt x="82" y="378"/>
                  </a:lnTo>
                  <a:lnTo>
                    <a:pt x="136" y="432"/>
                  </a:lnTo>
                  <a:lnTo>
                    <a:pt x="244" y="459"/>
                  </a:lnTo>
                  <a:lnTo>
                    <a:pt x="325" y="432"/>
                  </a:lnTo>
                  <a:lnTo>
                    <a:pt x="405" y="378"/>
                  </a:lnTo>
                  <a:lnTo>
                    <a:pt x="459" y="324"/>
                  </a:lnTo>
                  <a:lnTo>
                    <a:pt x="459" y="216"/>
                  </a:lnTo>
                  <a:lnTo>
                    <a:pt x="459" y="135"/>
                  </a:lnTo>
                  <a:lnTo>
                    <a:pt x="405" y="54"/>
                  </a:lnTo>
                  <a:lnTo>
                    <a:pt x="325" y="27"/>
                  </a:lnTo>
                  <a:lnTo>
                    <a:pt x="244"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2988" name="Google Shape;2988;p52"/>
          <p:cNvGrpSpPr/>
          <p:nvPr/>
        </p:nvGrpSpPr>
        <p:grpSpPr>
          <a:xfrm>
            <a:off x="5825070" y="3206827"/>
            <a:ext cx="541989" cy="496301"/>
            <a:chOff x="3984250" y="1138450"/>
            <a:chExt cx="295975" cy="271025"/>
          </a:xfrm>
        </p:grpSpPr>
        <p:sp>
          <p:nvSpPr>
            <p:cNvPr id="2989" name="Google Shape;2989;p52"/>
            <p:cNvSpPr/>
            <p:nvPr/>
          </p:nvSpPr>
          <p:spPr>
            <a:xfrm>
              <a:off x="4036150" y="1199125"/>
              <a:ext cx="11500" cy="12175"/>
            </a:xfrm>
            <a:custGeom>
              <a:avLst/>
              <a:gdLst/>
              <a:ahLst/>
              <a:cxnLst/>
              <a:rect l="l" t="t" r="r" b="b"/>
              <a:pathLst>
                <a:path w="460" h="487" extrusionOk="0">
                  <a:moveTo>
                    <a:pt x="217" y="1"/>
                  </a:moveTo>
                  <a:lnTo>
                    <a:pt x="136" y="28"/>
                  </a:lnTo>
                  <a:lnTo>
                    <a:pt x="55" y="82"/>
                  </a:lnTo>
                  <a:lnTo>
                    <a:pt x="1" y="163"/>
                  </a:lnTo>
                  <a:lnTo>
                    <a:pt x="1" y="243"/>
                  </a:lnTo>
                  <a:lnTo>
                    <a:pt x="1" y="324"/>
                  </a:lnTo>
                  <a:lnTo>
                    <a:pt x="55" y="405"/>
                  </a:lnTo>
                  <a:lnTo>
                    <a:pt x="136" y="459"/>
                  </a:lnTo>
                  <a:lnTo>
                    <a:pt x="217" y="486"/>
                  </a:lnTo>
                  <a:lnTo>
                    <a:pt x="297" y="459"/>
                  </a:lnTo>
                  <a:lnTo>
                    <a:pt x="378" y="405"/>
                  </a:lnTo>
                  <a:lnTo>
                    <a:pt x="432" y="324"/>
                  </a:lnTo>
                  <a:lnTo>
                    <a:pt x="459" y="243"/>
                  </a:lnTo>
                  <a:lnTo>
                    <a:pt x="432" y="163"/>
                  </a:lnTo>
                  <a:lnTo>
                    <a:pt x="378" y="82"/>
                  </a:lnTo>
                  <a:lnTo>
                    <a:pt x="297" y="28"/>
                  </a:lnTo>
                  <a:lnTo>
                    <a:pt x="217"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0" name="Google Shape;2990;p52"/>
            <p:cNvSpPr/>
            <p:nvPr/>
          </p:nvSpPr>
          <p:spPr>
            <a:xfrm>
              <a:off x="4063800" y="1199125"/>
              <a:ext cx="11475" cy="12175"/>
            </a:xfrm>
            <a:custGeom>
              <a:avLst/>
              <a:gdLst/>
              <a:ahLst/>
              <a:cxnLst/>
              <a:rect l="l" t="t" r="r" b="b"/>
              <a:pathLst>
                <a:path w="459" h="487" extrusionOk="0">
                  <a:moveTo>
                    <a:pt x="216" y="1"/>
                  </a:moveTo>
                  <a:lnTo>
                    <a:pt x="135" y="28"/>
                  </a:lnTo>
                  <a:lnTo>
                    <a:pt x="54" y="82"/>
                  </a:lnTo>
                  <a:lnTo>
                    <a:pt x="0" y="163"/>
                  </a:lnTo>
                  <a:lnTo>
                    <a:pt x="0" y="243"/>
                  </a:lnTo>
                  <a:lnTo>
                    <a:pt x="0" y="324"/>
                  </a:lnTo>
                  <a:lnTo>
                    <a:pt x="54" y="405"/>
                  </a:lnTo>
                  <a:lnTo>
                    <a:pt x="135" y="459"/>
                  </a:lnTo>
                  <a:lnTo>
                    <a:pt x="216" y="486"/>
                  </a:lnTo>
                  <a:lnTo>
                    <a:pt x="324" y="459"/>
                  </a:lnTo>
                  <a:lnTo>
                    <a:pt x="378" y="405"/>
                  </a:lnTo>
                  <a:lnTo>
                    <a:pt x="432" y="324"/>
                  </a:lnTo>
                  <a:lnTo>
                    <a:pt x="459" y="243"/>
                  </a:lnTo>
                  <a:lnTo>
                    <a:pt x="432" y="163"/>
                  </a:lnTo>
                  <a:lnTo>
                    <a:pt x="378" y="82"/>
                  </a:lnTo>
                  <a:lnTo>
                    <a:pt x="324" y="28"/>
                  </a:lnTo>
                  <a:lnTo>
                    <a:pt x="216"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1" name="Google Shape;2991;p52"/>
            <p:cNvSpPr/>
            <p:nvPr/>
          </p:nvSpPr>
          <p:spPr>
            <a:xfrm>
              <a:off x="4091425" y="1199125"/>
              <a:ext cx="11500" cy="12175"/>
            </a:xfrm>
            <a:custGeom>
              <a:avLst/>
              <a:gdLst/>
              <a:ahLst/>
              <a:cxnLst/>
              <a:rect l="l" t="t" r="r" b="b"/>
              <a:pathLst>
                <a:path w="460" h="487" extrusionOk="0">
                  <a:moveTo>
                    <a:pt x="217" y="1"/>
                  </a:moveTo>
                  <a:lnTo>
                    <a:pt x="136" y="28"/>
                  </a:lnTo>
                  <a:lnTo>
                    <a:pt x="55" y="82"/>
                  </a:lnTo>
                  <a:lnTo>
                    <a:pt x="28" y="163"/>
                  </a:lnTo>
                  <a:lnTo>
                    <a:pt x="1" y="243"/>
                  </a:lnTo>
                  <a:lnTo>
                    <a:pt x="28" y="324"/>
                  </a:lnTo>
                  <a:lnTo>
                    <a:pt x="55" y="405"/>
                  </a:lnTo>
                  <a:lnTo>
                    <a:pt x="136" y="459"/>
                  </a:lnTo>
                  <a:lnTo>
                    <a:pt x="217" y="486"/>
                  </a:lnTo>
                  <a:lnTo>
                    <a:pt x="325" y="459"/>
                  </a:lnTo>
                  <a:lnTo>
                    <a:pt x="378" y="405"/>
                  </a:lnTo>
                  <a:lnTo>
                    <a:pt x="432" y="324"/>
                  </a:lnTo>
                  <a:lnTo>
                    <a:pt x="459" y="243"/>
                  </a:lnTo>
                  <a:lnTo>
                    <a:pt x="432" y="163"/>
                  </a:lnTo>
                  <a:lnTo>
                    <a:pt x="378" y="82"/>
                  </a:lnTo>
                  <a:lnTo>
                    <a:pt x="325" y="28"/>
                  </a:lnTo>
                  <a:lnTo>
                    <a:pt x="217"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2" name="Google Shape;2992;p52"/>
            <p:cNvSpPr/>
            <p:nvPr/>
          </p:nvSpPr>
          <p:spPr>
            <a:xfrm>
              <a:off x="4036150" y="1227450"/>
              <a:ext cx="11500" cy="11475"/>
            </a:xfrm>
            <a:custGeom>
              <a:avLst/>
              <a:gdLst/>
              <a:ahLst/>
              <a:cxnLst/>
              <a:rect l="l" t="t" r="r" b="b"/>
              <a:pathLst>
                <a:path w="460" h="459" extrusionOk="0">
                  <a:moveTo>
                    <a:pt x="136" y="0"/>
                  </a:moveTo>
                  <a:lnTo>
                    <a:pt x="55" y="54"/>
                  </a:lnTo>
                  <a:lnTo>
                    <a:pt x="1" y="135"/>
                  </a:lnTo>
                  <a:lnTo>
                    <a:pt x="1" y="216"/>
                  </a:lnTo>
                  <a:lnTo>
                    <a:pt x="1" y="297"/>
                  </a:lnTo>
                  <a:lnTo>
                    <a:pt x="55" y="378"/>
                  </a:lnTo>
                  <a:lnTo>
                    <a:pt x="136" y="432"/>
                  </a:lnTo>
                  <a:lnTo>
                    <a:pt x="217" y="459"/>
                  </a:lnTo>
                  <a:lnTo>
                    <a:pt x="297" y="432"/>
                  </a:lnTo>
                  <a:lnTo>
                    <a:pt x="378" y="378"/>
                  </a:lnTo>
                  <a:lnTo>
                    <a:pt x="432" y="297"/>
                  </a:lnTo>
                  <a:lnTo>
                    <a:pt x="459" y="216"/>
                  </a:lnTo>
                  <a:lnTo>
                    <a:pt x="432" y="135"/>
                  </a:lnTo>
                  <a:lnTo>
                    <a:pt x="378" y="54"/>
                  </a:lnTo>
                  <a:lnTo>
                    <a:pt x="297"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3" name="Google Shape;2993;p52"/>
            <p:cNvSpPr/>
            <p:nvPr/>
          </p:nvSpPr>
          <p:spPr>
            <a:xfrm>
              <a:off x="4063800" y="1227450"/>
              <a:ext cx="11475" cy="11475"/>
            </a:xfrm>
            <a:custGeom>
              <a:avLst/>
              <a:gdLst/>
              <a:ahLst/>
              <a:cxnLst/>
              <a:rect l="l" t="t" r="r" b="b"/>
              <a:pathLst>
                <a:path w="459" h="459" extrusionOk="0">
                  <a:moveTo>
                    <a:pt x="135" y="0"/>
                  </a:moveTo>
                  <a:lnTo>
                    <a:pt x="54" y="54"/>
                  </a:lnTo>
                  <a:lnTo>
                    <a:pt x="0" y="135"/>
                  </a:lnTo>
                  <a:lnTo>
                    <a:pt x="0" y="216"/>
                  </a:lnTo>
                  <a:lnTo>
                    <a:pt x="0" y="297"/>
                  </a:lnTo>
                  <a:lnTo>
                    <a:pt x="54" y="378"/>
                  </a:lnTo>
                  <a:lnTo>
                    <a:pt x="135" y="432"/>
                  </a:lnTo>
                  <a:lnTo>
                    <a:pt x="216" y="459"/>
                  </a:lnTo>
                  <a:lnTo>
                    <a:pt x="324" y="432"/>
                  </a:lnTo>
                  <a:lnTo>
                    <a:pt x="378" y="378"/>
                  </a:lnTo>
                  <a:lnTo>
                    <a:pt x="432" y="297"/>
                  </a:lnTo>
                  <a:lnTo>
                    <a:pt x="459" y="216"/>
                  </a:lnTo>
                  <a:lnTo>
                    <a:pt x="432" y="135"/>
                  </a:lnTo>
                  <a:lnTo>
                    <a:pt x="378" y="54"/>
                  </a:lnTo>
                  <a:lnTo>
                    <a:pt x="324"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4" name="Google Shape;2994;p52"/>
            <p:cNvSpPr/>
            <p:nvPr/>
          </p:nvSpPr>
          <p:spPr>
            <a:xfrm>
              <a:off x="4091425" y="1227450"/>
              <a:ext cx="11500" cy="11475"/>
            </a:xfrm>
            <a:custGeom>
              <a:avLst/>
              <a:gdLst/>
              <a:ahLst/>
              <a:cxnLst/>
              <a:rect l="l" t="t" r="r" b="b"/>
              <a:pathLst>
                <a:path w="460" h="459" extrusionOk="0">
                  <a:moveTo>
                    <a:pt x="136" y="0"/>
                  </a:moveTo>
                  <a:lnTo>
                    <a:pt x="55" y="54"/>
                  </a:lnTo>
                  <a:lnTo>
                    <a:pt x="28" y="135"/>
                  </a:lnTo>
                  <a:lnTo>
                    <a:pt x="1" y="216"/>
                  </a:lnTo>
                  <a:lnTo>
                    <a:pt x="28" y="297"/>
                  </a:lnTo>
                  <a:lnTo>
                    <a:pt x="55" y="378"/>
                  </a:lnTo>
                  <a:lnTo>
                    <a:pt x="136" y="432"/>
                  </a:lnTo>
                  <a:lnTo>
                    <a:pt x="217" y="459"/>
                  </a:lnTo>
                  <a:lnTo>
                    <a:pt x="325" y="432"/>
                  </a:lnTo>
                  <a:lnTo>
                    <a:pt x="378" y="378"/>
                  </a:lnTo>
                  <a:lnTo>
                    <a:pt x="432" y="297"/>
                  </a:lnTo>
                  <a:lnTo>
                    <a:pt x="459" y="216"/>
                  </a:lnTo>
                  <a:lnTo>
                    <a:pt x="432" y="135"/>
                  </a:lnTo>
                  <a:lnTo>
                    <a:pt x="378" y="54"/>
                  </a:lnTo>
                  <a:lnTo>
                    <a:pt x="325"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5" name="Google Shape;2995;p52"/>
            <p:cNvSpPr/>
            <p:nvPr/>
          </p:nvSpPr>
          <p:spPr>
            <a:xfrm>
              <a:off x="4036150" y="1255075"/>
              <a:ext cx="11500" cy="11500"/>
            </a:xfrm>
            <a:custGeom>
              <a:avLst/>
              <a:gdLst/>
              <a:ahLst/>
              <a:cxnLst/>
              <a:rect l="l" t="t" r="r" b="b"/>
              <a:pathLst>
                <a:path w="460" h="460" extrusionOk="0">
                  <a:moveTo>
                    <a:pt x="136" y="1"/>
                  </a:moveTo>
                  <a:lnTo>
                    <a:pt x="55" y="55"/>
                  </a:lnTo>
                  <a:lnTo>
                    <a:pt x="1" y="136"/>
                  </a:lnTo>
                  <a:lnTo>
                    <a:pt x="1" y="217"/>
                  </a:lnTo>
                  <a:lnTo>
                    <a:pt x="1" y="297"/>
                  </a:lnTo>
                  <a:lnTo>
                    <a:pt x="55" y="378"/>
                  </a:lnTo>
                  <a:lnTo>
                    <a:pt x="136" y="432"/>
                  </a:lnTo>
                  <a:lnTo>
                    <a:pt x="217" y="459"/>
                  </a:lnTo>
                  <a:lnTo>
                    <a:pt x="297" y="432"/>
                  </a:lnTo>
                  <a:lnTo>
                    <a:pt x="378" y="378"/>
                  </a:lnTo>
                  <a:lnTo>
                    <a:pt x="432" y="297"/>
                  </a:lnTo>
                  <a:lnTo>
                    <a:pt x="459" y="217"/>
                  </a:lnTo>
                  <a:lnTo>
                    <a:pt x="432" y="136"/>
                  </a:lnTo>
                  <a:lnTo>
                    <a:pt x="378" y="55"/>
                  </a:lnTo>
                  <a:lnTo>
                    <a:pt x="297"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6" name="Google Shape;2996;p52"/>
            <p:cNvSpPr/>
            <p:nvPr/>
          </p:nvSpPr>
          <p:spPr>
            <a:xfrm>
              <a:off x="4063800" y="1255075"/>
              <a:ext cx="11475" cy="11500"/>
            </a:xfrm>
            <a:custGeom>
              <a:avLst/>
              <a:gdLst/>
              <a:ahLst/>
              <a:cxnLst/>
              <a:rect l="l" t="t" r="r" b="b"/>
              <a:pathLst>
                <a:path w="459" h="460" extrusionOk="0">
                  <a:moveTo>
                    <a:pt x="135" y="1"/>
                  </a:moveTo>
                  <a:lnTo>
                    <a:pt x="54" y="55"/>
                  </a:lnTo>
                  <a:lnTo>
                    <a:pt x="0" y="136"/>
                  </a:lnTo>
                  <a:lnTo>
                    <a:pt x="0" y="217"/>
                  </a:lnTo>
                  <a:lnTo>
                    <a:pt x="0" y="297"/>
                  </a:lnTo>
                  <a:lnTo>
                    <a:pt x="54" y="378"/>
                  </a:lnTo>
                  <a:lnTo>
                    <a:pt x="135" y="432"/>
                  </a:lnTo>
                  <a:lnTo>
                    <a:pt x="216" y="459"/>
                  </a:lnTo>
                  <a:lnTo>
                    <a:pt x="324" y="432"/>
                  </a:lnTo>
                  <a:lnTo>
                    <a:pt x="378" y="378"/>
                  </a:lnTo>
                  <a:lnTo>
                    <a:pt x="432" y="297"/>
                  </a:lnTo>
                  <a:lnTo>
                    <a:pt x="459" y="217"/>
                  </a:lnTo>
                  <a:lnTo>
                    <a:pt x="432" y="136"/>
                  </a:lnTo>
                  <a:lnTo>
                    <a:pt x="378" y="55"/>
                  </a:lnTo>
                  <a:lnTo>
                    <a:pt x="324"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7" name="Google Shape;2997;p52"/>
            <p:cNvSpPr/>
            <p:nvPr/>
          </p:nvSpPr>
          <p:spPr>
            <a:xfrm>
              <a:off x="4091425" y="1255075"/>
              <a:ext cx="11500" cy="11500"/>
            </a:xfrm>
            <a:custGeom>
              <a:avLst/>
              <a:gdLst/>
              <a:ahLst/>
              <a:cxnLst/>
              <a:rect l="l" t="t" r="r" b="b"/>
              <a:pathLst>
                <a:path w="460" h="460" extrusionOk="0">
                  <a:moveTo>
                    <a:pt x="136" y="1"/>
                  </a:moveTo>
                  <a:lnTo>
                    <a:pt x="55" y="55"/>
                  </a:lnTo>
                  <a:lnTo>
                    <a:pt x="28" y="136"/>
                  </a:lnTo>
                  <a:lnTo>
                    <a:pt x="1" y="217"/>
                  </a:lnTo>
                  <a:lnTo>
                    <a:pt x="28" y="297"/>
                  </a:lnTo>
                  <a:lnTo>
                    <a:pt x="55" y="378"/>
                  </a:lnTo>
                  <a:lnTo>
                    <a:pt x="136" y="432"/>
                  </a:lnTo>
                  <a:lnTo>
                    <a:pt x="217" y="459"/>
                  </a:lnTo>
                  <a:lnTo>
                    <a:pt x="325" y="432"/>
                  </a:lnTo>
                  <a:lnTo>
                    <a:pt x="378" y="378"/>
                  </a:lnTo>
                  <a:lnTo>
                    <a:pt x="432" y="297"/>
                  </a:lnTo>
                  <a:lnTo>
                    <a:pt x="459" y="217"/>
                  </a:lnTo>
                  <a:lnTo>
                    <a:pt x="432" y="136"/>
                  </a:lnTo>
                  <a:lnTo>
                    <a:pt x="378" y="55"/>
                  </a:lnTo>
                  <a:lnTo>
                    <a:pt x="325"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8" name="Google Shape;2998;p52"/>
            <p:cNvSpPr/>
            <p:nvPr/>
          </p:nvSpPr>
          <p:spPr>
            <a:xfrm>
              <a:off x="4123800" y="1199125"/>
              <a:ext cx="103825" cy="67450"/>
            </a:xfrm>
            <a:custGeom>
              <a:avLst/>
              <a:gdLst/>
              <a:ahLst/>
              <a:cxnLst/>
              <a:rect l="l" t="t" r="r" b="b"/>
              <a:pathLst>
                <a:path w="4153" h="2698" extrusionOk="0">
                  <a:moveTo>
                    <a:pt x="3668" y="486"/>
                  </a:moveTo>
                  <a:lnTo>
                    <a:pt x="3668" y="2239"/>
                  </a:lnTo>
                  <a:lnTo>
                    <a:pt x="459" y="2239"/>
                  </a:lnTo>
                  <a:lnTo>
                    <a:pt x="459" y="486"/>
                  </a:lnTo>
                  <a:close/>
                  <a:moveTo>
                    <a:pt x="216" y="1"/>
                  </a:moveTo>
                  <a:lnTo>
                    <a:pt x="135" y="28"/>
                  </a:lnTo>
                  <a:lnTo>
                    <a:pt x="54" y="82"/>
                  </a:lnTo>
                  <a:lnTo>
                    <a:pt x="0" y="163"/>
                  </a:lnTo>
                  <a:lnTo>
                    <a:pt x="0" y="243"/>
                  </a:lnTo>
                  <a:lnTo>
                    <a:pt x="0" y="2455"/>
                  </a:lnTo>
                  <a:lnTo>
                    <a:pt x="0" y="2562"/>
                  </a:lnTo>
                  <a:lnTo>
                    <a:pt x="54" y="2616"/>
                  </a:lnTo>
                  <a:lnTo>
                    <a:pt x="135" y="2670"/>
                  </a:lnTo>
                  <a:lnTo>
                    <a:pt x="216" y="2697"/>
                  </a:lnTo>
                  <a:lnTo>
                    <a:pt x="3910" y="2697"/>
                  </a:lnTo>
                  <a:lnTo>
                    <a:pt x="3991" y="2670"/>
                  </a:lnTo>
                  <a:lnTo>
                    <a:pt x="4072" y="2616"/>
                  </a:lnTo>
                  <a:lnTo>
                    <a:pt x="4126" y="2562"/>
                  </a:lnTo>
                  <a:lnTo>
                    <a:pt x="4153" y="2455"/>
                  </a:lnTo>
                  <a:lnTo>
                    <a:pt x="4153" y="243"/>
                  </a:lnTo>
                  <a:lnTo>
                    <a:pt x="4126" y="163"/>
                  </a:lnTo>
                  <a:lnTo>
                    <a:pt x="4072" y="82"/>
                  </a:lnTo>
                  <a:lnTo>
                    <a:pt x="3991" y="28"/>
                  </a:lnTo>
                  <a:lnTo>
                    <a:pt x="3910"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9" name="Google Shape;2999;p52"/>
            <p:cNvSpPr/>
            <p:nvPr/>
          </p:nvSpPr>
          <p:spPr>
            <a:xfrm>
              <a:off x="4106275" y="1333275"/>
              <a:ext cx="51925" cy="51275"/>
            </a:xfrm>
            <a:custGeom>
              <a:avLst/>
              <a:gdLst/>
              <a:ahLst/>
              <a:cxnLst/>
              <a:rect l="l" t="t" r="r" b="b"/>
              <a:pathLst>
                <a:path w="2077" h="2051" extrusionOk="0">
                  <a:moveTo>
                    <a:pt x="1160" y="459"/>
                  </a:moveTo>
                  <a:lnTo>
                    <a:pt x="1268" y="513"/>
                  </a:lnTo>
                  <a:lnTo>
                    <a:pt x="1348" y="567"/>
                  </a:lnTo>
                  <a:lnTo>
                    <a:pt x="1429" y="621"/>
                  </a:lnTo>
                  <a:lnTo>
                    <a:pt x="1510" y="702"/>
                  </a:lnTo>
                  <a:lnTo>
                    <a:pt x="1564" y="810"/>
                  </a:lnTo>
                  <a:lnTo>
                    <a:pt x="1591" y="918"/>
                  </a:lnTo>
                  <a:lnTo>
                    <a:pt x="1618" y="1025"/>
                  </a:lnTo>
                  <a:lnTo>
                    <a:pt x="1591" y="1133"/>
                  </a:lnTo>
                  <a:lnTo>
                    <a:pt x="1564" y="1241"/>
                  </a:lnTo>
                  <a:lnTo>
                    <a:pt x="1510" y="1349"/>
                  </a:lnTo>
                  <a:lnTo>
                    <a:pt x="1429" y="1430"/>
                  </a:lnTo>
                  <a:lnTo>
                    <a:pt x="1348" y="1511"/>
                  </a:lnTo>
                  <a:lnTo>
                    <a:pt x="1268" y="1565"/>
                  </a:lnTo>
                  <a:lnTo>
                    <a:pt x="1160" y="1592"/>
                  </a:lnTo>
                  <a:lnTo>
                    <a:pt x="917" y="1592"/>
                  </a:lnTo>
                  <a:lnTo>
                    <a:pt x="809" y="1565"/>
                  </a:lnTo>
                  <a:lnTo>
                    <a:pt x="728" y="1511"/>
                  </a:lnTo>
                  <a:lnTo>
                    <a:pt x="647" y="1430"/>
                  </a:lnTo>
                  <a:lnTo>
                    <a:pt x="566" y="1349"/>
                  </a:lnTo>
                  <a:lnTo>
                    <a:pt x="513" y="1241"/>
                  </a:lnTo>
                  <a:lnTo>
                    <a:pt x="486" y="1133"/>
                  </a:lnTo>
                  <a:lnTo>
                    <a:pt x="459" y="1025"/>
                  </a:lnTo>
                  <a:lnTo>
                    <a:pt x="486" y="918"/>
                  </a:lnTo>
                  <a:lnTo>
                    <a:pt x="513" y="810"/>
                  </a:lnTo>
                  <a:lnTo>
                    <a:pt x="566" y="702"/>
                  </a:lnTo>
                  <a:lnTo>
                    <a:pt x="647" y="621"/>
                  </a:lnTo>
                  <a:lnTo>
                    <a:pt x="728" y="567"/>
                  </a:lnTo>
                  <a:lnTo>
                    <a:pt x="809" y="513"/>
                  </a:lnTo>
                  <a:lnTo>
                    <a:pt x="917" y="459"/>
                  </a:lnTo>
                  <a:close/>
                  <a:moveTo>
                    <a:pt x="1025" y="1"/>
                  </a:moveTo>
                  <a:lnTo>
                    <a:pt x="836" y="28"/>
                  </a:lnTo>
                  <a:lnTo>
                    <a:pt x="647" y="82"/>
                  </a:lnTo>
                  <a:lnTo>
                    <a:pt x="459" y="163"/>
                  </a:lnTo>
                  <a:lnTo>
                    <a:pt x="297" y="297"/>
                  </a:lnTo>
                  <a:lnTo>
                    <a:pt x="189" y="459"/>
                  </a:lnTo>
                  <a:lnTo>
                    <a:pt x="81" y="621"/>
                  </a:lnTo>
                  <a:lnTo>
                    <a:pt x="27" y="810"/>
                  </a:lnTo>
                  <a:lnTo>
                    <a:pt x="0" y="1025"/>
                  </a:lnTo>
                  <a:lnTo>
                    <a:pt x="27" y="1241"/>
                  </a:lnTo>
                  <a:lnTo>
                    <a:pt x="81" y="1430"/>
                  </a:lnTo>
                  <a:lnTo>
                    <a:pt x="189" y="1619"/>
                  </a:lnTo>
                  <a:lnTo>
                    <a:pt x="297" y="1754"/>
                  </a:lnTo>
                  <a:lnTo>
                    <a:pt x="459" y="1888"/>
                  </a:lnTo>
                  <a:lnTo>
                    <a:pt x="647" y="1969"/>
                  </a:lnTo>
                  <a:lnTo>
                    <a:pt x="836" y="2050"/>
                  </a:lnTo>
                  <a:lnTo>
                    <a:pt x="1241" y="2050"/>
                  </a:lnTo>
                  <a:lnTo>
                    <a:pt x="1429" y="1969"/>
                  </a:lnTo>
                  <a:lnTo>
                    <a:pt x="1618" y="1888"/>
                  </a:lnTo>
                  <a:lnTo>
                    <a:pt x="1780" y="1754"/>
                  </a:lnTo>
                  <a:lnTo>
                    <a:pt x="1888" y="1619"/>
                  </a:lnTo>
                  <a:lnTo>
                    <a:pt x="1996" y="1430"/>
                  </a:lnTo>
                  <a:lnTo>
                    <a:pt x="2050" y="1241"/>
                  </a:lnTo>
                  <a:lnTo>
                    <a:pt x="2077" y="1025"/>
                  </a:lnTo>
                  <a:lnTo>
                    <a:pt x="2050" y="810"/>
                  </a:lnTo>
                  <a:lnTo>
                    <a:pt x="1996" y="621"/>
                  </a:lnTo>
                  <a:lnTo>
                    <a:pt x="1888" y="459"/>
                  </a:lnTo>
                  <a:lnTo>
                    <a:pt x="1780" y="297"/>
                  </a:lnTo>
                  <a:lnTo>
                    <a:pt x="1618" y="163"/>
                  </a:lnTo>
                  <a:lnTo>
                    <a:pt x="1429" y="82"/>
                  </a:lnTo>
                  <a:lnTo>
                    <a:pt x="1241" y="28"/>
                  </a:lnTo>
                  <a:lnTo>
                    <a:pt x="1025"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00" name="Google Shape;3000;p52"/>
            <p:cNvSpPr/>
            <p:nvPr/>
          </p:nvSpPr>
          <p:spPr>
            <a:xfrm>
              <a:off x="4161550" y="1221375"/>
              <a:ext cx="27650" cy="22950"/>
            </a:xfrm>
            <a:custGeom>
              <a:avLst/>
              <a:gdLst/>
              <a:ahLst/>
              <a:cxnLst/>
              <a:rect l="l" t="t" r="r" b="b"/>
              <a:pathLst>
                <a:path w="1106" h="918" extrusionOk="0">
                  <a:moveTo>
                    <a:pt x="863" y="1"/>
                  </a:moveTo>
                  <a:lnTo>
                    <a:pt x="782" y="28"/>
                  </a:lnTo>
                  <a:lnTo>
                    <a:pt x="701" y="81"/>
                  </a:lnTo>
                  <a:lnTo>
                    <a:pt x="432" y="351"/>
                  </a:lnTo>
                  <a:lnTo>
                    <a:pt x="405" y="324"/>
                  </a:lnTo>
                  <a:lnTo>
                    <a:pt x="324" y="270"/>
                  </a:lnTo>
                  <a:lnTo>
                    <a:pt x="243" y="243"/>
                  </a:lnTo>
                  <a:lnTo>
                    <a:pt x="135" y="270"/>
                  </a:lnTo>
                  <a:lnTo>
                    <a:pt x="81" y="324"/>
                  </a:lnTo>
                  <a:lnTo>
                    <a:pt x="27" y="405"/>
                  </a:lnTo>
                  <a:lnTo>
                    <a:pt x="0" y="486"/>
                  </a:lnTo>
                  <a:lnTo>
                    <a:pt x="27" y="567"/>
                  </a:lnTo>
                  <a:lnTo>
                    <a:pt x="81" y="648"/>
                  </a:lnTo>
                  <a:lnTo>
                    <a:pt x="270" y="837"/>
                  </a:lnTo>
                  <a:lnTo>
                    <a:pt x="351" y="890"/>
                  </a:lnTo>
                  <a:lnTo>
                    <a:pt x="432" y="917"/>
                  </a:lnTo>
                  <a:lnTo>
                    <a:pt x="513" y="890"/>
                  </a:lnTo>
                  <a:lnTo>
                    <a:pt x="594" y="837"/>
                  </a:lnTo>
                  <a:lnTo>
                    <a:pt x="1052" y="405"/>
                  </a:lnTo>
                  <a:lnTo>
                    <a:pt x="1079" y="324"/>
                  </a:lnTo>
                  <a:lnTo>
                    <a:pt x="1106" y="243"/>
                  </a:lnTo>
                  <a:lnTo>
                    <a:pt x="1079" y="162"/>
                  </a:lnTo>
                  <a:lnTo>
                    <a:pt x="1052" y="81"/>
                  </a:lnTo>
                  <a:lnTo>
                    <a:pt x="971" y="28"/>
                  </a:lnTo>
                  <a:lnTo>
                    <a:pt x="863"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01" name="Google Shape;3001;p52"/>
            <p:cNvSpPr/>
            <p:nvPr/>
          </p:nvSpPr>
          <p:spPr>
            <a:xfrm>
              <a:off x="3984250" y="1138450"/>
              <a:ext cx="295975" cy="271025"/>
            </a:xfrm>
            <a:custGeom>
              <a:avLst/>
              <a:gdLst/>
              <a:ahLst/>
              <a:cxnLst/>
              <a:rect l="l" t="t" r="r" b="b"/>
              <a:pathLst>
                <a:path w="11839" h="10841" extrusionOk="0">
                  <a:moveTo>
                    <a:pt x="10436" y="1376"/>
                  </a:moveTo>
                  <a:lnTo>
                    <a:pt x="10436" y="7929"/>
                  </a:lnTo>
                  <a:lnTo>
                    <a:pt x="9762" y="7929"/>
                  </a:lnTo>
                  <a:lnTo>
                    <a:pt x="9762" y="5906"/>
                  </a:lnTo>
                  <a:lnTo>
                    <a:pt x="9735" y="5825"/>
                  </a:lnTo>
                  <a:lnTo>
                    <a:pt x="9681" y="5744"/>
                  </a:lnTo>
                  <a:lnTo>
                    <a:pt x="9600" y="5691"/>
                  </a:lnTo>
                  <a:lnTo>
                    <a:pt x="2239" y="5691"/>
                  </a:lnTo>
                  <a:lnTo>
                    <a:pt x="2158" y="5744"/>
                  </a:lnTo>
                  <a:lnTo>
                    <a:pt x="2104" y="5825"/>
                  </a:lnTo>
                  <a:lnTo>
                    <a:pt x="2077" y="5906"/>
                  </a:lnTo>
                  <a:lnTo>
                    <a:pt x="2077" y="7929"/>
                  </a:lnTo>
                  <a:lnTo>
                    <a:pt x="1403" y="7929"/>
                  </a:lnTo>
                  <a:lnTo>
                    <a:pt x="1403" y="1376"/>
                  </a:lnTo>
                  <a:close/>
                  <a:moveTo>
                    <a:pt x="10814" y="459"/>
                  </a:moveTo>
                  <a:lnTo>
                    <a:pt x="10948" y="513"/>
                  </a:lnTo>
                  <a:lnTo>
                    <a:pt x="11056" y="567"/>
                  </a:lnTo>
                  <a:lnTo>
                    <a:pt x="11164" y="648"/>
                  </a:lnTo>
                  <a:lnTo>
                    <a:pt x="11245" y="756"/>
                  </a:lnTo>
                  <a:lnTo>
                    <a:pt x="11326" y="891"/>
                  </a:lnTo>
                  <a:lnTo>
                    <a:pt x="11353" y="999"/>
                  </a:lnTo>
                  <a:lnTo>
                    <a:pt x="11380" y="1160"/>
                  </a:lnTo>
                  <a:lnTo>
                    <a:pt x="11380" y="8171"/>
                  </a:lnTo>
                  <a:lnTo>
                    <a:pt x="11353" y="8306"/>
                  </a:lnTo>
                  <a:lnTo>
                    <a:pt x="11326" y="8441"/>
                  </a:lnTo>
                  <a:lnTo>
                    <a:pt x="11245" y="8549"/>
                  </a:lnTo>
                  <a:lnTo>
                    <a:pt x="11164" y="8657"/>
                  </a:lnTo>
                  <a:lnTo>
                    <a:pt x="11056" y="8738"/>
                  </a:lnTo>
                  <a:lnTo>
                    <a:pt x="10948" y="8818"/>
                  </a:lnTo>
                  <a:lnTo>
                    <a:pt x="10814" y="8845"/>
                  </a:lnTo>
                  <a:lnTo>
                    <a:pt x="10679" y="8872"/>
                  </a:lnTo>
                  <a:lnTo>
                    <a:pt x="9762" y="8872"/>
                  </a:lnTo>
                  <a:lnTo>
                    <a:pt x="9762" y="8387"/>
                  </a:lnTo>
                  <a:lnTo>
                    <a:pt x="10760" y="8387"/>
                  </a:lnTo>
                  <a:lnTo>
                    <a:pt x="10841" y="8333"/>
                  </a:lnTo>
                  <a:lnTo>
                    <a:pt x="10894" y="8252"/>
                  </a:lnTo>
                  <a:lnTo>
                    <a:pt x="10894" y="8171"/>
                  </a:lnTo>
                  <a:lnTo>
                    <a:pt x="10894" y="1160"/>
                  </a:lnTo>
                  <a:lnTo>
                    <a:pt x="10894" y="1053"/>
                  </a:lnTo>
                  <a:lnTo>
                    <a:pt x="10841" y="999"/>
                  </a:lnTo>
                  <a:lnTo>
                    <a:pt x="10760" y="945"/>
                  </a:lnTo>
                  <a:lnTo>
                    <a:pt x="10679" y="918"/>
                  </a:lnTo>
                  <a:lnTo>
                    <a:pt x="1160" y="918"/>
                  </a:lnTo>
                  <a:lnTo>
                    <a:pt x="1079" y="945"/>
                  </a:lnTo>
                  <a:lnTo>
                    <a:pt x="998" y="999"/>
                  </a:lnTo>
                  <a:lnTo>
                    <a:pt x="944" y="1053"/>
                  </a:lnTo>
                  <a:lnTo>
                    <a:pt x="944" y="1160"/>
                  </a:lnTo>
                  <a:lnTo>
                    <a:pt x="944" y="8171"/>
                  </a:lnTo>
                  <a:lnTo>
                    <a:pt x="944" y="8252"/>
                  </a:lnTo>
                  <a:lnTo>
                    <a:pt x="998" y="8333"/>
                  </a:lnTo>
                  <a:lnTo>
                    <a:pt x="1079" y="8387"/>
                  </a:lnTo>
                  <a:lnTo>
                    <a:pt x="2077" y="8387"/>
                  </a:lnTo>
                  <a:lnTo>
                    <a:pt x="2077" y="8872"/>
                  </a:lnTo>
                  <a:lnTo>
                    <a:pt x="1160" y="8872"/>
                  </a:lnTo>
                  <a:lnTo>
                    <a:pt x="1025" y="8845"/>
                  </a:lnTo>
                  <a:lnTo>
                    <a:pt x="890" y="8818"/>
                  </a:lnTo>
                  <a:lnTo>
                    <a:pt x="782" y="8738"/>
                  </a:lnTo>
                  <a:lnTo>
                    <a:pt x="675" y="8657"/>
                  </a:lnTo>
                  <a:lnTo>
                    <a:pt x="594" y="8549"/>
                  </a:lnTo>
                  <a:lnTo>
                    <a:pt x="513" y="8441"/>
                  </a:lnTo>
                  <a:lnTo>
                    <a:pt x="486" y="8306"/>
                  </a:lnTo>
                  <a:lnTo>
                    <a:pt x="459" y="8171"/>
                  </a:lnTo>
                  <a:lnTo>
                    <a:pt x="459" y="1160"/>
                  </a:lnTo>
                  <a:lnTo>
                    <a:pt x="486" y="999"/>
                  </a:lnTo>
                  <a:lnTo>
                    <a:pt x="513" y="891"/>
                  </a:lnTo>
                  <a:lnTo>
                    <a:pt x="594" y="756"/>
                  </a:lnTo>
                  <a:lnTo>
                    <a:pt x="675" y="648"/>
                  </a:lnTo>
                  <a:lnTo>
                    <a:pt x="782" y="567"/>
                  </a:lnTo>
                  <a:lnTo>
                    <a:pt x="890" y="513"/>
                  </a:lnTo>
                  <a:lnTo>
                    <a:pt x="1025" y="459"/>
                  </a:lnTo>
                  <a:close/>
                  <a:moveTo>
                    <a:pt x="9277" y="6149"/>
                  </a:moveTo>
                  <a:lnTo>
                    <a:pt x="9277" y="6796"/>
                  </a:lnTo>
                  <a:lnTo>
                    <a:pt x="6877" y="6796"/>
                  </a:lnTo>
                  <a:lnTo>
                    <a:pt x="6796" y="6850"/>
                  </a:lnTo>
                  <a:lnTo>
                    <a:pt x="6742" y="6931"/>
                  </a:lnTo>
                  <a:lnTo>
                    <a:pt x="6715" y="7012"/>
                  </a:lnTo>
                  <a:lnTo>
                    <a:pt x="6742" y="7120"/>
                  </a:lnTo>
                  <a:lnTo>
                    <a:pt x="6796" y="7174"/>
                  </a:lnTo>
                  <a:lnTo>
                    <a:pt x="6877" y="7228"/>
                  </a:lnTo>
                  <a:lnTo>
                    <a:pt x="6958" y="7255"/>
                  </a:lnTo>
                  <a:lnTo>
                    <a:pt x="9277" y="7255"/>
                  </a:lnTo>
                  <a:lnTo>
                    <a:pt x="9277" y="10382"/>
                  </a:lnTo>
                  <a:lnTo>
                    <a:pt x="2535" y="10382"/>
                  </a:lnTo>
                  <a:lnTo>
                    <a:pt x="2535" y="7255"/>
                  </a:lnTo>
                  <a:lnTo>
                    <a:pt x="4881" y="7255"/>
                  </a:lnTo>
                  <a:lnTo>
                    <a:pt x="4962" y="7228"/>
                  </a:lnTo>
                  <a:lnTo>
                    <a:pt x="5043" y="7174"/>
                  </a:lnTo>
                  <a:lnTo>
                    <a:pt x="5097" y="7120"/>
                  </a:lnTo>
                  <a:lnTo>
                    <a:pt x="5124" y="7012"/>
                  </a:lnTo>
                  <a:lnTo>
                    <a:pt x="5097" y="6931"/>
                  </a:lnTo>
                  <a:lnTo>
                    <a:pt x="5043" y="6850"/>
                  </a:lnTo>
                  <a:lnTo>
                    <a:pt x="4962" y="6796"/>
                  </a:lnTo>
                  <a:lnTo>
                    <a:pt x="2535" y="6796"/>
                  </a:lnTo>
                  <a:lnTo>
                    <a:pt x="2535" y="6149"/>
                  </a:lnTo>
                  <a:close/>
                  <a:moveTo>
                    <a:pt x="1160" y="1"/>
                  </a:moveTo>
                  <a:lnTo>
                    <a:pt x="917" y="28"/>
                  </a:lnTo>
                  <a:lnTo>
                    <a:pt x="702" y="82"/>
                  </a:lnTo>
                  <a:lnTo>
                    <a:pt x="513" y="190"/>
                  </a:lnTo>
                  <a:lnTo>
                    <a:pt x="351" y="324"/>
                  </a:lnTo>
                  <a:lnTo>
                    <a:pt x="216" y="513"/>
                  </a:lnTo>
                  <a:lnTo>
                    <a:pt x="108" y="702"/>
                  </a:lnTo>
                  <a:lnTo>
                    <a:pt x="27" y="918"/>
                  </a:lnTo>
                  <a:lnTo>
                    <a:pt x="1" y="1160"/>
                  </a:lnTo>
                  <a:lnTo>
                    <a:pt x="1" y="8171"/>
                  </a:lnTo>
                  <a:lnTo>
                    <a:pt x="27" y="8387"/>
                  </a:lnTo>
                  <a:lnTo>
                    <a:pt x="108" y="8630"/>
                  </a:lnTo>
                  <a:lnTo>
                    <a:pt x="216" y="8818"/>
                  </a:lnTo>
                  <a:lnTo>
                    <a:pt x="351" y="8980"/>
                  </a:lnTo>
                  <a:lnTo>
                    <a:pt x="513" y="9115"/>
                  </a:lnTo>
                  <a:lnTo>
                    <a:pt x="702" y="9223"/>
                  </a:lnTo>
                  <a:lnTo>
                    <a:pt x="917" y="9304"/>
                  </a:lnTo>
                  <a:lnTo>
                    <a:pt x="1160" y="9331"/>
                  </a:lnTo>
                  <a:lnTo>
                    <a:pt x="2077" y="9331"/>
                  </a:lnTo>
                  <a:lnTo>
                    <a:pt x="2077" y="10625"/>
                  </a:lnTo>
                  <a:lnTo>
                    <a:pt x="2104" y="10706"/>
                  </a:lnTo>
                  <a:lnTo>
                    <a:pt x="2158" y="10787"/>
                  </a:lnTo>
                  <a:lnTo>
                    <a:pt x="2239" y="10841"/>
                  </a:lnTo>
                  <a:lnTo>
                    <a:pt x="9600" y="10841"/>
                  </a:lnTo>
                  <a:lnTo>
                    <a:pt x="9681" y="10787"/>
                  </a:lnTo>
                  <a:lnTo>
                    <a:pt x="9735" y="10706"/>
                  </a:lnTo>
                  <a:lnTo>
                    <a:pt x="9762" y="10625"/>
                  </a:lnTo>
                  <a:lnTo>
                    <a:pt x="9762" y="9331"/>
                  </a:lnTo>
                  <a:lnTo>
                    <a:pt x="10679" y="9331"/>
                  </a:lnTo>
                  <a:lnTo>
                    <a:pt x="10894" y="9304"/>
                  </a:lnTo>
                  <a:lnTo>
                    <a:pt x="11137" y="9223"/>
                  </a:lnTo>
                  <a:lnTo>
                    <a:pt x="11326" y="9115"/>
                  </a:lnTo>
                  <a:lnTo>
                    <a:pt x="11488" y="8980"/>
                  </a:lnTo>
                  <a:lnTo>
                    <a:pt x="11622" y="8818"/>
                  </a:lnTo>
                  <a:lnTo>
                    <a:pt x="11730" y="8630"/>
                  </a:lnTo>
                  <a:lnTo>
                    <a:pt x="11811" y="8387"/>
                  </a:lnTo>
                  <a:lnTo>
                    <a:pt x="11838" y="8171"/>
                  </a:lnTo>
                  <a:lnTo>
                    <a:pt x="11838" y="1160"/>
                  </a:lnTo>
                  <a:lnTo>
                    <a:pt x="11811" y="918"/>
                  </a:lnTo>
                  <a:lnTo>
                    <a:pt x="11730" y="702"/>
                  </a:lnTo>
                  <a:lnTo>
                    <a:pt x="11622" y="513"/>
                  </a:lnTo>
                  <a:lnTo>
                    <a:pt x="11488" y="324"/>
                  </a:lnTo>
                  <a:lnTo>
                    <a:pt x="11326" y="190"/>
                  </a:lnTo>
                  <a:lnTo>
                    <a:pt x="11137" y="82"/>
                  </a:lnTo>
                  <a:lnTo>
                    <a:pt x="10894" y="28"/>
                  </a:lnTo>
                  <a:lnTo>
                    <a:pt x="10679"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02" name="Google Shape;3002;p52"/>
            <p:cNvSpPr/>
            <p:nvPr/>
          </p:nvSpPr>
          <p:spPr>
            <a:xfrm>
              <a:off x="4126500" y="1308350"/>
              <a:ext cx="11475" cy="11475"/>
            </a:xfrm>
            <a:custGeom>
              <a:avLst/>
              <a:gdLst/>
              <a:ahLst/>
              <a:cxnLst/>
              <a:rect l="l" t="t" r="r" b="b"/>
              <a:pathLst>
                <a:path w="459" h="459" extrusionOk="0">
                  <a:moveTo>
                    <a:pt x="135" y="0"/>
                  </a:moveTo>
                  <a:lnTo>
                    <a:pt x="54" y="54"/>
                  </a:lnTo>
                  <a:lnTo>
                    <a:pt x="27" y="135"/>
                  </a:lnTo>
                  <a:lnTo>
                    <a:pt x="0" y="216"/>
                  </a:lnTo>
                  <a:lnTo>
                    <a:pt x="27" y="297"/>
                  </a:lnTo>
                  <a:lnTo>
                    <a:pt x="54" y="378"/>
                  </a:lnTo>
                  <a:lnTo>
                    <a:pt x="135" y="432"/>
                  </a:lnTo>
                  <a:lnTo>
                    <a:pt x="216" y="459"/>
                  </a:lnTo>
                  <a:lnTo>
                    <a:pt x="324" y="432"/>
                  </a:lnTo>
                  <a:lnTo>
                    <a:pt x="405" y="378"/>
                  </a:lnTo>
                  <a:lnTo>
                    <a:pt x="432" y="297"/>
                  </a:lnTo>
                  <a:lnTo>
                    <a:pt x="459" y="216"/>
                  </a:lnTo>
                  <a:lnTo>
                    <a:pt x="432" y="135"/>
                  </a:lnTo>
                  <a:lnTo>
                    <a:pt x="405" y="54"/>
                  </a:lnTo>
                  <a:lnTo>
                    <a:pt x="324"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3003" name="Google Shape;3003;p52"/>
          <p:cNvGrpSpPr/>
          <p:nvPr/>
        </p:nvGrpSpPr>
        <p:grpSpPr>
          <a:xfrm>
            <a:off x="8079732" y="3205591"/>
            <a:ext cx="540753" cy="498773"/>
            <a:chOff x="4623325" y="1122950"/>
            <a:chExt cx="295300" cy="272375"/>
          </a:xfrm>
        </p:grpSpPr>
        <p:sp>
          <p:nvSpPr>
            <p:cNvPr id="3004" name="Google Shape;3004;p52"/>
            <p:cNvSpPr/>
            <p:nvPr/>
          </p:nvSpPr>
          <p:spPr>
            <a:xfrm>
              <a:off x="4623325" y="1244975"/>
              <a:ext cx="295300" cy="150350"/>
            </a:xfrm>
            <a:custGeom>
              <a:avLst/>
              <a:gdLst/>
              <a:ahLst/>
              <a:cxnLst/>
              <a:rect l="l" t="t" r="r" b="b"/>
              <a:pathLst>
                <a:path w="11812" h="6014" extrusionOk="0">
                  <a:moveTo>
                    <a:pt x="2293" y="2535"/>
                  </a:moveTo>
                  <a:lnTo>
                    <a:pt x="2293" y="5555"/>
                  </a:lnTo>
                  <a:lnTo>
                    <a:pt x="1079" y="5555"/>
                  </a:lnTo>
                  <a:lnTo>
                    <a:pt x="1079" y="2535"/>
                  </a:lnTo>
                  <a:close/>
                  <a:moveTo>
                    <a:pt x="7928" y="2535"/>
                  </a:moveTo>
                  <a:lnTo>
                    <a:pt x="7928" y="5555"/>
                  </a:lnTo>
                  <a:lnTo>
                    <a:pt x="6715" y="5555"/>
                  </a:lnTo>
                  <a:lnTo>
                    <a:pt x="6715" y="2535"/>
                  </a:lnTo>
                  <a:close/>
                  <a:moveTo>
                    <a:pt x="10733" y="459"/>
                  </a:moveTo>
                  <a:lnTo>
                    <a:pt x="10733" y="5555"/>
                  </a:lnTo>
                  <a:lnTo>
                    <a:pt x="9519" y="5555"/>
                  </a:lnTo>
                  <a:lnTo>
                    <a:pt x="9519" y="459"/>
                  </a:lnTo>
                  <a:close/>
                  <a:moveTo>
                    <a:pt x="3587" y="0"/>
                  </a:moveTo>
                  <a:lnTo>
                    <a:pt x="3506" y="54"/>
                  </a:lnTo>
                  <a:lnTo>
                    <a:pt x="3452" y="135"/>
                  </a:lnTo>
                  <a:lnTo>
                    <a:pt x="3425" y="216"/>
                  </a:lnTo>
                  <a:lnTo>
                    <a:pt x="3425" y="5555"/>
                  </a:lnTo>
                  <a:lnTo>
                    <a:pt x="2751" y="5555"/>
                  </a:lnTo>
                  <a:lnTo>
                    <a:pt x="2751" y="2319"/>
                  </a:lnTo>
                  <a:lnTo>
                    <a:pt x="2724" y="2238"/>
                  </a:lnTo>
                  <a:lnTo>
                    <a:pt x="2670" y="2158"/>
                  </a:lnTo>
                  <a:lnTo>
                    <a:pt x="2616" y="2104"/>
                  </a:lnTo>
                  <a:lnTo>
                    <a:pt x="2508" y="2077"/>
                  </a:lnTo>
                  <a:lnTo>
                    <a:pt x="863" y="2077"/>
                  </a:lnTo>
                  <a:lnTo>
                    <a:pt x="756" y="2104"/>
                  </a:lnTo>
                  <a:lnTo>
                    <a:pt x="702" y="2158"/>
                  </a:lnTo>
                  <a:lnTo>
                    <a:pt x="648" y="2238"/>
                  </a:lnTo>
                  <a:lnTo>
                    <a:pt x="621" y="2319"/>
                  </a:lnTo>
                  <a:lnTo>
                    <a:pt x="621" y="5555"/>
                  </a:lnTo>
                  <a:lnTo>
                    <a:pt x="216" y="5555"/>
                  </a:lnTo>
                  <a:lnTo>
                    <a:pt x="135" y="5582"/>
                  </a:lnTo>
                  <a:lnTo>
                    <a:pt x="54" y="5636"/>
                  </a:lnTo>
                  <a:lnTo>
                    <a:pt x="27" y="5690"/>
                  </a:lnTo>
                  <a:lnTo>
                    <a:pt x="0" y="5798"/>
                  </a:lnTo>
                  <a:lnTo>
                    <a:pt x="27" y="5879"/>
                  </a:lnTo>
                  <a:lnTo>
                    <a:pt x="54" y="5960"/>
                  </a:lnTo>
                  <a:lnTo>
                    <a:pt x="135" y="5987"/>
                  </a:lnTo>
                  <a:lnTo>
                    <a:pt x="216" y="6014"/>
                  </a:lnTo>
                  <a:lnTo>
                    <a:pt x="11596" y="6014"/>
                  </a:lnTo>
                  <a:lnTo>
                    <a:pt x="11676" y="5987"/>
                  </a:lnTo>
                  <a:lnTo>
                    <a:pt x="11757" y="5960"/>
                  </a:lnTo>
                  <a:lnTo>
                    <a:pt x="11811" y="5879"/>
                  </a:lnTo>
                  <a:lnTo>
                    <a:pt x="11811" y="5798"/>
                  </a:lnTo>
                  <a:lnTo>
                    <a:pt x="11811" y="5690"/>
                  </a:lnTo>
                  <a:lnTo>
                    <a:pt x="11757" y="5636"/>
                  </a:lnTo>
                  <a:lnTo>
                    <a:pt x="11676" y="5582"/>
                  </a:lnTo>
                  <a:lnTo>
                    <a:pt x="11596" y="5555"/>
                  </a:lnTo>
                  <a:lnTo>
                    <a:pt x="11191" y="5555"/>
                  </a:lnTo>
                  <a:lnTo>
                    <a:pt x="11191" y="216"/>
                  </a:lnTo>
                  <a:lnTo>
                    <a:pt x="11164" y="135"/>
                  </a:lnTo>
                  <a:lnTo>
                    <a:pt x="11137" y="54"/>
                  </a:lnTo>
                  <a:lnTo>
                    <a:pt x="11056" y="0"/>
                  </a:lnTo>
                  <a:lnTo>
                    <a:pt x="9223" y="0"/>
                  </a:lnTo>
                  <a:lnTo>
                    <a:pt x="9142" y="54"/>
                  </a:lnTo>
                  <a:lnTo>
                    <a:pt x="9088" y="135"/>
                  </a:lnTo>
                  <a:lnTo>
                    <a:pt x="9061" y="216"/>
                  </a:lnTo>
                  <a:lnTo>
                    <a:pt x="9061" y="5555"/>
                  </a:lnTo>
                  <a:lnTo>
                    <a:pt x="8387" y="5555"/>
                  </a:lnTo>
                  <a:lnTo>
                    <a:pt x="8387" y="2319"/>
                  </a:lnTo>
                  <a:lnTo>
                    <a:pt x="8360" y="2238"/>
                  </a:lnTo>
                  <a:lnTo>
                    <a:pt x="8306" y="2158"/>
                  </a:lnTo>
                  <a:lnTo>
                    <a:pt x="8225" y="2104"/>
                  </a:lnTo>
                  <a:lnTo>
                    <a:pt x="8144" y="2077"/>
                  </a:lnTo>
                  <a:lnTo>
                    <a:pt x="6472" y="2077"/>
                  </a:lnTo>
                  <a:lnTo>
                    <a:pt x="6391" y="2104"/>
                  </a:lnTo>
                  <a:lnTo>
                    <a:pt x="6310" y="2158"/>
                  </a:lnTo>
                  <a:lnTo>
                    <a:pt x="6283" y="2238"/>
                  </a:lnTo>
                  <a:lnTo>
                    <a:pt x="6256" y="2319"/>
                  </a:lnTo>
                  <a:lnTo>
                    <a:pt x="6256" y="5555"/>
                  </a:lnTo>
                  <a:lnTo>
                    <a:pt x="5555" y="5555"/>
                  </a:lnTo>
                  <a:lnTo>
                    <a:pt x="5555" y="4045"/>
                  </a:lnTo>
                  <a:lnTo>
                    <a:pt x="5555" y="3964"/>
                  </a:lnTo>
                  <a:lnTo>
                    <a:pt x="5501" y="3883"/>
                  </a:lnTo>
                  <a:lnTo>
                    <a:pt x="5420" y="3829"/>
                  </a:lnTo>
                  <a:lnTo>
                    <a:pt x="5340" y="3802"/>
                  </a:lnTo>
                  <a:lnTo>
                    <a:pt x="5232" y="3829"/>
                  </a:lnTo>
                  <a:lnTo>
                    <a:pt x="5178" y="3883"/>
                  </a:lnTo>
                  <a:lnTo>
                    <a:pt x="5124" y="3964"/>
                  </a:lnTo>
                  <a:lnTo>
                    <a:pt x="5097" y="4045"/>
                  </a:lnTo>
                  <a:lnTo>
                    <a:pt x="5097" y="5555"/>
                  </a:lnTo>
                  <a:lnTo>
                    <a:pt x="3910" y="5555"/>
                  </a:lnTo>
                  <a:lnTo>
                    <a:pt x="3910" y="459"/>
                  </a:lnTo>
                  <a:lnTo>
                    <a:pt x="5097" y="459"/>
                  </a:lnTo>
                  <a:lnTo>
                    <a:pt x="5097" y="1969"/>
                  </a:lnTo>
                  <a:lnTo>
                    <a:pt x="5124" y="2050"/>
                  </a:lnTo>
                  <a:lnTo>
                    <a:pt x="5178" y="2131"/>
                  </a:lnTo>
                  <a:lnTo>
                    <a:pt x="5232" y="2185"/>
                  </a:lnTo>
                  <a:lnTo>
                    <a:pt x="5420" y="2185"/>
                  </a:lnTo>
                  <a:lnTo>
                    <a:pt x="5501" y="2131"/>
                  </a:lnTo>
                  <a:lnTo>
                    <a:pt x="5555" y="2050"/>
                  </a:lnTo>
                  <a:lnTo>
                    <a:pt x="5555" y="1969"/>
                  </a:lnTo>
                  <a:lnTo>
                    <a:pt x="5555" y="216"/>
                  </a:lnTo>
                  <a:lnTo>
                    <a:pt x="5555" y="135"/>
                  </a:lnTo>
                  <a:lnTo>
                    <a:pt x="5501" y="54"/>
                  </a:lnTo>
                  <a:lnTo>
                    <a:pt x="5420"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05" name="Google Shape;3005;p52"/>
            <p:cNvSpPr/>
            <p:nvPr/>
          </p:nvSpPr>
          <p:spPr>
            <a:xfrm>
              <a:off x="4638825" y="1122950"/>
              <a:ext cx="264300" cy="123400"/>
            </a:xfrm>
            <a:custGeom>
              <a:avLst/>
              <a:gdLst/>
              <a:ahLst/>
              <a:cxnLst/>
              <a:rect l="l" t="t" r="r" b="b"/>
              <a:pathLst>
                <a:path w="10572" h="4936" extrusionOk="0">
                  <a:moveTo>
                    <a:pt x="3884" y="459"/>
                  </a:moveTo>
                  <a:lnTo>
                    <a:pt x="3992" y="486"/>
                  </a:lnTo>
                  <a:lnTo>
                    <a:pt x="4126" y="513"/>
                  </a:lnTo>
                  <a:lnTo>
                    <a:pt x="4207" y="567"/>
                  </a:lnTo>
                  <a:lnTo>
                    <a:pt x="4315" y="648"/>
                  </a:lnTo>
                  <a:lnTo>
                    <a:pt x="4369" y="729"/>
                  </a:lnTo>
                  <a:lnTo>
                    <a:pt x="4423" y="837"/>
                  </a:lnTo>
                  <a:lnTo>
                    <a:pt x="4477" y="944"/>
                  </a:lnTo>
                  <a:lnTo>
                    <a:pt x="4477" y="1052"/>
                  </a:lnTo>
                  <a:lnTo>
                    <a:pt x="4477" y="1187"/>
                  </a:lnTo>
                  <a:lnTo>
                    <a:pt x="4423" y="1295"/>
                  </a:lnTo>
                  <a:lnTo>
                    <a:pt x="4369" y="1403"/>
                  </a:lnTo>
                  <a:lnTo>
                    <a:pt x="4315" y="1484"/>
                  </a:lnTo>
                  <a:lnTo>
                    <a:pt x="4207" y="1565"/>
                  </a:lnTo>
                  <a:lnTo>
                    <a:pt x="4126" y="1619"/>
                  </a:lnTo>
                  <a:lnTo>
                    <a:pt x="3992" y="1646"/>
                  </a:lnTo>
                  <a:lnTo>
                    <a:pt x="3884" y="1673"/>
                  </a:lnTo>
                  <a:lnTo>
                    <a:pt x="3749" y="1646"/>
                  </a:lnTo>
                  <a:lnTo>
                    <a:pt x="3641" y="1619"/>
                  </a:lnTo>
                  <a:lnTo>
                    <a:pt x="3533" y="1565"/>
                  </a:lnTo>
                  <a:lnTo>
                    <a:pt x="3452" y="1484"/>
                  </a:lnTo>
                  <a:lnTo>
                    <a:pt x="3371" y="1403"/>
                  </a:lnTo>
                  <a:lnTo>
                    <a:pt x="3317" y="1295"/>
                  </a:lnTo>
                  <a:lnTo>
                    <a:pt x="3290" y="1187"/>
                  </a:lnTo>
                  <a:lnTo>
                    <a:pt x="3290" y="1052"/>
                  </a:lnTo>
                  <a:lnTo>
                    <a:pt x="3290" y="944"/>
                  </a:lnTo>
                  <a:lnTo>
                    <a:pt x="3317" y="837"/>
                  </a:lnTo>
                  <a:lnTo>
                    <a:pt x="3371" y="729"/>
                  </a:lnTo>
                  <a:lnTo>
                    <a:pt x="3452" y="648"/>
                  </a:lnTo>
                  <a:lnTo>
                    <a:pt x="3533" y="567"/>
                  </a:lnTo>
                  <a:lnTo>
                    <a:pt x="3641" y="513"/>
                  </a:lnTo>
                  <a:lnTo>
                    <a:pt x="3749" y="486"/>
                  </a:lnTo>
                  <a:lnTo>
                    <a:pt x="3884" y="459"/>
                  </a:lnTo>
                  <a:close/>
                  <a:moveTo>
                    <a:pt x="9519" y="459"/>
                  </a:moveTo>
                  <a:lnTo>
                    <a:pt x="9627" y="486"/>
                  </a:lnTo>
                  <a:lnTo>
                    <a:pt x="9735" y="513"/>
                  </a:lnTo>
                  <a:lnTo>
                    <a:pt x="9843" y="567"/>
                  </a:lnTo>
                  <a:lnTo>
                    <a:pt x="9924" y="648"/>
                  </a:lnTo>
                  <a:lnTo>
                    <a:pt x="10005" y="729"/>
                  </a:lnTo>
                  <a:lnTo>
                    <a:pt x="10059" y="837"/>
                  </a:lnTo>
                  <a:lnTo>
                    <a:pt x="10086" y="944"/>
                  </a:lnTo>
                  <a:lnTo>
                    <a:pt x="10113" y="1052"/>
                  </a:lnTo>
                  <a:lnTo>
                    <a:pt x="10086" y="1187"/>
                  </a:lnTo>
                  <a:lnTo>
                    <a:pt x="10059" y="1295"/>
                  </a:lnTo>
                  <a:lnTo>
                    <a:pt x="10005" y="1403"/>
                  </a:lnTo>
                  <a:lnTo>
                    <a:pt x="9924" y="1484"/>
                  </a:lnTo>
                  <a:lnTo>
                    <a:pt x="9843" y="1565"/>
                  </a:lnTo>
                  <a:lnTo>
                    <a:pt x="9735" y="1619"/>
                  </a:lnTo>
                  <a:lnTo>
                    <a:pt x="9627" y="1646"/>
                  </a:lnTo>
                  <a:lnTo>
                    <a:pt x="9519" y="1673"/>
                  </a:lnTo>
                  <a:lnTo>
                    <a:pt x="9385" y="1646"/>
                  </a:lnTo>
                  <a:lnTo>
                    <a:pt x="9277" y="1619"/>
                  </a:lnTo>
                  <a:lnTo>
                    <a:pt x="9169" y="1565"/>
                  </a:lnTo>
                  <a:lnTo>
                    <a:pt x="9088" y="1484"/>
                  </a:lnTo>
                  <a:lnTo>
                    <a:pt x="9007" y="1403"/>
                  </a:lnTo>
                  <a:lnTo>
                    <a:pt x="8953" y="1295"/>
                  </a:lnTo>
                  <a:lnTo>
                    <a:pt x="8926" y="1187"/>
                  </a:lnTo>
                  <a:lnTo>
                    <a:pt x="8899" y="1052"/>
                  </a:lnTo>
                  <a:lnTo>
                    <a:pt x="8926" y="944"/>
                  </a:lnTo>
                  <a:lnTo>
                    <a:pt x="8953" y="837"/>
                  </a:lnTo>
                  <a:lnTo>
                    <a:pt x="9007" y="729"/>
                  </a:lnTo>
                  <a:lnTo>
                    <a:pt x="9088" y="648"/>
                  </a:lnTo>
                  <a:lnTo>
                    <a:pt x="9169" y="567"/>
                  </a:lnTo>
                  <a:lnTo>
                    <a:pt x="9277" y="513"/>
                  </a:lnTo>
                  <a:lnTo>
                    <a:pt x="9385" y="486"/>
                  </a:lnTo>
                  <a:lnTo>
                    <a:pt x="9519" y="459"/>
                  </a:lnTo>
                  <a:close/>
                  <a:moveTo>
                    <a:pt x="1187" y="3290"/>
                  </a:moveTo>
                  <a:lnTo>
                    <a:pt x="1295" y="3317"/>
                  </a:lnTo>
                  <a:lnTo>
                    <a:pt x="1403" y="3371"/>
                  </a:lnTo>
                  <a:lnTo>
                    <a:pt x="1484" y="3452"/>
                  </a:lnTo>
                  <a:lnTo>
                    <a:pt x="1565" y="3533"/>
                  </a:lnTo>
                  <a:lnTo>
                    <a:pt x="1619" y="3641"/>
                  </a:lnTo>
                  <a:lnTo>
                    <a:pt x="1646" y="3749"/>
                  </a:lnTo>
                  <a:lnTo>
                    <a:pt x="1673" y="3884"/>
                  </a:lnTo>
                  <a:lnTo>
                    <a:pt x="1646" y="3992"/>
                  </a:lnTo>
                  <a:lnTo>
                    <a:pt x="1619" y="4099"/>
                  </a:lnTo>
                  <a:lnTo>
                    <a:pt x="1565" y="4207"/>
                  </a:lnTo>
                  <a:lnTo>
                    <a:pt x="1484" y="4315"/>
                  </a:lnTo>
                  <a:lnTo>
                    <a:pt x="1403" y="4369"/>
                  </a:lnTo>
                  <a:lnTo>
                    <a:pt x="1295" y="4423"/>
                  </a:lnTo>
                  <a:lnTo>
                    <a:pt x="1187" y="4477"/>
                  </a:lnTo>
                  <a:lnTo>
                    <a:pt x="944" y="4477"/>
                  </a:lnTo>
                  <a:lnTo>
                    <a:pt x="837" y="4423"/>
                  </a:lnTo>
                  <a:lnTo>
                    <a:pt x="729" y="4369"/>
                  </a:lnTo>
                  <a:lnTo>
                    <a:pt x="648" y="4315"/>
                  </a:lnTo>
                  <a:lnTo>
                    <a:pt x="567" y="4207"/>
                  </a:lnTo>
                  <a:lnTo>
                    <a:pt x="513" y="4099"/>
                  </a:lnTo>
                  <a:lnTo>
                    <a:pt x="486" y="3992"/>
                  </a:lnTo>
                  <a:lnTo>
                    <a:pt x="459" y="3884"/>
                  </a:lnTo>
                  <a:lnTo>
                    <a:pt x="486" y="3749"/>
                  </a:lnTo>
                  <a:lnTo>
                    <a:pt x="513" y="3641"/>
                  </a:lnTo>
                  <a:lnTo>
                    <a:pt x="567" y="3533"/>
                  </a:lnTo>
                  <a:lnTo>
                    <a:pt x="648" y="3452"/>
                  </a:lnTo>
                  <a:lnTo>
                    <a:pt x="729" y="3371"/>
                  </a:lnTo>
                  <a:lnTo>
                    <a:pt x="837" y="3317"/>
                  </a:lnTo>
                  <a:lnTo>
                    <a:pt x="944" y="3290"/>
                  </a:lnTo>
                  <a:close/>
                  <a:moveTo>
                    <a:pt x="6823" y="3290"/>
                  </a:moveTo>
                  <a:lnTo>
                    <a:pt x="6931" y="3317"/>
                  </a:lnTo>
                  <a:lnTo>
                    <a:pt x="7039" y="3371"/>
                  </a:lnTo>
                  <a:lnTo>
                    <a:pt x="7120" y="3452"/>
                  </a:lnTo>
                  <a:lnTo>
                    <a:pt x="7200" y="3533"/>
                  </a:lnTo>
                  <a:lnTo>
                    <a:pt x="7254" y="3641"/>
                  </a:lnTo>
                  <a:lnTo>
                    <a:pt x="7281" y="3749"/>
                  </a:lnTo>
                  <a:lnTo>
                    <a:pt x="7308" y="3884"/>
                  </a:lnTo>
                  <a:lnTo>
                    <a:pt x="7281" y="3992"/>
                  </a:lnTo>
                  <a:lnTo>
                    <a:pt x="7254" y="4099"/>
                  </a:lnTo>
                  <a:lnTo>
                    <a:pt x="7200" y="4207"/>
                  </a:lnTo>
                  <a:lnTo>
                    <a:pt x="7120" y="4315"/>
                  </a:lnTo>
                  <a:lnTo>
                    <a:pt x="7039" y="4369"/>
                  </a:lnTo>
                  <a:lnTo>
                    <a:pt x="6931" y="4423"/>
                  </a:lnTo>
                  <a:lnTo>
                    <a:pt x="6823" y="4477"/>
                  </a:lnTo>
                  <a:lnTo>
                    <a:pt x="6580" y="4477"/>
                  </a:lnTo>
                  <a:lnTo>
                    <a:pt x="6472" y="4423"/>
                  </a:lnTo>
                  <a:lnTo>
                    <a:pt x="6364" y="4369"/>
                  </a:lnTo>
                  <a:lnTo>
                    <a:pt x="6284" y="4315"/>
                  </a:lnTo>
                  <a:lnTo>
                    <a:pt x="6203" y="4207"/>
                  </a:lnTo>
                  <a:lnTo>
                    <a:pt x="6149" y="4099"/>
                  </a:lnTo>
                  <a:lnTo>
                    <a:pt x="6095" y="3992"/>
                  </a:lnTo>
                  <a:lnTo>
                    <a:pt x="6095" y="3884"/>
                  </a:lnTo>
                  <a:lnTo>
                    <a:pt x="6095" y="3749"/>
                  </a:lnTo>
                  <a:lnTo>
                    <a:pt x="6149" y="3641"/>
                  </a:lnTo>
                  <a:lnTo>
                    <a:pt x="6203" y="3533"/>
                  </a:lnTo>
                  <a:lnTo>
                    <a:pt x="6284" y="3452"/>
                  </a:lnTo>
                  <a:lnTo>
                    <a:pt x="6364" y="3371"/>
                  </a:lnTo>
                  <a:lnTo>
                    <a:pt x="6472" y="3317"/>
                  </a:lnTo>
                  <a:lnTo>
                    <a:pt x="6580" y="3290"/>
                  </a:lnTo>
                  <a:close/>
                  <a:moveTo>
                    <a:pt x="3884" y="1"/>
                  </a:moveTo>
                  <a:lnTo>
                    <a:pt x="3668" y="28"/>
                  </a:lnTo>
                  <a:lnTo>
                    <a:pt x="3479" y="82"/>
                  </a:lnTo>
                  <a:lnTo>
                    <a:pt x="3290" y="189"/>
                  </a:lnTo>
                  <a:lnTo>
                    <a:pt x="3129" y="324"/>
                  </a:lnTo>
                  <a:lnTo>
                    <a:pt x="2994" y="459"/>
                  </a:lnTo>
                  <a:lnTo>
                    <a:pt x="2913" y="648"/>
                  </a:lnTo>
                  <a:lnTo>
                    <a:pt x="2832" y="837"/>
                  </a:lnTo>
                  <a:lnTo>
                    <a:pt x="2805" y="1052"/>
                  </a:lnTo>
                  <a:lnTo>
                    <a:pt x="2832" y="1214"/>
                  </a:lnTo>
                  <a:lnTo>
                    <a:pt x="2859" y="1376"/>
                  </a:lnTo>
                  <a:lnTo>
                    <a:pt x="2913" y="1511"/>
                  </a:lnTo>
                  <a:lnTo>
                    <a:pt x="2994" y="1646"/>
                  </a:lnTo>
                  <a:lnTo>
                    <a:pt x="1646" y="2994"/>
                  </a:lnTo>
                  <a:lnTo>
                    <a:pt x="1511" y="2913"/>
                  </a:lnTo>
                  <a:lnTo>
                    <a:pt x="1376" y="2859"/>
                  </a:lnTo>
                  <a:lnTo>
                    <a:pt x="1214" y="2832"/>
                  </a:lnTo>
                  <a:lnTo>
                    <a:pt x="1052" y="2805"/>
                  </a:lnTo>
                  <a:lnTo>
                    <a:pt x="864" y="2832"/>
                  </a:lnTo>
                  <a:lnTo>
                    <a:pt x="648" y="2913"/>
                  </a:lnTo>
                  <a:lnTo>
                    <a:pt x="459" y="2994"/>
                  </a:lnTo>
                  <a:lnTo>
                    <a:pt x="324" y="3129"/>
                  </a:lnTo>
                  <a:lnTo>
                    <a:pt x="189" y="3290"/>
                  </a:lnTo>
                  <a:lnTo>
                    <a:pt x="82" y="3452"/>
                  </a:lnTo>
                  <a:lnTo>
                    <a:pt x="28" y="3668"/>
                  </a:lnTo>
                  <a:lnTo>
                    <a:pt x="1" y="3884"/>
                  </a:lnTo>
                  <a:lnTo>
                    <a:pt x="28" y="4099"/>
                  </a:lnTo>
                  <a:lnTo>
                    <a:pt x="82" y="4288"/>
                  </a:lnTo>
                  <a:lnTo>
                    <a:pt x="189" y="4477"/>
                  </a:lnTo>
                  <a:lnTo>
                    <a:pt x="324" y="4639"/>
                  </a:lnTo>
                  <a:lnTo>
                    <a:pt x="459" y="4747"/>
                  </a:lnTo>
                  <a:lnTo>
                    <a:pt x="648" y="4854"/>
                  </a:lnTo>
                  <a:lnTo>
                    <a:pt x="864" y="4908"/>
                  </a:lnTo>
                  <a:lnTo>
                    <a:pt x="1052" y="4935"/>
                  </a:lnTo>
                  <a:lnTo>
                    <a:pt x="1268" y="4908"/>
                  </a:lnTo>
                  <a:lnTo>
                    <a:pt x="1484" y="4854"/>
                  </a:lnTo>
                  <a:lnTo>
                    <a:pt x="1646" y="4747"/>
                  </a:lnTo>
                  <a:lnTo>
                    <a:pt x="1807" y="4639"/>
                  </a:lnTo>
                  <a:lnTo>
                    <a:pt x="1942" y="4477"/>
                  </a:lnTo>
                  <a:lnTo>
                    <a:pt x="2050" y="4288"/>
                  </a:lnTo>
                  <a:lnTo>
                    <a:pt x="2104" y="4099"/>
                  </a:lnTo>
                  <a:lnTo>
                    <a:pt x="2131" y="3884"/>
                  </a:lnTo>
                  <a:lnTo>
                    <a:pt x="2104" y="3722"/>
                  </a:lnTo>
                  <a:lnTo>
                    <a:pt x="2077" y="3587"/>
                  </a:lnTo>
                  <a:lnTo>
                    <a:pt x="2023" y="3425"/>
                  </a:lnTo>
                  <a:lnTo>
                    <a:pt x="1969" y="3317"/>
                  </a:lnTo>
                  <a:lnTo>
                    <a:pt x="3317" y="1969"/>
                  </a:lnTo>
                  <a:lnTo>
                    <a:pt x="3452" y="2023"/>
                  </a:lnTo>
                  <a:lnTo>
                    <a:pt x="3587" y="2077"/>
                  </a:lnTo>
                  <a:lnTo>
                    <a:pt x="3722" y="2104"/>
                  </a:lnTo>
                  <a:lnTo>
                    <a:pt x="3884" y="2131"/>
                  </a:lnTo>
                  <a:lnTo>
                    <a:pt x="4045" y="2104"/>
                  </a:lnTo>
                  <a:lnTo>
                    <a:pt x="4180" y="2077"/>
                  </a:lnTo>
                  <a:lnTo>
                    <a:pt x="4315" y="2023"/>
                  </a:lnTo>
                  <a:lnTo>
                    <a:pt x="4450" y="1969"/>
                  </a:lnTo>
                  <a:lnTo>
                    <a:pt x="5798" y="3317"/>
                  </a:lnTo>
                  <a:lnTo>
                    <a:pt x="5717" y="3425"/>
                  </a:lnTo>
                  <a:lnTo>
                    <a:pt x="5663" y="3587"/>
                  </a:lnTo>
                  <a:lnTo>
                    <a:pt x="5636" y="3722"/>
                  </a:lnTo>
                  <a:lnTo>
                    <a:pt x="5636" y="3884"/>
                  </a:lnTo>
                  <a:lnTo>
                    <a:pt x="5663" y="4099"/>
                  </a:lnTo>
                  <a:lnTo>
                    <a:pt x="5717" y="4288"/>
                  </a:lnTo>
                  <a:lnTo>
                    <a:pt x="5825" y="4477"/>
                  </a:lnTo>
                  <a:lnTo>
                    <a:pt x="5933" y="4639"/>
                  </a:lnTo>
                  <a:lnTo>
                    <a:pt x="6095" y="4747"/>
                  </a:lnTo>
                  <a:lnTo>
                    <a:pt x="6284" y="4854"/>
                  </a:lnTo>
                  <a:lnTo>
                    <a:pt x="6472" y="4908"/>
                  </a:lnTo>
                  <a:lnTo>
                    <a:pt x="6688" y="4935"/>
                  </a:lnTo>
                  <a:lnTo>
                    <a:pt x="6904" y="4908"/>
                  </a:lnTo>
                  <a:lnTo>
                    <a:pt x="7120" y="4854"/>
                  </a:lnTo>
                  <a:lnTo>
                    <a:pt x="7281" y="4747"/>
                  </a:lnTo>
                  <a:lnTo>
                    <a:pt x="7443" y="4639"/>
                  </a:lnTo>
                  <a:lnTo>
                    <a:pt x="7578" y="4477"/>
                  </a:lnTo>
                  <a:lnTo>
                    <a:pt x="7686" y="4288"/>
                  </a:lnTo>
                  <a:lnTo>
                    <a:pt x="7740" y="4099"/>
                  </a:lnTo>
                  <a:lnTo>
                    <a:pt x="7767" y="3884"/>
                  </a:lnTo>
                  <a:lnTo>
                    <a:pt x="7740" y="3722"/>
                  </a:lnTo>
                  <a:lnTo>
                    <a:pt x="7713" y="3587"/>
                  </a:lnTo>
                  <a:lnTo>
                    <a:pt x="7659" y="3425"/>
                  </a:lnTo>
                  <a:lnTo>
                    <a:pt x="7578" y="3317"/>
                  </a:lnTo>
                  <a:lnTo>
                    <a:pt x="8953" y="1969"/>
                  </a:lnTo>
                  <a:lnTo>
                    <a:pt x="9061" y="2023"/>
                  </a:lnTo>
                  <a:lnTo>
                    <a:pt x="9196" y="2077"/>
                  </a:lnTo>
                  <a:lnTo>
                    <a:pt x="9358" y="2104"/>
                  </a:lnTo>
                  <a:lnTo>
                    <a:pt x="9519" y="2131"/>
                  </a:lnTo>
                  <a:lnTo>
                    <a:pt x="9735" y="2104"/>
                  </a:lnTo>
                  <a:lnTo>
                    <a:pt x="9924" y="2050"/>
                  </a:lnTo>
                  <a:lnTo>
                    <a:pt x="10113" y="1942"/>
                  </a:lnTo>
                  <a:lnTo>
                    <a:pt x="10274" y="1807"/>
                  </a:lnTo>
                  <a:lnTo>
                    <a:pt x="10382" y="1646"/>
                  </a:lnTo>
                  <a:lnTo>
                    <a:pt x="10490" y="1484"/>
                  </a:lnTo>
                  <a:lnTo>
                    <a:pt x="10544" y="1268"/>
                  </a:lnTo>
                  <a:lnTo>
                    <a:pt x="10571" y="1052"/>
                  </a:lnTo>
                  <a:lnTo>
                    <a:pt x="10544" y="837"/>
                  </a:lnTo>
                  <a:lnTo>
                    <a:pt x="10490" y="648"/>
                  </a:lnTo>
                  <a:lnTo>
                    <a:pt x="10382" y="459"/>
                  </a:lnTo>
                  <a:lnTo>
                    <a:pt x="10274" y="324"/>
                  </a:lnTo>
                  <a:lnTo>
                    <a:pt x="10113" y="189"/>
                  </a:lnTo>
                  <a:lnTo>
                    <a:pt x="9924" y="82"/>
                  </a:lnTo>
                  <a:lnTo>
                    <a:pt x="9735" y="28"/>
                  </a:lnTo>
                  <a:lnTo>
                    <a:pt x="9519" y="1"/>
                  </a:lnTo>
                  <a:lnTo>
                    <a:pt x="9304" y="28"/>
                  </a:lnTo>
                  <a:lnTo>
                    <a:pt x="9088" y="82"/>
                  </a:lnTo>
                  <a:lnTo>
                    <a:pt x="8926" y="189"/>
                  </a:lnTo>
                  <a:lnTo>
                    <a:pt x="8764" y="324"/>
                  </a:lnTo>
                  <a:lnTo>
                    <a:pt x="8630" y="459"/>
                  </a:lnTo>
                  <a:lnTo>
                    <a:pt x="8522" y="648"/>
                  </a:lnTo>
                  <a:lnTo>
                    <a:pt x="8468" y="837"/>
                  </a:lnTo>
                  <a:lnTo>
                    <a:pt x="8441" y="1052"/>
                  </a:lnTo>
                  <a:lnTo>
                    <a:pt x="8468" y="1214"/>
                  </a:lnTo>
                  <a:lnTo>
                    <a:pt x="8495" y="1376"/>
                  </a:lnTo>
                  <a:lnTo>
                    <a:pt x="8549" y="1511"/>
                  </a:lnTo>
                  <a:lnTo>
                    <a:pt x="8603" y="1646"/>
                  </a:lnTo>
                  <a:lnTo>
                    <a:pt x="7254" y="2994"/>
                  </a:lnTo>
                  <a:lnTo>
                    <a:pt x="7146" y="2913"/>
                  </a:lnTo>
                  <a:lnTo>
                    <a:pt x="6985" y="2859"/>
                  </a:lnTo>
                  <a:lnTo>
                    <a:pt x="6850" y="2832"/>
                  </a:lnTo>
                  <a:lnTo>
                    <a:pt x="6688" y="2805"/>
                  </a:lnTo>
                  <a:lnTo>
                    <a:pt x="6553" y="2832"/>
                  </a:lnTo>
                  <a:lnTo>
                    <a:pt x="6391" y="2859"/>
                  </a:lnTo>
                  <a:lnTo>
                    <a:pt x="6257" y="2913"/>
                  </a:lnTo>
                  <a:lnTo>
                    <a:pt x="6122" y="2994"/>
                  </a:lnTo>
                  <a:lnTo>
                    <a:pt x="4774" y="1646"/>
                  </a:lnTo>
                  <a:lnTo>
                    <a:pt x="4854" y="1511"/>
                  </a:lnTo>
                  <a:lnTo>
                    <a:pt x="4908" y="1376"/>
                  </a:lnTo>
                  <a:lnTo>
                    <a:pt x="4935" y="1214"/>
                  </a:lnTo>
                  <a:lnTo>
                    <a:pt x="4935" y="1052"/>
                  </a:lnTo>
                  <a:lnTo>
                    <a:pt x="4908" y="837"/>
                  </a:lnTo>
                  <a:lnTo>
                    <a:pt x="4854" y="648"/>
                  </a:lnTo>
                  <a:lnTo>
                    <a:pt x="4747" y="459"/>
                  </a:lnTo>
                  <a:lnTo>
                    <a:pt x="4639" y="324"/>
                  </a:lnTo>
                  <a:lnTo>
                    <a:pt x="4477" y="189"/>
                  </a:lnTo>
                  <a:lnTo>
                    <a:pt x="4288" y="82"/>
                  </a:lnTo>
                  <a:lnTo>
                    <a:pt x="4099" y="28"/>
                  </a:lnTo>
                  <a:lnTo>
                    <a:pt x="3884"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06" name="Google Shape;3006;p52"/>
            <p:cNvSpPr/>
            <p:nvPr/>
          </p:nvSpPr>
          <p:spPr>
            <a:xfrm>
              <a:off x="4750725" y="1314400"/>
              <a:ext cx="11500" cy="11500"/>
            </a:xfrm>
            <a:custGeom>
              <a:avLst/>
              <a:gdLst/>
              <a:ahLst/>
              <a:cxnLst/>
              <a:rect l="l" t="t" r="r" b="b"/>
              <a:pathLst>
                <a:path w="460" h="460" extrusionOk="0">
                  <a:moveTo>
                    <a:pt x="136" y="1"/>
                  </a:moveTo>
                  <a:lnTo>
                    <a:pt x="82" y="55"/>
                  </a:lnTo>
                  <a:lnTo>
                    <a:pt x="28" y="136"/>
                  </a:lnTo>
                  <a:lnTo>
                    <a:pt x="1" y="217"/>
                  </a:lnTo>
                  <a:lnTo>
                    <a:pt x="28" y="324"/>
                  </a:lnTo>
                  <a:lnTo>
                    <a:pt x="82" y="378"/>
                  </a:lnTo>
                  <a:lnTo>
                    <a:pt x="136" y="432"/>
                  </a:lnTo>
                  <a:lnTo>
                    <a:pt x="244" y="459"/>
                  </a:lnTo>
                  <a:lnTo>
                    <a:pt x="324" y="432"/>
                  </a:lnTo>
                  <a:lnTo>
                    <a:pt x="405" y="378"/>
                  </a:lnTo>
                  <a:lnTo>
                    <a:pt x="459" y="324"/>
                  </a:lnTo>
                  <a:lnTo>
                    <a:pt x="459" y="217"/>
                  </a:lnTo>
                  <a:lnTo>
                    <a:pt x="459" y="136"/>
                  </a:lnTo>
                  <a:lnTo>
                    <a:pt x="405" y="55"/>
                  </a:lnTo>
                  <a:lnTo>
                    <a:pt x="324"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3007" name="Google Shape;3007;p52"/>
          <p:cNvGrpSpPr/>
          <p:nvPr/>
        </p:nvGrpSpPr>
        <p:grpSpPr>
          <a:xfrm>
            <a:off x="10333765" y="3184601"/>
            <a:ext cx="540753" cy="540753"/>
            <a:chOff x="5323750" y="1122950"/>
            <a:chExt cx="295300" cy="295300"/>
          </a:xfrm>
        </p:grpSpPr>
        <p:sp>
          <p:nvSpPr>
            <p:cNvPr id="3008" name="Google Shape;3008;p52"/>
            <p:cNvSpPr/>
            <p:nvPr/>
          </p:nvSpPr>
          <p:spPr>
            <a:xfrm>
              <a:off x="5417450" y="1350125"/>
              <a:ext cx="11475" cy="11500"/>
            </a:xfrm>
            <a:custGeom>
              <a:avLst/>
              <a:gdLst/>
              <a:ahLst/>
              <a:cxnLst/>
              <a:rect l="l" t="t" r="r" b="b"/>
              <a:pathLst>
                <a:path w="459" h="460" extrusionOk="0">
                  <a:moveTo>
                    <a:pt x="135" y="1"/>
                  </a:moveTo>
                  <a:lnTo>
                    <a:pt x="81" y="55"/>
                  </a:lnTo>
                  <a:lnTo>
                    <a:pt x="27" y="136"/>
                  </a:lnTo>
                  <a:lnTo>
                    <a:pt x="0" y="217"/>
                  </a:lnTo>
                  <a:lnTo>
                    <a:pt x="27" y="298"/>
                  </a:lnTo>
                  <a:lnTo>
                    <a:pt x="81" y="378"/>
                  </a:lnTo>
                  <a:lnTo>
                    <a:pt x="135" y="432"/>
                  </a:lnTo>
                  <a:lnTo>
                    <a:pt x="243" y="459"/>
                  </a:lnTo>
                  <a:lnTo>
                    <a:pt x="324" y="432"/>
                  </a:lnTo>
                  <a:lnTo>
                    <a:pt x="405" y="378"/>
                  </a:lnTo>
                  <a:lnTo>
                    <a:pt x="432" y="298"/>
                  </a:lnTo>
                  <a:lnTo>
                    <a:pt x="459" y="217"/>
                  </a:lnTo>
                  <a:lnTo>
                    <a:pt x="432" y="136"/>
                  </a:lnTo>
                  <a:lnTo>
                    <a:pt x="405" y="55"/>
                  </a:lnTo>
                  <a:lnTo>
                    <a:pt x="324"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09" name="Google Shape;3009;p52"/>
            <p:cNvSpPr/>
            <p:nvPr/>
          </p:nvSpPr>
          <p:spPr>
            <a:xfrm>
              <a:off x="5399925" y="1306325"/>
              <a:ext cx="76200" cy="11475"/>
            </a:xfrm>
            <a:custGeom>
              <a:avLst/>
              <a:gdLst/>
              <a:ahLst/>
              <a:cxnLst/>
              <a:rect l="l" t="t" r="r" b="b"/>
              <a:pathLst>
                <a:path w="3048" h="459" extrusionOk="0">
                  <a:moveTo>
                    <a:pt x="243" y="0"/>
                  </a:moveTo>
                  <a:lnTo>
                    <a:pt x="135" y="27"/>
                  </a:lnTo>
                  <a:lnTo>
                    <a:pt x="81" y="81"/>
                  </a:lnTo>
                  <a:lnTo>
                    <a:pt x="27" y="162"/>
                  </a:lnTo>
                  <a:lnTo>
                    <a:pt x="0" y="243"/>
                  </a:lnTo>
                  <a:lnTo>
                    <a:pt x="27" y="324"/>
                  </a:lnTo>
                  <a:lnTo>
                    <a:pt x="81" y="405"/>
                  </a:lnTo>
                  <a:lnTo>
                    <a:pt x="135" y="459"/>
                  </a:lnTo>
                  <a:lnTo>
                    <a:pt x="2913" y="459"/>
                  </a:lnTo>
                  <a:lnTo>
                    <a:pt x="2967" y="405"/>
                  </a:lnTo>
                  <a:lnTo>
                    <a:pt x="3020" y="324"/>
                  </a:lnTo>
                  <a:lnTo>
                    <a:pt x="3047" y="243"/>
                  </a:lnTo>
                  <a:lnTo>
                    <a:pt x="3020" y="162"/>
                  </a:lnTo>
                  <a:lnTo>
                    <a:pt x="2967" y="81"/>
                  </a:lnTo>
                  <a:lnTo>
                    <a:pt x="2913" y="27"/>
                  </a:lnTo>
                  <a:lnTo>
                    <a:pt x="2805"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0" name="Google Shape;3010;p52"/>
            <p:cNvSpPr/>
            <p:nvPr/>
          </p:nvSpPr>
          <p:spPr>
            <a:xfrm>
              <a:off x="5393175" y="1241600"/>
              <a:ext cx="89700" cy="12150"/>
            </a:xfrm>
            <a:custGeom>
              <a:avLst/>
              <a:gdLst/>
              <a:ahLst/>
              <a:cxnLst/>
              <a:rect l="l" t="t" r="r" b="b"/>
              <a:pathLst>
                <a:path w="3588" h="486" extrusionOk="0">
                  <a:moveTo>
                    <a:pt x="243" y="1"/>
                  </a:moveTo>
                  <a:lnTo>
                    <a:pt x="136" y="28"/>
                  </a:lnTo>
                  <a:lnTo>
                    <a:pt x="82" y="81"/>
                  </a:lnTo>
                  <a:lnTo>
                    <a:pt x="28" y="162"/>
                  </a:lnTo>
                  <a:lnTo>
                    <a:pt x="1" y="243"/>
                  </a:lnTo>
                  <a:lnTo>
                    <a:pt x="28" y="324"/>
                  </a:lnTo>
                  <a:lnTo>
                    <a:pt x="82" y="405"/>
                  </a:lnTo>
                  <a:lnTo>
                    <a:pt x="136" y="459"/>
                  </a:lnTo>
                  <a:lnTo>
                    <a:pt x="243" y="486"/>
                  </a:lnTo>
                  <a:lnTo>
                    <a:pt x="3344" y="486"/>
                  </a:lnTo>
                  <a:lnTo>
                    <a:pt x="3452" y="459"/>
                  </a:lnTo>
                  <a:lnTo>
                    <a:pt x="3506" y="405"/>
                  </a:lnTo>
                  <a:lnTo>
                    <a:pt x="3560" y="324"/>
                  </a:lnTo>
                  <a:lnTo>
                    <a:pt x="3587" y="243"/>
                  </a:lnTo>
                  <a:lnTo>
                    <a:pt x="3560" y="162"/>
                  </a:lnTo>
                  <a:lnTo>
                    <a:pt x="3506" y="81"/>
                  </a:lnTo>
                  <a:lnTo>
                    <a:pt x="3452" y="28"/>
                  </a:lnTo>
                  <a:lnTo>
                    <a:pt x="3344"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1" name="Google Shape;3011;p52"/>
            <p:cNvSpPr/>
            <p:nvPr/>
          </p:nvSpPr>
          <p:spPr>
            <a:xfrm>
              <a:off x="5416775" y="1153975"/>
              <a:ext cx="38450" cy="71475"/>
            </a:xfrm>
            <a:custGeom>
              <a:avLst/>
              <a:gdLst/>
              <a:ahLst/>
              <a:cxnLst/>
              <a:rect l="l" t="t" r="r" b="b"/>
              <a:pathLst>
                <a:path w="1538" h="2859" extrusionOk="0">
                  <a:moveTo>
                    <a:pt x="783" y="0"/>
                  </a:moveTo>
                  <a:lnTo>
                    <a:pt x="702" y="27"/>
                  </a:lnTo>
                  <a:lnTo>
                    <a:pt x="621" y="81"/>
                  </a:lnTo>
                  <a:lnTo>
                    <a:pt x="567" y="135"/>
                  </a:lnTo>
                  <a:lnTo>
                    <a:pt x="540" y="243"/>
                  </a:lnTo>
                  <a:lnTo>
                    <a:pt x="540" y="270"/>
                  </a:lnTo>
                  <a:lnTo>
                    <a:pt x="432" y="324"/>
                  </a:lnTo>
                  <a:lnTo>
                    <a:pt x="324" y="378"/>
                  </a:lnTo>
                  <a:lnTo>
                    <a:pt x="243" y="432"/>
                  </a:lnTo>
                  <a:lnTo>
                    <a:pt x="162" y="512"/>
                  </a:lnTo>
                  <a:lnTo>
                    <a:pt x="108" y="620"/>
                  </a:lnTo>
                  <a:lnTo>
                    <a:pt x="54" y="728"/>
                  </a:lnTo>
                  <a:lnTo>
                    <a:pt x="27" y="836"/>
                  </a:lnTo>
                  <a:lnTo>
                    <a:pt x="1" y="944"/>
                  </a:lnTo>
                  <a:lnTo>
                    <a:pt x="27" y="1106"/>
                  </a:lnTo>
                  <a:lnTo>
                    <a:pt x="81" y="1240"/>
                  </a:lnTo>
                  <a:lnTo>
                    <a:pt x="135" y="1348"/>
                  </a:lnTo>
                  <a:lnTo>
                    <a:pt x="243" y="1456"/>
                  </a:lnTo>
                  <a:lnTo>
                    <a:pt x="351" y="1537"/>
                  </a:lnTo>
                  <a:lnTo>
                    <a:pt x="486" y="1618"/>
                  </a:lnTo>
                  <a:lnTo>
                    <a:pt x="621" y="1645"/>
                  </a:lnTo>
                  <a:lnTo>
                    <a:pt x="783" y="1672"/>
                  </a:lnTo>
                  <a:lnTo>
                    <a:pt x="890" y="1699"/>
                  </a:lnTo>
                  <a:lnTo>
                    <a:pt x="998" y="1753"/>
                  </a:lnTo>
                  <a:lnTo>
                    <a:pt x="1052" y="1834"/>
                  </a:lnTo>
                  <a:lnTo>
                    <a:pt x="1079" y="1915"/>
                  </a:lnTo>
                  <a:lnTo>
                    <a:pt x="1052" y="2022"/>
                  </a:lnTo>
                  <a:lnTo>
                    <a:pt x="998" y="2103"/>
                  </a:lnTo>
                  <a:lnTo>
                    <a:pt x="890" y="2157"/>
                  </a:lnTo>
                  <a:lnTo>
                    <a:pt x="783" y="2184"/>
                  </a:lnTo>
                  <a:lnTo>
                    <a:pt x="648" y="2157"/>
                  </a:lnTo>
                  <a:lnTo>
                    <a:pt x="567" y="2103"/>
                  </a:lnTo>
                  <a:lnTo>
                    <a:pt x="486" y="2022"/>
                  </a:lnTo>
                  <a:lnTo>
                    <a:pt x="486" y="1915"/>
                  </a:lnTo>
                  <a:lnTo>
                    <a:pt x="459" y="1834"/>
                  </a:lnTo>
                  <a:lnTo>
                    <a:pt x="405" y="1753"/>
                  </a:lnTo>
                  <a:lnTo>
                    <a:pt x="324" y="1699"/>
                  </a:lnTo>
                  <a:lnTo>
                    <a:pt x="162" y="1699"/>
                  </a:lnTo>
                  <a:lnTo>
                    <a:pt x="81" y="1753"/>
                  </a:lnTo>
                  <a:lnTo>
                    <a:pt x="27" y="1834"/>
                  </a:lnTo>
                  <a:lnTo>
                    <a:pt x="1" y="1915"/>
                  </a:lnTo>
                  <a:lnTo>
                    <a:pt x="27" y="2049"/>
                  </a:lnTo>
                  <a:lnTo>
                    <a:pt x="54" y="2157"/>
                  </a:lnTo>
                  <a:lnTo>
                    <a:pt x="108" y="2265"/>
                  </a:lnTo>
                  <a:lnTo>
                    <a:pt x="162" y="2346"/>
                  </a:lnTo>
                  <a:lnTo>
                    <a:pt x="243" y="2427"/>
                  </a:lnTo>
                  <a:lnTo>
                    <a:pt x="324" y="2508"/>
                  </a:lnTo>
                  <a:lnTo>
                    <a:pt x="432" y="2562"/>
                  </a:lnTo>
                  <a:lnTo>
                    <a:pt x="540" y="2616"/>
                  </a:lnTo>
                  <a:lnTo>
                    <a:pt x="540" y="2643"/>
                  </a:lnTo>
                  <a:lnTo>
                    <a:pt x="567" y="2724"/>
                  </a:lnTo>
                  <a:lnTo>
                    <a:pt x="621" y="2804"/>
                  </a:lnTo>
                  <a:lnTo>
                    <a:pt x="702" y="2858"/>
                  </a:lnTo>
                  <a:lnTo>
                    <a:pt x="863" y="2858"/>
                  </a:lnTo>
                  <a:lnTo>
                    <a:pt x="944" y="2804"/>
                  </a:lnTo>
                  <a:lnTo>
                    <a:pt x="998" y="2724"/>
                  </a:lnTo>
                  <a:lnTo>
                    <a:pt x="998" y="2643"/>
                  </a:lnTo>
                  <a:lnTo>
                    <a:pt x="998" y="2616"/>
                  </a:lnTo>
                  <a:lnTo>
                    <a:pt x="1133" y="2562"/>
                  </a:lnTo>
                  <a:lnTo>
                    <a:pt x="1214" y="2508"/>
                  </a:lnTo>
                  <a:lnTo>
                    <a:pt x="1322" y="2427"/>
                  </a:lnTo>
                  <a:lnTo>
                    <a:pt x="1403" y="2346"/>
                  </a:lnTo>
                  <a:lnTo>
                    <a:pt x="1457" y="2265"/>
                  </a:lnTo>
                  <a:lnTo>
                    <a:pt x="1511" y="2157"/>
                  </a:lnTo>
                  <a:lnTo>
                    <a:pt x="1538" y="2049"/>
                  </a:lnTo>
                  <a:lnTo>
                    <a:pt x="1538" y="1915"/>
                  </a:lnTo>
                  <a:lnTo>
                    <a:pt x="1538" y="1780"/>
                  </a:lnTo>
                  <a:lnTo>
                    <a:pt x="1484" y="1645"/>
                  </a:lnTo>
                  <a:lnTo>
                    <a:pt x="1403" y="1510"/>
                  </a:lnTo>
                  <a:lnTo>
                    <a:pt x="1322" y="1429"/>
                  </a:lnTo>
                  <a:lnTo>
                    <a:pt x="1214" y="1321"/>
                  </a:lnTo>
                  <a:lnTo>
                    <a:pt x="1079" y="1267"/>
                  </a:lnTo>
                  <a:lnTo>
                    <a:pt x="944" y="1214"/>
                  </a:lnTo>
                  <a:lnTo>
                    <a:pt x="783" y="1214"/>
                  </a:lnTo>
                  <a:lnTo>
                    <a:pt x="648" y="1187"/>
                  </a:lnTo>
                  <a:lnTo>
                    <a:pt x="567" y="1133"/>
                  </a:lnTo>
                  <a:lnTo>
                    <a:pt x="486" y="1052"/>
                  </a:lnTo>
                  <a:lnTo>
                    <a:pt x="486" y="944"/>
                  </a:lnTo>
                  <a:lnTo>
                    <a:pt x="486" y="863"/>
                  </a:lnTo>
                  <a:lnTo>
                    <a:pt x="567" y="782"/>
                  </a:lnTo>
                  <a:lnTo>
                    <a:pt x="648" y="728"/>
                  </a:lnTo>
                  <a:lnTo>
                    <a:pt x="783" y="701"/>
                  </a:lnTo>
                  <a:lnTo>
                    <a:pt x="890" y="728"/>
                  </a:lnTo>
                  <a:lnTo>
                    <a:pt x="998" y="782"/>
                  </a:lnTo>
                  <a:lnTo>
                    <a:pt x="1052" y="863"/>
                  </a:lnTo>
                  <a:lnTo>
                    <a:pt x="1079" y="944"/>
                  </a:lnTo>
                  <a:lnTo>
                    <a:pt x="1106" y="1052"/>
                  </a:lnTo>
                  <a:lnTo>
                    <a:pt x="1160" y="1106"/>
                  </a:lnTo>
                  <a:lnTo>
                    <a:pt x="1214" y="1160"/>
                  </a:lnTo>
                  <a:lnTo>
                    <a:pt x="1322" y="1187"/>
                  </a:lnTo>
                  <a:lnTo>
                    <a:pt x="1403" y="1160"/>
                  </a:lnTo>
                  <a:lnTo>
                    <a:pt x="1484" y="1106"/>
                  </a:lnTo>
                  <a:lnTo>
                    <a:pt x="1538" y="1052"/>
                  </a:lnTo>
                  <a:lnTo>
                    <a:pt x="1538" y="944"/>
                  </a:lnTo>
                  <a:lnTo>
                    <a:pt x="1538" y="836"/>
                  </a:lnTo>
                  <a:lnTo>
                    <a:pt x="1511" y="728"/>
                  </a:lnTo>
                  <a:lnTo>
                    <a:pt x="1457" y="620"/>
                  </a:lnTo>
                  <a:lnTo>
                    <a:pt x="1403" y="512"/>
                  </a:lnTo>
                  <a:lnTo>
                    <a:pt x="1322" y="432"/>
                  </a:lnTo>
                  <a:lnTo>
                    <a:pt x="1214" y="378"/>
                  </a:lnTo>
                  <a:lnTo>
                    <a:pt x="1133" y="324"/>
                  </a:lnTo>
                  <a:lnTo>
                    <a:pt x="998" y="270"/>
                  </a:lnTo>
                  <a:lnTo>
                    <a:pt x="998" y="243"/>
                  </a:lnTo>
                  <a:lnTo>
                    <a:pt x="998" y="135"/>
                  </a:lnTo>
                  <a:lnTo>
                    <a:pt x="944" y="81"/>
                  </a:lnTo>
                  <a:lnTo>
                    <a:pt x="863" y="27"/>
                  </a:lnTo>
                  <a:lnTo>
                    <a:pt x="783"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2" name="Google Shape;3012;p52"/>
            <p:cNvSpPr/>
            <p:nvPr/>
          </p:nvSpPr>
          <p:spPr>
            <a:xfrm>
              <a:off x="5323750" y="1122950"/>
              <a:ext cx="295300" cy="295300"/>
            </a:xfrm>
            <a:custGeom>
              <a:avLst/>
              <a:gdLst/>
              <a:ahLst/>
              <a:cxnLst/>
              <a:rect l="l" t="t" r="r" b="b"/>
              <a:pathLst>
                <a:path w="11812" h="11812" extrusionOk="0">
                  <a:moveTo>
                    <a:pt x="10786" y="2832"/>
                  </a:moveTo>
                  <a:lnTo>
                    <a:pt x="11272" y="3102"/>
                  </a:lnTo>
                  <a:lnTo>
                    <a:pt x="9142" y="6742"/>
                  </a:lnTo>
                  <a:lnTo>
                    <a:pt x="9007" y="6796"/>
                  </a:lnTo>
                  <a:lnTo>
                    <a:pt x="8818" y="6823"/>
                  </a:lnTo>
                  <a:lnTo>
                    <a:pt x="8467" y="6823"/>
                  </a:lnTo>
                  <a:lnTo>
                    <a:pt x="10786" y="2832"/>
                  </a:lnTo>
                  <a:close/>
                  <a:moveTo>
                    <a:pt x="9384" y="4342"/>
                  </a:moveTo>
                  <a:lnTo>
                    <a:pt x="8171" y="6418"/>
                  </a:lnTo>
                  <a:lnTo>
                    <a:pt x="7578" y="7470"/>
                  </a:lnTo>
                  <a:lnTo>
                    <a:pt x="7497" y="7551"/>
                  </a:lnTo>
                  <a:lnTo>
                    <a:pt x="7389" y="7605"/>
                  </a:lnTo>
                  <a:lnTo>
                    <a:pt x="7281" y="7605"/>
                  </a:lnTo>
                  <a:lnTo>
                    <a:pt x="7173" y="7551"/>
                  </a:lnTo>
                  <a:lnTo>
                    <a:pt x="7119" y="7497"/>
                  </a:lnTo>
                  <a:lnTo>
                    <a:pt x="7092" y="7416"/>
                  </a:lnTo>
                  <a:lnTo>
                    <a:pt x="7092" y="7362"/>
                  </a:lnTo>
                  <a:lnTo>
                    <a:pt x="7092" y="7281"/>
                  </a:lnTo>
                  <a:lnTo>
                    <a:pt x="7416" y="5906"/>
                  </a:lnTo>
                  <a:lnTo>
                    <a:pt x="7524" y="5636"/>
                  </a:lnTo>
                  <a:lnTo>
                    <a:pt x="7631" y="5394"/>
                  </a:lnTo>
                  <a:lnTo>
                    <a:pt x="7793" y="5151"/>
                  </a:lnTo>
                  <a:lnTo>
                    <a:pt x="7982" y="4935"/>
                  </a:lnTo>
                  <a:lnTo>
                    <a:pt x="8117" y="4800"/>
                  </a:lnTo>
                  <a:lnTo>
                    <a:pt x="8279" y="4693"/>
                  </a:lnTo>
                  <a:lnTo>
                    <a:pt x="8440" y="4585"/>
                  </a:lnTo>
                  <a:lnTo>
                    <a:pt x="8629" y="4504"/>
                  </a:lnTo>
                  <a:lnTo>
                    <a:pt x="8791" y="4450"/>
                  </a:lnTo>
                  <a:lnTo>
                    <a:pt x="8980" y="4396"/>
                  </a:lnTo>
                  <a:lnTo>
                    <a:pt x="9168" y="4342"/>
                  </a:lnTo>
                  <a:close/>
                  <a:moveTo>
                    <a:pt x="7766" y="8063"/>
                  </a:moveTo>
                  <a:lnTo>
                    <a:pt x="7847" y="8171"/>
                  </a:lnTo>
                  <a:lnTo>
                    <a:pt x="7955" y="8279"/>
                  </a:lnTo>
                  <a:lnTo>
                    <a:pt x="8063" y="8360"/>
                  </a:lnTo>
                  <a:lnTo>
                    <a:pt x="8198" y="8414"/>
                  </a:lnTo>
                  <a:lnTo>
                    <a:pt x="7631" y="8818"/>
                  </a:lnTo>
                  <a:lnTo>
                    <a:pt x="7712" y="8144"/>
                  </a:lnTo>
                  <a:lnTo>
                    <a:pt x="7766" y="8063"/>
                  </a:lnTo>
                  <a:close/>
                  <a:moveTo>
                    <a:pt x="8629" y="459"/>
                  </a:moveTo>
                  <a:lnTo>
                    <a:pt x="8629" y="4018"/>
                  </a:lnTo>
                  <a:lnTo>
                    <a:pt x="8360" y="4126"/>
                  </a:lnTo>
                  <a:lnTo>
                    <a:pt x="8090" y="4261"/>
                  </a:lnTo>
                  <a:lnTo>
                    <a:pt x="7874" y="4423"/>
                  </a:lnTo>
                  <a:lnTo>
                    <a:pt x="7658" y="4612"/>
                  </a:lnTo>
                  <a:lnTo>
                    <a:pt x="7416" y="4881"/>
                  </a:lnTo>
                  <a:lnTo>
                    <a:pt x="7227" y="5151"/>
                  </a:lnTo>
                  <a:lnTo>
                    <a:pt x="7092" y="5475"/>
                  </a:lnTo>
                  <a:lnTo>
                    <a:pt x="6984" y="5798"/>
                  </a:lnTo>
                  <a:lnTo>
                    <a:pt x="6903" y="6041"/>
                  </a:lnTo>
                  <a:lnTo>
                    <a:pt x="2050" y="6041"/>
                  </a:lnTo>
                  <a:lnTo>
                    <a:pt x="1969" y="6068"/>
                  </a:lnTo>
                  <a:lnTo>
                    <a:pt x="1888" y="6122"/>
                  </a:lnTo>
                  <a:lnTo>
                    <a:pt x="1834" y="6203"/>
                  </a:lnTo>
                  <a:lnTo>
                    <a:pt x="1807" y="6284"/>
                  </a:lnTo>
                  <a:lnTo>
                    <a:pt x="1834" y="6364"/>
                  </a:lnTo>
                  <a:lnTo>
                    <a:pt x="1888" y="6445"/>
                  </a:lnTo>
                  <a:lnTo>
                    <a:pt x="1969" y="6499"/>
                  </a:lnTo>
                  <a:lnTo>
                    <a:pt x="6796" y="6499"/>
                  </a:lnTo>
                  <a:lnTo>
                    <a:pt x="6634" y="7173"/>
                  </a:lnTo>
                  <a:lnTo>
                    <a:pt x="6634" y="7254"/>
                  </a:lnTo>
                  <a:lnTo>
                    <a:pt x="6607" y="7362"/>
                  </a:lnTo>
                  <a:lnTo>
                    <a:pt x="6661" y="7578"/>
                  </a:lnTo>
                  <a:lnTo>
                    <a:pt x="6769" y="7767"/>
                  </a:lnTo>
                  <a:lnTo>
                    <a:pt x="6823" y="7848"/>
                  </a:lnTo>
                  <a:lnTo>
                    <a:pt x="6903" y="7928"/>
                  </a:lnTo>
                  <a:lnTo>
                    <a:pt x="7065" y="8009"/>
                  </a:lnTo>
                  <a:lnTo>
                    <a:pt x="7254" y="8063"/>
                  </a:lnTo>
                  <a:lnTo>
                    <a:pt x="7146" y="9088"/>
                  </a:lnTo>
                  <a:lnTo>
                    <a:pt x="4935" y="9088"/>
                  </a:lnTo>
                  <a:lnTo>
                    <a:pt x="4854" y="9142"/>
                  </a:lnTo>
                  <a:lnTo>
                    <a:pt x="4800" y="9223"/>
                  </a:lnTo>
                  <a:lnTo>
                    <a:pt x="4800" y="9304"/>
                  </a:lnTo>
                  <a:lnTo>
                    <a:pt x="4800" y="9412"/>
                  </a:lnTo>
                  <a:lnTo>
                    <a:pt x="4854" y="9465"/>
                  </a:lnTo>
                  <a:lnTo>
                    <a:pt x="4935" y="9519"/>
                  </a:lnTo>
                  <a:lnTo>
                    <a:pt x="5016" y="9546"/>
                  </a:lnTo>
                  <a:lnTo>
                    <a:pt x="7362" y="9546"/>
                  </a:lnTo>
                  <a:lnTo>
                    <a:pt x="7443" y="9519"/>
                  </a:lnTo>
                  <a:lnTo>
                    <a:pt x="7497" y="9492"/>
                  </a:lnTo>
                  <a:lnTo>
                    <a:pt x="8521" y="8764"/>
                  </a:lnTo>
                  <a:lnTo>
                    <a:pt x="8575" y="8683"/>
                  </a:lnTo>
                  <a:lnTo>
                    <a:pt x="8629" y="8603"/>
                  </a:lnTo>
                  <a:lnTo>
                    <a:pt x="8629" y="11353"/>
                  </a:lnTo>
                  <a:lnTo>
                    <a:pt x="459" y="11353"/>
                  </a:lnTo>
                  <a:lnTo>
                    <a:pt x="459" y="459"/>
                  </a:lnTo>
                  <a:close/>
                  <a:moveTo>
                    <a:pt x="216" y="1"/>
                  </a:moveTo>
                  <a:lnTo>
                    <a:pt x="135" y="28"/>
                  </a:lnTo>
                  <a:lnTo>
                    <a:pt x="54" y="82"/>
                  </a:lnTo>
                  <a:lnTo>
                    <a:pt x="0" y="136"/>
                  </a:lnTo>
                  <a:lnTo>
                    <a:pt x="0" y="243"/>
                  </a:lnTo>
                  <a:lnTo>
                    <a:pt x="0" y="11596"/>
                  </a:lnTo>
                  <a:lnTo>
                    <a:pt x="0" y="11677"/>
                  </a:lnTo>
                  <a:lnTo>
                    <a:pt x="54" y="11757"/>
                  </a:lnTo>
                  <a:lnTo>
                    <a:pt x="135" y="11811"/>
                  </a:lnTo>
                  <a:lnTo>
                    <a:pt x="8953" y="11811"/>
                  </a:lnTo>
                  <a:lnTo>
                    <a:pt x="9007" y="11757"/>
                  </a:lnTo>
                  <a:lnTo>
                    <a:pt x="9061" y="11677"/>
                  </a:lnTo>
                  <a:lnTo>
                    <a:pt x="9088" y="11596"/>
                  </a:lnTo>
                  <a:lnTo>
                    <a:pt x="9088" y="8441"/>
                  </a:lnTo>
                  <a:lnTo>
                    <a:pt x="9519" y="8441"/>
                  </a:lnTo>
                  <a:lnTo>
                    <a:pt x="9789" y="8387"/>
                  </a:lnTo>
                  <a:lnTo>
                    <a:pt x="10085" y="8333"/>
                  </a:lnTo>
                  <a:lnTo>
                    <a:pt x="10355" y="8279"/>
                  </a:lnTo>
                  <a:lnTo>
                    <a:pt x="10598" y="8171"/>
                  </a:lnTo>
                  <a:lnTo>
                    <a:pt x="10867" y="8063"/>
                  </a:lnTo>
                  <a:lnTo>
                    <a:pt x="11110" y="7928"/>
                  </a:lnTo>
                  <a:lnTo>
                    <a:pt x="11353" y="7767"/>
                  </a:lnTo>
                  <a:lnTo>
                    <a:pt x="11703" y="7497"/>
                  </a:lnTo>
                  <a:lnTo>
                    <a:pt x="11784" y="7443"/>
                  </a:lnTo>
                  <a:lnTo>
                    <a:pt x="11811" y="7362"/>
                  </a:lnTo>
                  <a:lnTo>
                    <a:pt x="11811" y="7254"/>
                  </a:lnTo>
                  <a:lnTo>
                    <a:pt x="11757" y="7173"/>
                  </a:lnTo>
                  <a:lnTo>
                    <a:pt x="11703" y="7119"/>
                  </a:lnTo>
                  <a:lnTo>
                    <a:pt x="11622" y="7093"/>
                  </a:lnTo>
                  <a:lnTo>
                    <a:pt x="11514" y="7093"/>
                  </a:lnTo>
                  <a:lnTo>
                    <a:pt x="11434" y="7119"/>
                  </a:lnTo>
                  <a:lnTo>
                    <a:pt x="11083" y="7389"/>
                  </a:lnTo>
                  <a:lnTo>
                    <a:pt x="10867" y="7524"/>
                  </a:lnTo>
                  <a:lnTo>
                    <a:pt x="10652" y="7632"/>
                  </a:lnTo>
                  <a:lnTo>
                    <a:pt x="10436" y="7740"/>
                  </a:lnTo>
                  <a:lnTo>
                    <a:pt x="10193" y="7821"/>
                  </a:lnTo>
                  <a:lnTo>
                    <a:pt x="9977" y="7901"/>
                  </a:lnTo>
                  <a:lnTo>
                    <a:pt x="9735" y="7955"/>
                  </a:lnTo>
                  <a:lnTo>
                    <a:pt x="9492" y="7982"/>
                  </a:lnTo>
                  <a:lnTo>
                    <a:pt x="8440" y="7982"/>
                  </a:lnTo>
                  <a:lnTo>
                    <a:pt x="8306" y="7955"/>
                  </a:lnTo>
                  <a:lnTo>
                    <a:pt x="8198" y="7875"/>
                  </a:lnTo>
                  <a:lnTo>
                    <a:pt x="8117" y="7767"/>
                  </a:lnTo>
                  <a:lnTo>
                    <a:pt x="8090" y="7632"/>
                  </a:lnTo>
                  <a:lnTo>
                    <a:pt x="8117" y="7497"/>
                  </a:lnTo>
                  <a:lnTo>
                    <a:pt x="8198" y="7389"/>
                  </a:lnTo>
                  <a:lnTo>
                    <a:pt x="8306" y="7308"/>
                  </a:lnTo>
                  <a:lnTo>
                    <a:pt x="8440" y="7281"/>
                  </a:lnTo>
                  <a:lnTo>
                    <a:pt x="8818" y="7281"/>
                  </a:lnTo>
                  <a:lnTo>
                    <a:pt x="9061" y="7254"/>
                  </a:lnTo>
                  <a:lnTo>
                    <a:pt x="9303" y="7200"/>
                  </a:lnTo>
                  <a:lnTo>
                    <a:pt x="9519" y="7093"/>
                  </a:lnTo>
                  <a:lnTo>
                    <a:pt x="9681" y="6931"/>
                  </a:lnTo>
                  <a:lnTo>
                    <a:pt x="9843" y="6769"/>
                  </a:lnTo>
                  <a:lnTo>
                    <a:pt x="9950" y="6553"/>
                  </a:lnTo>
                  <a:lnTo>
                    <a:pt x="10031" y="6337"/>
                  </a:lnTo>
                  <a:lnTo>
                    <a:pt x="10085" y="6095"/>
                  </a:lnTo>
                  <a:lnTo>
                    <a:pt x="11083" y="4342"/>
                  </a:lnTo>
                  <a:lnTo>
                    <a:pt x="11568" y="4342"/>
                  </a:lnTo>
                  <a:lnTo>
                    <a:pt x="11676" y="4315"/>
                  </a:lnTo>
                  <a:lnTo>
                    <a:pt x="11730" y="4261"/>
                  </a:lnTo>
                  <a:lnTo>
                    <a:pt x="11784" y="4207"/>
                  </a:lnTo>
                  <a:lnTo>
                    <a:pt x="11811" y="4099"/>
                  </a:lnTo>
                  <a:lnTo>
                    <a:pt x="11784" y="4018"/>
                  </a:lnTo>
                  <a:lnTo>
                    <a:pt x="11730" y="3938"/>
                  </a:lnTo>
                  <a:lnTo>
                    <a:pt x="11676" y="3884"/>
                  </a:lnTo>
                  <a:lnTo>
                    <a:pt x="11353" y="3884"/>
                  </a:lnTo>
                  <a:lnTo>
                    <a:pt x="11784" y="3129"/>
                  </a:lnTo>
                  <a:lnTo>
                    <a:pt x="11811" y="3048"/>
                  </a:lnTo>
                  <a:lnTo>
                    <a:pt x="11811" y="2967"/>
                  </a:lnTo>
                  <a:lnTo>
                    <a:pt x="11757" y="2886"/>
                  </a:lnTo>
                  <a:lnTo>
                    <a:pt x="11703" y="2805"/>
                  </a:lnTo>
                  <a:lnTo>
                    <a:pt x="10813" y="2320"/>
                  </a:lnTo>
                  <a:lnTo>
                    <a:pt x="10732" y="2293"/>
                  </a:lnTo>
                  <a:lnTo>
                    <a:pt x="10652" y="2293"/>
                  </a:lnTo>
                  <a:lnTo>
                    <a:pt x="10571" y="2320"/>
                  </a:lnTo>
                  <a:lnTo>
                    <a:pt x="10490" y="2401"/>
                  </a:lnTo>
                  <a:lnTo>
                    <a:pt x="9654" y="3884"/>
                  </a:lnTo>
                  <a:lnTo>
                    <a:pt x="9411" y="3884"/>
                  </a:lnTo>
                  <a:lnTo>
                    <a:pt x="9088" y="3911"/>
                  </a:lnTo>
                  <a:lnTo>
                    <a:pt x="9088" y="243"/>
                  </a:lnTo>
                  <a:lnTo>
                    <a:pt x="9061" y="136"/>
                  </a:lnTo>
                  <a:lnTo>
                    <a:pt x="9007" y="82"/>
                  </a:lnTo>
                  <a:lnTo>
                    <a:pt x="8953" y="28"/>
                  </a:lnTo>
                  <a:lnTo>
                    <a:pt x="8845"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3013" name="Google Shape;3013;p52"/>
          <p:cNvGrpSpPr/>
          <p:nvPr/>
        </p:nvGrpSpPr>
        <p:grpSpPr>
          <a:xfrm>
            <a:off x="3638966" y="3205035"/>
            <a:ext cx="406135" cy="499884"/>
            <a:chOff x="5851600" y="1122950"/>
            <a:chExt cx="233250" cy="295300"/>
          </a:xfrm>
        </p:grpSpPr>
        <p:sp>
          <p:nvSpPr>
            <p:cNvPr id="3014" name="Google Shape;3014;p52"/>
            <p:cNvSpPr/>
            <p:nvPr/>
          </p:nvSpPr>
          <p:spPr>
            <a:xfrm>
              <a:off x="5851600" y="1122950"/>
              <a:ext cx="233250" cy="295300"/>
            </a:xfrm>
            <a:custGeom>
              <a:avLst/>
              <a:gdLst/>
              <a:ahLst/>
              <a:cxnLst/>
              <a:rect l="l" t="t" r="r" b="b"/>
              <a:pathLst>
                <a:path w="9330" h="11812" extrusionOk="0">
                  <a:moveTo>
                    <a:pt x="4665" y="1"/>
                  </a:moveTo>
                  <a:lnTo>
                    <a:pt x="4234" y="28"/>
                  </a:lnTo>
                  <a:lnTo>
                    <a:pt x="3802" y="82"/>
                  </a:lnTo>
                  <a:lnTo>
                    <a:pt x="3398" y="189"/>
                  </a:lnTo>
                  <a:lnTo>
                    <a:pt x="2993" y="324"/>
                  </a:lnTo>
                  <a:lnTo>
                    <a:pt x="2589" y="513"/>
                  </a:lnTo>
                  <a:lnTo>
                    <a:pt x="2211" y="729"/>
                  </a:lnTo>
                  <a:lnTo>
                    <a:pt x="1861" y="998"/>
                  </a:lnTo>
                  <a:lnTo>
                    <a:pt x="1510" y="1295"/>
                  </a:lnTo>
                  <a:lnTo>
                    <a:pt x="1240" y="1592"/>
                  </a:lnTo>
                  <a:lnTo>
                    <a:pt x="998" y="1915"/>
                  </a:lnTo>
                  <a:lnTo>
                    <a:pt x="809" y="2239"/>
                  </a:lnTo>
                  <a:lnTo>
                    <a:pt x="620" y="2589"/>
                  </a:lnTo>
                  <a:lnTo>
                    <a:pt x="458" y="2967"/>
                  </a:lnTo>
                  <a:lnTo>
                    <a:pt x="351" y="3344"/>
                  </a:lnTo>
                  <a:lnTo>
                    <a:pt x="270" y="3722"/>
                  </a:lnTo>
                  <a:lnTo>
                    <a:pt x="216" y="4126"/>
                  </a:lnTo>
                  <a:lnTo>
                    <a:pt x="216" y="4504"/>
                  </a:lnTo>
                  <a:lnTo>
                    <a:pt x="243" y="4908"/>
                  </a:lnTo>
                  <a:lnTo>
                    <a:pt x="297" y="5313"/>
                  </a:lnTo>
                  <a:lnTo>
                    <a:pt x="378" y="5690"/>
                  </a:lnTo>
                  <a:lnTo>
                    <a:pt x="512" y="6068"/>
                  </a:lnTo>
                  <a:lnTo>
                    <a:pt x="674" y="6418"/>
                  </a:lnTo>
                  <a:lnTo>
                    <a:pt x="863" y="6769"/>
                  </a:lnTo>
                  <a:lnTo>
                    <a:pt x="1079" y="7093"/>
                  </a:lnTo>
                  <a:lnTo>
                    <a:pt x="1645" y="7875"/>
                  </a:lnTo>
                  <a:lnTo>
                    <a:pt x="1699" y="7928"/>
                  </a:lnTo>
                  <a:lnTo>
                    <a:pt x="1807" y="7955"/>
                  </a:lnTo>
                  <a:lnTo>
                    <a:pt x="1888" y="7955"/>
                  </a:lnTo>
                  <a:lnTo>
                    <a:pt x="1969" y="7928"/>
                  </a:lnTo>
                  <a:lnTo>
                    <a:pt x="2022" y="7848"/>
                  </a:lnTo>
                  <a:lnTo>
                    <a:pt x="2049" y="7767"/>
                  </a:lnTo>
                  <a:lnTo>
                    <a:pt x="2049" y="7686"/>
                  </a:lnTo>
                  <a:lnTo>
                    <a:pt x="2022" y="7605"/>
                  </a:lnTo>
                  <a:lnTo>
                    <a:pt x="1456" y="6823"/>
                  </a:lnTo>
                  <a:lnTo>
                    <a:pt x="1240" y="6526"/>
                  </a:lnTo>
                  <a:lnTo>
                    <a:pt x="1079" y="6203"/>
                  </a:lnTo>
                  <a:lnTo>
                    <a:pt x="917" y="5879"/>
                  </a:lnTo>
                  <a:lnTo>
                    <a:pt x="809" y="5529"/>
                  </a:lnTo>
                  <a:lnTo>
                    <a:pt x="728" y="5205"/>
                  </a:lnTo>
                  <a:lnTo>
                    <a:pt x="674" y="4854"/>
                  </a:lnTo>
                  <a:lnTo>
                    <a:pt x="674" y="4504"/>
                  </a:lnTo>
                  <a:lnTo>
                    <a:pt x="674" y="4153"/>
                  </a:lnTo>
                  <a:lnTo>
                    <a:pt x="728" y="3803"/>
                  </a:lnTo>
                  <a:lnTo>
                    <a:pt x="782" y="3479"/>
                  </a:lnTo>
                  <a:lnTo>
                    <a:pt x="890" y="3129"/>
                  </a:lnTo>
                  <a:lnTo>
                    <a:pt x="1025" y="2805"/>
                  </a:lnTo>
                  <a:lnTo>
                    <a:pt x="1187" y="2481"/>
                  </a:lnTo>
                  <a:lnTo>
                    <a:pt x="1375" y="2185"/>
                  </a:lnTo>
                  <a:lnTo>
                    <a:pt x="1591" y="1915"/>
                  </a:lnTo>
                  <a:lnTo>
                    <a:pt x="1834" y="1619"/>
                  </a:lnTo>
                  <a:lnTo>
                    <a:pt x="2157" y="1349"/>
                  </a:lnTo>
                  <a:lnTo>
                    <a:pt x="2481" y="1106"/>
                  </a:lnTo>
                  <a:lnTo>
                    <a:pt x="2804" y="917"/>
                  </a:lnTo>
                  <a:lnTo>
                    <a:pt x="3155" y="756"/>
                  </a:lnTo>
                  <a:lnTo>
                    <a:pt x="3532" y="621"/>
                  </a:lnTo>
                  <a:lnTo>
                    <a:pt x="3910" y="540"/>
                  </a:lnTo>
                  <a:lnTo>
                    <a:pt x="4288" y="486"/>
                  </a:lnTo>
                  <a:lnTo>
                    <a:pt x="4665" y="459"/>
                  </a:lnTo>
                  <a:lnTo>
                    <a:pt x="5043" y="486"/>
                  </a:lnTo>
                  <a:lnTo>
                    <a:pt x="5420" y="540"/>
                  </a:lnTo>
                  <a:lnTo>
                    <a:pt x="5798" y="621"/>
                  </a:lnTo>
                  <a:lnTo>
                    <a:pt x="6175" y="756"/>
                  </a:lnTo>
                  <a:lnTo>
                    <a:pt x="6526" y="917"/>
                  </a:lnTo>
                  <a:lnTo>
                    <a:pt x="6876" y="1106"/>
                  </a:lnTo>
                  <a:lnTo>
                    <a:pt x="7200" y="1349"/>
                  </a:lnTo>
                  <a:lnTo>
                    <a:pt x="7496" y="1619"/>
                  </a:lnTo>
                  <a:lnTo>
                    <a:pt x="7739" y="1915"/>
                  </a:lnTo>
                  <a:lnTo>
                    <a:pt x="7955" y="2185"/>
                  </a:lnTo>
                  <a:lnTo>
                    <a:pt x="8144" y="2481"/>
                  </a:lnTo>
                  <a:lnTo>
                    <a:pt x="8305" y="2805"/>
                  </a:lnTo>
                  <a:lnTo>
                    <a:pt x="8440" y="3129"/>
                  </a:lnTo>
                  <a:lnTo>
                    <a:pt x="8548" y="3479"/>
                  </a:lnTo>
                  <a:lnTo>
                    <a:pt x="8629" y="3803"/>
                  </a:lnTo>
                  <a:lnTo>
                    <a:pt x="8656" y="4153"/>
                  </a:lnTo>
                  <a:lnTo>
                    <a:pt x="8656" y="4504"/>
                  </a:lnTo>
                  <a:lnTo>
                    <a:pt x="8656" y="4854"/>
                  </a:lnTo>
                  <a:lnTo>
                    <a:pt x="8602" y="5205"/>
                  </a:lnTo>
                  <a:lnTo>
                    <a:pt x="8521" y="5529"/>
                  </a:lnTo>
                  <a:lnTo>
                    <a:pt x="8413" y="5879"/>
                  </a:lnTo>
                  <a:lnTo>
                    <a:pt x="8278" y="6203"/>
                  </a:lnTo>
                  <a:lnTo>
                    <a:pt x="8090" y="6526"/>
                  </a:lnTo>
                  <a:lnTo>
                    <a:pt x="7874" y="6823"/>
                  </a:lnTo>
                  <a:lnTo>
                    <a:pt x="4665" y="11191"/>
                  </a:lnTo>
                  <a:lnTo>
                    <a:pt x="3236" y="9277"/>
                  </a:lnTo>
                  <a:lnTo>
                    <a:pt x="3182" y="9196"/>
                  </a:lnTo>
                  <a:lnTo>
                    <a:pt x="3101" y="9169"/>
                  </a:lnTo>
                  <a:lnTo>
                    <a:pt x="2993" y="9169"/>
                  </a:lnTo>
                  <a:lnTo>
                    <a:pt x="2912" y="9223"/>
                  </a:lnTo>
                  <a:lnTo>
                    <a:pt x="2858" y="9277"/>
                  </a:lnTo>
                  <a:lnTo>
                    <a:pt x="2831" y="9358"/>
                  </a:lnTo>
                  <a:lnTo>
                    <a:pt x="2831" y="9465"/>
                  </a:lnTo>
                  <a:lnTo>
                    <a:pt x="2885" y="9546"/>
                  </a:lnTo>
                  <a:lnTo>
                    <a:pt x="4207" y="11353"/>
                  </a:lnTo>
                  <a:lnTo>
                    <a:pt x="243" y="11353"/>
                  </a:lnTo>
                  <a:lnTo>
                    <a:pt x="135" y="11380"/>
                  </a:lnTo>
                  <a:lnTo>
                    <a:pt x="81" y="11434"/>
                  </a:lnTo>
                  <a:lnTo>
                    <a:pt x="27" y="11488"/>
                  </a:lnTo>
                  <a:lnTo>
                    <a:pt x="0" y="11596"/>
                  </a:lnTo>
                  <a:lnTo>
                    <a:pt x="27" y="11677"/>
                  </a:lnTo>
                  <a:lnTo>
                    <a:pt x="81" y="11757"/>
                  </a:lnTo>
                  <a:lnTo>
                    <a:pt x="135" y="11811"/>
                  </a:lnTo>
                  <a:lnTo>
                    <a:pt x="9195" y="11811"/>
                  </a:lnTo>
                  <a:lnTo>
                    <a:pt x="9276" y="11757"/>
                  </a:lnTo>
                  <a:lnTo>
                    <a:pt x="9303" y="11677"/>
                  </a:lnTo>
                  <a:lnTo>
                    <a:pt x="9330" y="11596"/>
                  </a:lnTo>
                  <a:lnTo>
                    <a:pt x="9303" y="11488"/>
                  </a:lnTo>
                  <a:lnTo>
                    <a:pt x="9276" y="11434"/>
                  </a:lnTo>
                  <a:lnTo>
                    <a:pt x="9195" y="11380"/>
                  </a:lnTo>
                  <a:lnTo>
                    <a:pt x="9087" y="11353"/>
                  </a:lnTo>
                  <a:lnTo>
                    <a:pt x="5123" y="11353"/>
                  </a:lnTo>
                  <a:lnTo>
                    <a:pt x="8251" y="7093"/>
                  </a:lnTo>
                  <a:lnTo>
                    <a:pt x="8467" y="6769"/>
                  </a:lnTo>
                  <a:lnTo>
                    <a:pt x="8656" y="6418"/>
                  </a:lnTo>
                  <a:lnTo>
                    <a:pt x="8818" y="6068"/>
                  </a:lnTo>
                  <a:lnTo>
                    <a:pt x="8952" y="5690"/>
                  </a:lnTo>
                  <a:lnTo>
                    <a:pt x="9033" y="5313"/>
                  </a:lnTo>
                  <a:lnTo>
                    <a:pt x="9114" y="4908"/>
                  </a:lnTo>
                  <a:lnTo>
                    <a:pt x="9114" y="4504"/>
                  </a:lnTo>
                  <a:lnTo>
                    <a:pt x="9114" y="4126"/>
                  </a:lnTo>
                  <a:lnTo>
                    <a:pt x="9060" y="3722"/>
                  </a:lnTo>
                  <a:lnTo>
                    <a:pt x="8979" y="3344"/>
                  </a:lnTo>
                  <a:lnTo>
                    <a:pt x="8872" y="2967"/>
                  </a:lnTo>
                  <a:lnTo>
                    <a:pt x="8710" y="2589"/>
                  </a:lnTo>
                  <a:lnTo>
                    <a:pt x="8548" y="2239"/>
                  </a:lnTo>
                  <a:lnTo>
                    <a:pt x="8332" y="1915"/>
                  </a:lnTo>
                  <a:lnTo>
                    <a:pt x="8090" y="1592"/>
                  </a:lnTo>
                  <a:lnTo>
                    <a:pt x="7820" y="1295"/>
                  </a:lnTo>
                  <a:lnTo>
                    <a:pt x="7469" y="998"/>
                  </a:lnTo>
                  <a:lnTo>
                    <a:pt x="7119" y="729"/>
                  </a:lnTo>
                  <a:lnTo>
                    <a:pt x="6741" y="513"/>
                  </a:lnTo>
                  <a:lnTo>
                    <a:pt x="6337" y="324"/>
                  </a:lnTo>
                  <a:lnTo>
                    <a:pt x="5932" y="189"/>
                  </a:lnTo>
                  <a:lnTo>
                    <a:pt x="5528" y="82"/>
                  </a:lnTo>
                  <a:lnTo>
                    <a:pt x="5096" y="28"/>
                  </a:lnTo>
                  <a:lnTo>
                    <a:pt x="4665" y="1"/>
                  </a:lnTo>
                  <a:close/>
                </a:path>
              </a:pathLst>
            </a:custGeom>
            <a:solidFill>
              <a:srgbClr val="00000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5" name="Google Shape;3015;p52"/>
            <p:cNvSpPr/>
            <p:nvPr/>
          </p:nvSpPr>
          <p:spPr>
            <a:xfrm>
              <a:off x="5888675" y="1201825"/>
              <a:ext cx="47875" cy="58000"/>
            </a:xfrm>
            <a:custGeom>
              <a:avLst/>
              <a:gdLst/>
              <a:ahLst/>
              <a:cxnLst/>
              <a:rect l="l" t="t" r="r" b="b"/>
              <a:pathLst>
                <a:path w="1915" h="2320" extrusionOk="0">
                  <a:moveTo>
                    <a:pt x="971" y="810"/>
                  </a:moveTo>
                  <a:lnTo>
                    <a:pt x="1187" y="1403"/>
                  </a:lnTo>
                  <a:lnTo>
                    <a:pt x="728" y="1403"/>
                  </a:lnTo>
                  <a:lnTo>
                    <a:pt x="971" y="810"/>
                  </a:lnTo>
                  <a:close/>
                  <a:moveTo>
                    <a:pt x="890" y="1"/>
                  </a:moveTo>
                  <a:lnTo>
                    <a:pt x="809" y="55"/>
                  </a:lnTo>
                  <a:lnTo>
                    <a:pt x="755" y="108"/>
                  </a:lnTo>
                  <a:lnTo>
                    <a:pt x="701" y="162"/>
                  </a:lnTo>
                  <a:lnTo>
                    <a:pt x="27" y="1996"/>
                  </a:lnTo>
                  <a:lnTo>
                    <a:pt x="0" y="2077"/>
                  </a:lnTo>
                  <a:lnTo>
                    <a:pt x="27" y="2185"/>
                  </a:lnTo>
                  <a:lnTo>
                    <a:pt x="81" y="2239"/>
                  </a:lnTo>
                  <a:lnTo>
                    <a:pt x="162" y="2293"/>
                  </a:lnTo>
                  <a:lnTo>
                    <a:pt x="243" y="2320"/>
                  </a:lnTo>
                  <a:lnTo>
                    <a:pt x="297" y="2293"/>
                  </a:lnTo>
                  <a:lnTo>
                    <a:pt x="351" y="2266"/>
                  </a:lnTo>
                  <a:lnTo>
                    <a:pt x="405" y="2212"/>
                  </a:lnTo>
                  <a:lnTo>
                    <a:pt x="459" y="2158"/>
                  </a:lnTo>
                  <a:lnTo>
                    <a:pt x="566" y="1861"/>
                  </a:lnTo>
                  <a:lnTo>
                    <a:pt x="1348" y="1861"/>
                  </a:lnTo>
                  <a:lnTo>
                    <a:pt x="1483" y="2158"/>
                  </a:lnTo>
                  <a:lnTo>
                    <a:pt x="1510" y="2239"/>
                  </a:lnTo>
                  <a:lnTo>
                    <a:pt x="1591" y="2293"/>
                  </a:lnTo>
                  <a:lnTo>
                    <a:pt x="1672" y="2320"/>
                  </a:lnTo>
                  <a:lnTo>
                    <a:pt x="1780" y="2293"/>
                  </a:lnTo>
                  <a:lnTo>
                    <a:pt x="1861" y="2239"/>
                  </a:lnTo>
                  <a:lnTo>
                    <a:pt x="1888" y="2185"/>
                  </a:lnTo>
                  <a:lnTo>
                    <a:pt x="1915" y="2077"/>
                  </a:lnTo>
                  <a:lnTo>
                    <a:pt x="1915" y="1996"/>
                  </a:lnTo>
                  <a:lnTo>
                    <a:pt x="1214" y="162"/>
                  </a:lnTo>
                  <a:lnTo>
                    <a:pt x="1187" y="108"/>
                  </a:lnTo>
                  <a:lnTo>
                    <a:pt x="1106" y="55"/>
                  </a:lnTo>
                  <a:lnTo>
                    <a:pt x="1052" y="1"/>
                  </a:lnTo>
                  <a:close/>
                </a:path>
              </a:pathLst>
            </a:custGeom>
            <a:solidFill>
              <a:srgbClr val="00000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6" name="Google Shape;3016;p52"/>
            <p:cNvSpPr/>
            <p:nvPr/>
          </p:nvSpPr>
          <p:spPr>
            <a:xfrm>
              <a:off x="5987775" y="1201825"/>
              <a:ext cx="60000" cy="58000"/>
            </a:xfrm>
            <a:custGeom>
              <a:avLst/>
              <a:gdLst/>
              <a:ahLst/>
              <a:cxnLst/>
              <a:rect l="l" t="t" r="r" b="b"/>
              <a:pathLst>
                <a:path w="2400" h="2320" extrusionOk="0">
                  <a:moveTo>
                    <a:pt x="566" y="1"/>
                  </a:moveTo>
                  <a:lnTo>
                    <a:pt x="485" y="28"/>
                  </a:lnTo>
                  <a:lnTo>
                    <a:pt x="404" y="81"/>
                  </a:lnTo>
                  <a:lnTo>
                    <a:pt x="351" y="135"/>
                  </a:lnTo>
                  <a:lnTo>
                    <a:pt x="324" y="216"/>
                  </a:lnTo>
                  <a:lnTo>
                    <a:pt x="0" y="2023"/>
                  </a:lnTo>
                  <a:lnTo>
                    <a:pt x="0" y="2104"/>
                  </a:lnTo>
                  <a:lnTo>
                    <a:pt x="27" y="2185"/>
                  </a:lnTo>
                  <a:lnTo>
                    <a:pt x="108" y="2266"/>
                  </a:lnTo>
                  <a:lnTo>
                    <a:pt x="189" y="2293"/>
                  </a:lnTo>
                  <a:lnTo>
                    <a:pt x="270" y="2293"/>
                  </a:lnTo>
                  <a:lnTo>
                    <a:pt x="351" y="2266"/>
                  </a:lnTo>
                  <a:lnTo>
                    <a:pt x="404" y="2185"/>
                  </a:lnTo>
                  <a:lnTo>
                    <a:pt x="458" y="2104"/>
                  </a:lnTo>
                  <a:lnTo>
                    <a:pt x="620" y="1079"/>
                  </a:lnTo>
                  <a:lnTo>
                    <a:pt x="944" y="2104"/>
                  </a:lnTo>
                  <a:lnTo>
                    <a:pt x="944" y="2131"/>
                  </a:lnTo>
                  <a:lnTo>
                    <a:pt x="971" y="2212"/>
                  </a:lnTo>
                  <a:lnTo>
                    <a:pt x="1025" y="2266"/>
                  </a:lnTo>
                  <a:lnTo>
                    <a:pt x="1106" y="2293"/>
                  </a:lnTo>
                  <a:lnTo>
                    <a:pt x="1186" y="2320"/>
                  </a:lnTo>
                  <a:lnTo>
                    <a:pt x="1294" y="2293"/>
                  </a:lnTo>
                  <a:lnTo>
                    <a:pt x="1348" y="2266"/>
                  </a:lnTo>
                  <a:lnTo>
                    <a:pt x="1429" y="2185"/>
                  </a:lnTo>
                  <a:lnTo>
                    <a:pt x="1456" y="2131"/>
                  </a:lnTo>
                  <a:lnTo>
                    <a:pt x="1456" y="2104"/>
                  </a:lnTo>
                  <a:lnTo>
                    <a:pt x="1753" y="1079"/>
                  </a:lnTo>
                  <a:lnTo>
                    <a:pt x="1942" y="2104"/>
                  </a:lnTo>
                  <a:lnTo>
                    <a:pt x="1968" y="2185"/>
                  </a:lnTo>
                  <a:lnTo>
                    <a:pt x="2049" y="2266"/>
                  </a:lnTo>
                  <a:lnTo>
                    <a:pt x="2130" y="2293"/>
                  </a:lnTo>
                  <a:lnTo>
                    <a:pt x="2211" y="2293"/>
                  </a:lnTo>
                  <a:lnTo>
                    <a:pt x="2292" y="2266"/>
                  </a:lnTo>
                  <a:lnTo>
                    <a:pt x="2373" y="2185"/>
                  </a:lnTo>
                  <a:lnTo>
                    <a:pt x="2400" y="2104"/>
                  </a:lnTo>
                  <a:lnTo>
                    <a:pt x="2400" y="2023"/>
                  </a:lnTo>
                  <a:lnTo>
                    <a:pt x="2049" y="216"/>
                  </a:lnTo>
                  <a:lnTo>
                    <a:pt x="2022" y="135"/>
                  </a:lnTo>
                  <a:lnTo>
                    <a:pt x="1968" y="55"/>
                  </a:lnTo>
                  <a:lnTo>
                    <a:pt x="1888" y="28"/>
                  </a:lnTo>
                  <a:lnTo>
                    <a:pt x="1807" y="1"/>
                  </a:lnTo>
                  <a:lnTo>
                    <a:pt x="1699" y="1"/>
                  </a:lnTo>
                  <a:lnTo>
                    <a:pt x="1645" y="55"/>
                  </a:lnTo>
                  <a:lnTo>
                    <a:pt x="1564" y="108"/>
                  </a:lnTo>
                  <a:lnTo>
                    <a:pt x="1537" y="189"/>
                  </a:lnTo>
                  <a:lnTo>
                    <a:pt x="1186" y="1349"/>
                  </a:lnTo>
                  <a:lnTo>
                    <a:pt x="863" y="189"/>
                  </a:lnTo>
                  <a:lnTo>
                    <a:pt x="836" y="189"/>
                  </a:lnTo>
                  <a:lnTo>
                    <a:pt x="809" y="108"/>
                  </a:lnTo>
                  <a:lnTo>
                    <a:pt x="728" y="55"/>
                  </a:lnTo>
                  <a:lnTo>
                    <a:pt x="674" y="1"/>
                  </a:lnTo>
                  <a:close/>
                </a:path>
              </a:pathLst>
            </a:custGeom>
            <a:solidFill>
              <a:srgbClr val="00000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7" name="Google Shape;3017;p52"/>
            <p:cNvSpPr/>
            <p:nvPr/>
          </p:nvSpPr>
          <p:spPr>
            <a:xfrm>
              <a:off x="5943950" y="1201825"/>
              <a:ext cx="36425" cy="58000"/>
            </a:xfrm>
            <a:custGeom>
              <a:avLst/>
              <a:gdLst/>
              <a:ahLst/>
              <a:cxnLst/>
              <a:rect l="l" t="t" r="r" b="b"/>
              <a:pathLst>
                <a:path w="1457" h="2320" extrusionOk="0">
                  <a:moveTo>
                    <a:pt x="216" y="1"/>
                  </a:moveTo>
                  <a:lnTo>
                    <a:pt x="135" y="28"/>
                  </a:lnTo>
                  <a:lnTo>
                    <a:pt x="54" y="55"/>
                  </a:lnTo>
                  <a:lnTo>
                    <a:pt x="0" y="135"/>
                  </a:lnTo>
                  <a:lnTo>
                    <a:pt x="0" y="243"/>
                  </a:lnTo>
                  <a:lnTo>
                    <a:pt x="0" y="324"/>
                  </a:lnTo>
                  <a:lnTo>
                    <a:pt x="54" y="405"/>
                  </a:lnTo>
                  <a:lnTo>
                    <a:pt x="135" y="432"/>
                  </a:lnTo>
                  <a:lnTo>
                    <a:pt x="216" y="459"/>
                  </a:lnTo>
                  <a:lnTo>
                    <a:pt x="486" y="459"/>
                  </a:lnTo>
                  <a:lnTo>
                    <a:pt x="486" y="2077"/>
                  </a:lnTo>
                  <a:lnTo>
                    <a:pt x="513" y="2158"/>
                  </a:lnTo>
                  <a:lnTo>
                    <a:pt x="567" y="2239"/>
                  </a:lnTo>
                  <a:lnTo>
                    <a:pt x="647" y="2293"/>
                  </a:lnTo>
                  <a:lnTo>
                    <a:pt x="728" y="2320"/>
                  </a:lnTo>
                  <a:lnTo>
                    <a:pt x="809" y="2293"/>
                  </a:lnTo>
                  <a:lnTo>
                    <a:pt x="890" y="2239"/>
                  </a:lnTo>
                  <a:lnTo>
                    <a:pt x="944" y="2158"/>
                  </a:lnTo>
                  <a:lnTo>
                    <a:pt x="944" y="2077"/>
                  </a:lnTo>
                  <a:lnTo>
                    <a:pt x="944" y="459"/>
                  </a:lnTo>
                  <a:lnTo>
                    <a:pt x="1241" y="459"/>
                  </a:lnTo>
                  <a:lnTo>
                    <a:pt x="1322" y="432"/>
                  </a:lnTo>
                  <a:lnTo>
                    <a:pt x="1402" y="405"/>
                  </a:lnTo>
                  <a:lnTo>
                    <a:pt x="1456" y="324"/>
                  </a:lnTo>
                  <a:lnTo>
                    <a:pt x="1456" y="243"/>
                  </a:lnTo>
                  <a:lnTo>
                    <a:pt x="1456" y="135"/>
                  </a:lnTo>
                  <a:lnTo>
                    <a:pt x="1402" y="55"/>
                  </a:lnTo>
                  <a:lnTo>
                    <a:pt x="1322" y="28"/>
                  </a:lnTo>
                  <a:lnTo>
                    <a:pt x="1241" y="1"/>
                  </a:lnTo>
                  <a:close/>
                </a:path>
              </a:pathLst>
            </a:custGeom>
            <a:solidFill>
              <a:srgbClr val="00000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8" name="Google Shape;3018;p52"/>
            <p:cNvSpPr/>
            <p:nvPr/>
          </p:nvSpPr>
          <p:spPr>
            <a:xfrm>
              <a:off x="5906875" y="1331250"/>
              <a:ext cx="11475" cy="11500"/>
            </a:xfrm>
            <a:custGeom>
              <a:avLst/>
              <a:gdLst/>
              <a:ahLst/>
              <a:cxnLst/>
              <a:rect l="l" t="t" r="r" b="b"/>
              <a:pathLst>
                <a:path w="459" h="460" extrusionOk="0">
                  <a:moveTo>
                    <a:pt x="243" y="1"/>
                  </a:moveTo>
                  <a:lnTo>
                    <a:pt x="135" y="28"/>
                  </a:lnTo>
                  <a:lnTo>
                    <a:pt x="81" y="82"/>
                  </a:lnTo>
                  <a:lnTo>
                    <a:pt x="27" y="136"/>
                  </a:lnTo>
                  <a:lnTo>
                    <a:pt x="0" y="244"/>
                  </a:lnTo>
                  <a:lnTo>
                    <a:pt x="27" y="324"/>
                  </a:lnTo>
                  <a:lnTo>
                    <a:pt x="81" y="405"/>
                  </a:lnTo>
                  <a:lnTo>
                    <a:pt x="135" y="459"/>
                  </a:lnTo>
                  <a:lnTo>
                    <a:pt x="324" y="459"/>
                  </a:lnTo>
                  <a:lnTo>
                    <a:pt x="405" y="405"/>
                  </a:lnTo>
                  <a:lnTo>
                    <a:pt x="459" y="324"/>
                  </a:lnTo>
                  <a:lnTo>
                    <a:pt x="459" y="244"/>
                  </a:lnTo>
                  <a:lnTo>
                    <a:pt x="459" y="136"/>
                  </a:lnTo>
                  <a:lnTo>
                    <a:pt x="405" y="82"/>
                  </a:lnTo>
                  <a:lnTo>
                    <a:pt x="324" y="28"/>
                  </a:lnTo>
                  <a:lnTo>
                    <a:pt x="243" y="1"/>
                  </a:lnTo>
                  <a:close/>
                </a:path>
              </a:pathLst>
            </a:custGeom>
            <a:solidFill>
              <a:srgbClr val="00000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cxnSp>
        <p:nvCxnSpPr>
          <p:cNvPr id="3019" name="Google Shape;3019;p52"/>
          <p:cNvCxnSpPr>
            <a:stCxn id="2961" idx="0"/>
            <a:endCxn id="2966" idx="0"/>
          </p:cNvCxnSpPr>
          <p:nvPr/>
        </p:nvCxnSpPr>
        <p:spPr>
          <a:xfrm rot="-5400000" flipH="1">
            <a:off x="2714597" y="874500"/>
            <a:ext cx="800" cy="2254000"/>
          </a:xfrm>
          <a:prstGeom prst="bentConnector3">
            <a:avLst>
              <a:gd name="adj1" fmla="val -39687500"/>
            </a:avLst>
          </a:prstGeom>
          <a:noFill/>
          <a:ln w="19050" cap="flat" cmpd="sng">
            <a:solidFill>
              <a:schemeClr val="dk1"/>
            </a:solidFill>
            <a:prstDash val="solid"/>
            <a:round/>
            <a:headEnd type="none" w="med" len="med"/>
            <a:tailEnd type="none" w="med" len="med"/>
          </a:ln>
        </p:spPr>
      </p:cxnSp>
      <p:cxnSp>
        <p:nvCxnSpPr>
          <p:cNvPr id="3020" name="Google Shape;3020;p52"/>
          <p:cNvCxnSpPr>
            <a:stCxn id="2966" idx="0"/>
            <a:endCxn id="2967" idx="0"/>
          </p:cNvCxnSpPr>
          <p:nvPr/>
        </p:nvCxnSpPr>
        <p:spPr>
          <a:xfrm rot="-5400000" flipH="1">
            <a:off x="4968633" y="874500"/>
            <a:ext cx="800" cy="2254000"/>
          </a:xfrm>
          <a:prstGeom prst="bentConnector3">
            <a:avLst>
              <a:gd name="adj1" fmla="val -39687500"/>
            </a:avLst>
          </a:prstGeom>
          <a:noFill/>
          <a:ln w="19050" cap="flat" cmpd="sng">
            <a:solidFill>
              <a:schemeClr val="dk1"/>
            </a:solidFill>
            <a:prstDash val="solid"/>
            <a:round/>
            <a:headEnd type="none" w="med" len="med"/>
            <a:tailEnd type="none" w="med" len="med"/>
          </a:ln>
        </p:spPr>
      </p:cxnSp>
      <p:cxnSp>
        <p:nvCxnSpPr>
          <p:cNvPr id="3021" name="Google Shape;3021;p52"/>
          <p:cNvCxnSpPr>
            <a:stCxn id="2967" idx="0"/>
            <a:endCxn id="2968" idx="0"/>
          </p:cNvCxnSpPr>
          <p:nvPr/>
        </p:nvCxnSpPr>
        <p:spPr>
          <a:xfrm rot="-5400000" flipH="1">
            <a:off x="7222664" y="874500"/>
            <a:ext cx="800" cy="2254000"/>
          </a:xfrm>
          <a:prstGeom prst="bentConnector3">
            <a:avLst>
              <a:gd name="adj1" fmla="val -39687500"/>
            </a:avLst>
          </a:prstGeom>
          <a:noFill/>
          <a:ln w="19050" cap="flat" cmpd="sng">
            <a:solidFill>
              <a:schemeClr val="dk1"/>
            </a:solidFill>
            <a:prstDash val="solid"/>
            <a:round/>
            <a:headEnd type="none" w="med" len="med"/>
            <a:tailEnd type="none" w="med" len="med"/>
          </a:ln>
        </p:spPr>
      </p:cxnSp>
      <p:cxnSp>
        <p:nvCxnSpPr>
          <p:cNvPr id="3022" name="Google Shape;3022;p52"/>
          <p:cNvCxnSpPr>
            <a:stCxn id="2968" idx="0"/>
            <a:endCxn id="2973" idx="0"/>
          </p:cNvCxnSpPr>
          <p:nvPr/>
        </p:nvCxnSpPr>
        <p:spPr>
          <a:xfrm rot="-5400000" flipH="1">
            <a:off x="9476708" y="874500"/>
            <a:ext cx="800" cy="2254000"/>
          </a:xfrm>
          <a:prstGeom prst="bentConnector3">
            <a:avLst>
              <a:gd name="adj1" fmla="val -39687500"/>
            </a:avLst>
          </a:prstGeom>
          <a:noFill/>
          <a:ln w="19050"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8C235-D069-7C51-6AA5-132723D92C9B}"/>
              </a:ext>
            </a:extLst>
          </p:cNvPr>
          <p:cNvSpPr>
            <a:spLocks noGrp="1"/>
          </p:cNvSpPr>
          <p:nvPr>
            <p:ph type="title"/>
          </p:nvPr>
        </p:nvSpPr>
        <p:spPr>
          <a:xfrm>
            <a:off x="838200" y="909842"/>
            <a:ext cx="10515600" cy="915783"/>
          </a:xfrm>
        </p:spPr>
        <p:txBody>
          <a:bodyPr>
            <a:normAutofit fontScale="90000"/>
          </a:bodyPr>
          <a:lstStyle/>
          <a:p>
            <a:pPr algn="ctr">
              <a:lnSpc>
                <a:spcPct val="150000"/>
              </a:lnSpc>
            </a:pPr>
            <a:r>
              <a:rPr lang="en-IN" b="1" dirty="0">
                <a:solidFill>
                  <a:srgbClr val="002060"/>
                </a:solidFill>
                <a:latin typeface="Times New Roman" panose="02020603050405020304" pitchFamily="18" charset="0"/>
                <a:cs typeface="Times New Roman" panose="02020603050405020304" pitchFamily="18" charset="0"/>
              </a:rPr>
              <a:t>Conceptual Framework</a:t>
            </a:r>
            <a:br>
              <a:rPr lang="en-IN" b="1" dirty="0">
                <a:solidFill>
                  <a:srgbClr val="002060"/>
                </a:solidFill>
                <a:latin typeface="Times New Roman" panose="02020603050405020304" pitchFamily="18" charset="0"/>
                <a:cs typeface="Times New Roman" panose="02020603050405020304" pitchFamily="18" charset="0"/>
              </a:rPr>
            </a:br>
            <a:r>
              <a:rPr lang="en-US" sz="3100" b="1" kern="100" dirty="0">
                <a:solidFill>
                  <a:schemeClr val="accent5">
                    <a:lumMod val="75000"/>
                  </a:schemeClr>
                </a:solidFill>
                <a:effectLst/>
                <a:latin typeface="Times New Roman" panose="02020603050405020304" pitchFamily="18" charset="0"/>
                <a:ea typeface="Calibri" panose="020F0502020204030204" pitchFamily="34" charset="0"/>
                <a:cs typeface="Mangal" panose="02040503050203030202" pitchFamily="18" charset="0"/>
              </a:rPr>
              <a:t>Business Experiment &amp; Analytics:</a:t>
            </a:r>
            <a:br>
              <a:rPr lang="en-IN" sz="2000" kern="100" dirty="0">
                <a:solidFill>
                  <a:schemeClr val="accent5">
                    <a:lumMod val="75000"/>
                  </a:schemeClr>
                </a:solidFill>
                <a:effectLst/>
                <a:latin typeface="Calibri" panose="020F0502020204030204" pitchFamily="34" charset="0"/>
                <a:ea typeface="Calibri" panose="020F0502020204030204" pitchFamily="34" charset="0"/>
                <a:cs typeface="Mangal" panose="02040503050203030202" pitchFamily="18" charset="0"/>
              </a:rPr>
            </a:br>
            <a:endParaRPr lang="en-IN" dirty="0">
              <a:solidFill>
                <a:schemeClr val="accent5">
                  <a:lumMod val="75000"/>
                </a:schemeClr>
              </a:solidFill>
            </a:endParaRPr>
          </a:p>
        </p:txBody>
      </p:sp>
      <p:sp>
        <p:nvSpPr>
          <p:cNvPr id="3" name="Content Placeholder 2">
            <a:extLst>
              <a:ext uri="{FF2B5EF4-FFF2-40B4-BE49-F238E27FC236}">
                <a16:creationId xmlns:a16="http://schemas.microsoft.com/office/drawing/2014/main" id="{FA16EF60-D00A-95A9-2B8E-BCEA228B9DC6}"/>
              </a:ext>
            </a:extLst>
          </p:cNvPr>
          <p:cNvSpPr>
            <a:spLocks noGrp="1"/>
          </p:cNvSpPr>
          <p:nvPr>
            <p:ph sz="half" idx="1"/>
          </p:nvPr>
        </p:nvSpPr>
        <p:spPr>
          <a:xfrm>
            <a:off x="1220994" y="2151529"/>
            <a:ext cx="4658958" cy="4046950"/>
          </a:xfrm>
        </p:spPr>
        <p:txBody>
          <a:bodyPr>
            <a:normAutofit fontScale="92500" lnSpcReduction="20000"/>
          </a:bodyPr>
          <a:lstStyle/>
          <a:p>
            <a:pPr marL="228600" marR="0" algn="just">
              <a:lnSpc>
                <a:spcPct val="115000"/>
              </a:lnSpc>
              <a:spcAft>
                <a:spcPts val="800"/>
              </a:spcAft>
              <a:buNone/>
              <a:tabLst>
                <a:tab pos="1303655"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Business Experiments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are about testing new ideas or changes—like a new product, service, or process on a small scale before applying them fully. This helps businesses see what works and what doesn’t, so they can avoid mistakes and reduce risk. The goal is to:</a:t>
            </a:r>
          </a:p>
          <a:p>
            <a:pPr marL="342900" marR="0" lvl="0" indent="-342900">
              <a:buSzPts val="1000"/>
              <a:buFont typeface="Symbol" panose="05050102010706020507" pitchFamily="18" charset="2"/>
              <a:buChar char=""/>
              <a:tabLst>
                <a:tab pos="51435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Try out new ideas or improve existing ones,</a:t>
            </a:r>
          </a:p>
          <a:p>
            <a:pPr marL="342900" marR="0" lvl="0" indent="-342900">
              <a:buSzPts val="1000"/>
              <a:buFont typeface="Symbol" panose="05050102010706020507" pitchFamily="18" charset="2"/>
              <a:buChar char=""/>
              <a:tabLst>
                <a:tab pos="51435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Learn how changes affect results,</a:t>
            </a:r>
          </a:p>
          <a:p>
            <a:pPr marL="342900" marR="0" lvl="0" indent="-342900">
              <a:buSzPts val="1000"/>
              <a:buFont typeface="Symbol" panose="05050102010706020507" pitchFamily="18" charset="2"/>
              <a:buChar char=""/>
              <a:tabLst>
                <a:tab pos="51435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Make better decisions with less risk.</a:t>
            </a:r>
          </a:p>
          <a:p>
            <a:endParaRPr lang="en-IN" dirty="0"/>
          </a:p>
        </p:txBody>
      </p:sp>
      <p:sp>
        <p:nvSpPr>
          <p:cNvPr id="4" name="Content Placeholder 3">
            <a:extLst>
              <a:ext uri="{FF2B5EF4-FFF2-40B4-BE49-F238E27FC236}">
                <a16:creationId xmlns:a16="http://schemas.microsoft.com/office/drawing/2014/main" id="{9CADA39C-88F9-C30A-AFAB-93D0FF3E8A13}"/>
              </a:ext>
            </a:extLst>
          </p:cNvPr>
          <p:cNvSpPr>
            <a:spLocks noGrp="1"/>
          </p:cNvSpPr>
          <p:nvPr>
            <p:ph sz="half" idx="2"/>
          </p:nvPr>
        </p:nvSpPr>
        <p:spPr>
          <a:xfrm>
            <a:off x="6441141" y="2151529"/>
            <a:ext cx="4327264" cy="4208313"/>
          </a:xfrm>
        </p:spPr>
        <p:txBody>
          <a:bodyPr>
            <a:normAutofit fontScale="92500" lnSpcReduction="20000"/>
          </a:bodyPr>
          <a:lstStyle/>
          <a:p>
            <a:pPr marL="285750" marR="0">
              <a:lnSpc>
                <a:spcPct val="110000"/>
              </a:lnSpc>
              <a:buNone/>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Business Analytics</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means studying data to understand how the business is doing, spot patterns or problems, and plan better for the future. The goal of analytics is to:</a:t>
            </a:r>
          </a:p>
          <a:p>
            <a:pPr marL="342900" marR="0" lvl="0" indent="-342900">
              <a:lnSpc>
                <a:spcPct val="110000"/>
              </a:lnSpc>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 past performance,</a:t>
            </a:r>
          </a:p>
          <a:p>
            <a:pPr marL="342900" marR="0" lvl="0" indent="-342900">
              <a:lnSpc>
                <a:spcPct val="110000"/>
              </a:lnSpc>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Find trends and insights,</a:t>
            </a:r>
          </a:p>
          <a:p>
            <a:pPr marL="342900" marR="0" lvl="0" indent="-342900">
              <a:lnSpc>
                <a:spcPct val="110000"/>
              </a:lnSpc>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Make smarter decisions for both daily operations and long-term planning,</a:t>
            </a:r>
          </a:p>
          <a:p>
            <a:pPr marL="342900" marR="0" lvl="0" indent="-342900">
              <a:lnSpc>
                <a:spcPct val="110000"/>
              </a:lnSpc>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Predict future outcomes.</a:t>
            </a:r>
          </a:p>
          <a:p>
            <a:endParaRPr lang="en-IN" dirty="0"/>
          </a:p>
        </p:txBody>
      </p:sp>
      <p:grpSp>
        <p:nvGrpSpPr>
          <p:cNvPr id="125" name="Google Shape;2807;p67">
            <a:extLst>
              <a:ext uri="{FF2B5EF4-FFF2-40B4-BE49-F238E27FC236}">
                <a16:creationId xmlns:a16="http://schemas.microsoft.com/office/drawing/2014/main" id="{A4001F1D-1ADD-AF8E-51C0-A93D882033CD}"/>
              </a:ext>
            </a:extLst>
          </p:cNvPr>
          <p:cNvGrpSpPr/>
          <p:nvPr/>
        </p:nvGrpSpPr>
        <p:grpSpPr>
          <a:xfrm>
            <a:off x="0" y="92426"/>
            <a:ext cx="2617364" cy="2059103"/>
            <a:chOff x="362504" y="1604869"/>
            <a:chExt cx="3181110" cy="2593645"/>
          </a:xfrm>
        </p:grpSpPr>
        <p:sp>
          <p:nvSpPr>
            <p:cNvPr id="126" name="Google Shape;2808;p67">
              <a:extLst>
                <a:ext uri="{FF2B5EF4-FFF2-40B4-BE49-F238E27FC236}">
                  <a16:creationId xmlns:a16="http://schemas.microsoft.com/office/drawing/2014/main" id="{0C9612F0-C351-FCCA-D6C5-415611531A9A}"/>
                </a:ext>
              </a:extLst>
            </p:cNvPr>
            <p:cNvSpPr/>
            <p:nvPr/>
          </p:nvSpPr>
          <p:spPr>
            <a:xfrm>
              <a:off x="2841812" y="3963873"/>
              <a:ext cx="701803" cy="1767"/>
            </a:xfrm>
            <a:custGeom>
              <a:avLst/>
              <a:gdLst/>
              <a:ahLst/>
              <a:cxnLst/>
              <a:rect l="l" t="t" r="r" b="b"/>
              <a:pathLst>
                <a:path w="49650" h="125" extrusionOk="0">
                  <a:moveTo>
                    <a:pt x="0" y="1"/>
                  </a:moveTo>
                  <a:lnTo>
                    <a:pt x="0" y="125"/>
                  </a:lnTo>
                  <a:lnTo>
                    <a:pt x="49649" y="125"/>
                  </a:lnTo>
                  <a:lnTo>
                    <a:pt x="49649"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 name="Google Shape;2809;p67">
              <a:extLst>
                <a:ext uri="{FF2B5EF4-FFF2-40B4-BE49-F238E27FC236}">
                  <a16:creationId xmlns:a16="http://schemas.microsoft.com/office/drawing/2014/main" id="{76719363-6C40-DB3B-3436-37A078B40E97}"/>
                </a:ext>
              </a:extLst>
            </p:cNvPr>
            <p:cNvSpPr/>
            <p:nvPr/>
          </p:nvSpPr>
          <p:spPr>
            <a:xfrm>
              <a:off x="2841812" y="3963873"/>
              <a:ext cx="701803" cy="1767"/>
            </a:xfrm>
            <a:custGeom>
              <a:avLst/>
              <a:gdLst/>
              <a:ahLst/>
              <a:cxnLst/>
              <a:rect l="l" t="t" r="r" b="b"/>
              <a:pathLst>
                <a:path w="49650" h="125" fill="none" extrusionOk="0">
                  <a:moveTo>
                    <a:pt x="0" y="1"/>
                  </a:moveTo>
                  <a:lnTo>
                    <a:pt x="49649" y="1"/>
                  </a:lnTo>
                  <a:lnTo>
                    <a:pt x="49649" y="125"/>
                  </a:lnTo>
                  <a:lnTo>
                    <a:pt x="0" y="125"/>
                  </a:lnTo>
                  <a:lnTo>
                    <a:pt x="0"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 name="Google Shape;2810;p67">
              <a:extLst>
                <a:ext uri="{FF2B5EF4-FFF2-40B4-BE49-F238E27FC236}">
                  <a16:creationId xmlns:a16="http://schemas.microsoft.com/office/drawing/2014/main" id="{7F9C9BEC-8CD7-E6BA-3818-08A9C97FD857}"/>
                </a:ext>
              </a:extLst>
            </p:cNvPr>
            <p:cNvSpPr/>
            <p:nvPr/>
          </p:nvSpPr>
          <p:spPr>
            <a:xfrm>
              <a:off x="2798544" y="3888944"/>
              <a:ext cx="70364" cy="1781"/>
            </a:xfrm>
            <a:custGeom>
              <a:avLst/>
              <a:gdLst/>
              <a:ahLst/>
              <a:cxnLst/>
              <a:rect l="l" t="t" r="r" b="b"/>
              <a:pathLst>
                <a:path w="4978" h="126" extrusionOk="0">
                  <a:moveTo>
                    <a:pt x="0" y="1"/>
                  </a:moveTo>
                  <a:lnTo>
                    <a:pt x="0" y="125"/>
                  </a:lnTo>
                  <a:lnTo>
                    <a:pt x="4977" y="125"/>
                  </a:lnTo>
                  <a:lnTo>
                    <a:pt x="4977"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2811;p67">
              <a:extLst>
                <a:ext uri="{FF2B5EF4-FFF2-40B4-BE49-F238E27FC236}">
                  <a16:creationId xmlns:a16="http://schemas.microsoft.com/office/drawing/2014/main" id="{49C1B67C-3F8D-1356-0467-3F3CD85A9AE2}"/>
                </a:ext>
              </a:extLst>
            </p:cNvPr>
            <p:cNvSpPr/>
            <p:nvPr/>
          </p:nvSpPr>
          <p:spPr>
            <a:xfrm>
              <a:off x="2514657" y="3985683"/>
              <a:ext cx="155146" cy="2120"/>
            </a:xfrm>
            <a:custGeom>
              <a:avLst/>
              <a:gdLst/>
              <a:ahLst/>
              <a:cxnLst/>
              <a:rect l="l" t="t" r="r" b="b"/>
              <a:pathLst>
                <a:path w="10976" h="150" extrusionOk="0">
                  <a:moveTo>
                    <a:pt x="0" y="1"/>
                  </a:moveTo>
                  <a:lnTo>
                    <a:pt x="0" y="150"/>
                  </a:lnTo>
                  <a:lnTo>
                    <a:pt x="10976" y="150"/>
                  </a:lnTo>
                  <a:lnTo>
                    <a:pt x="10976"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 name="Google Shape;2812;p67">
              <a:extLst>
                <a:ext uri="{FF2B5EF4-FFF2-40B4-BE49-F238E27FC236}">
                  <a16:creationId xmlns:a16="http://schemas.microsoft.com/office/drawing/2014/main" id="{9D9951BB-9A19-2551-817D-BDF53AE15253}"/>
                </a:ext>
              </a:extLst>
            </p:cNvPr>
            <p:cNvSpPr/>
            <p:nvPr/>
          </p:nvSpPr>
          <p:spPr>
            <a:xfrm>
              <a:off x="1587034" y="3935377"/>
              <a:ext cx="378168" cy="2134"/>
            </a:xfrm>
            <a:custGeom>
              <a:avLst/>
              <a:gdLst/>
              <a:ahLst/>
              <a:cxnLst/>
              <a:rect l="l" t="t" r="r" b="b"/>
              <a:pathLst>
                <a:path w="26754" h="151" extrusionOk="0">
                  <a:moveTo>
                    <a:pt x="0" y="1"/>
                  </a:moveTo>
                  <a:lnTo>
                    <a:pt x="0" y="150"/>
                  </a:lnTo>
                  <a:lnTo>
                    <a:pt x="26753" y="150"/>
                  </a:lnTo>
                  <a:lnTo>
                    <a:pt x="26753"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 name="Google Shape;2813;p67">
              <a:extLst>
                <a:ext uri="{FF2B5EF4-FFF2-40B4-BE49-F238E27FC236}">
                  <a16:creationId xmlns:a16="http://schemas.microsoft.com/office/drawing/2014/main" id="{2709A706-3756-29B4-89D9-50A42CCFB14B}"/>
                </a:ext>
              </a:extLst>
            </p:cNvPr>
            <p:cNvSpPr/>
            <p:nvPr/>
          </p:nvSpPr>
          <p:spPr>
            <a:xfrm>
              <a:off x="1587034" y="3935377"/>
              <a:ext cx="378168" cy="2134"/>
            </a:xfrm>
            <a:custGeom>
              <a:avLst/>
              <a:gdLst/>
              <a:ahLst/>
              <a:cxnLst/>
              <a:rect l="l" t="t" r="r" b="b"/>
              <a:pathLst>
                <a:path w="26754" h="151" fill="none" extrusionOk="0">
                  <a:moveTo>
                    <a:pt x="0" y="1"/>
                  </a:moveTo>
                  <a:lnTo>
                    <a:pt x="26753" y="1"/>
                  </a:lnTo>
                  <a:lnTo>
                    <a:pt x="26753" y="150"/>
                  </a:lnTo>
                  <a:lnTo>
                    <a:pt x="0" y="150"/>
                  </a:lnTo>
                  <a:lnTo>
                    <a:pt x="0"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 name="Google Shape;2814;p67">
              <a:extLst>
                <a:ext uri="{FF2B5EF4-FFF2-40B4-BE49-F238E27FC236}">
                  <a16:creationId xmlns:a16="http://schemas.microsoft.com/office/drawing/2014/main" id="{42CE4D71-D20A-B446-DA85-A20DF1E7C1A1}"/>
                </a:ext>
              </a:extLst>
            </p:cNvPr>
            <p:cNvSpPr/>
            <p:nvPr/>
          </p:nvSpPr>
          <p:spPr>
            <a:xfrm>
              <a:off x="1312292" y="2934577"/>
              <a:ext cx="820000" cy="871720"/>
            </a:xfrm>
            <a:custGeom>
              <a:avLst/>
              <a:gdLst/>
              <a:ahLst/>
              <a:cxnLst/>
              <a:rect l="l" t="t" r="r" b="b"/>
              <a:pathLst>
                <a:path w="58012" h="61671" extrusionOk="0">
                  <a:moveTo>
                    <a:pt x="8213" y="1"/>
                  </a:moveTo>
                  <a:lnTo>
                    <a:pt x="7790" y="51"/>
                  </a:lnTo>
                  <a:lnTo>
                    <a:pt x="7342" y="100"/>
                  </a:lnTo>
                  <a:lnTo>
                    <a:pt x="6919" y="175"/>
                  </a:lnTo>
                  <a:lnTo>
                    <a:pt x="6496" y="275"/>
                  </a:lnTo>
                  <a:lnTo>
                    <a:pt x="6098" y="374"/>
                  </a:lnTo>
                  <a:lnTo>
                    <a:pt x="5700" y="524"/>
                  </a:lnTo>
                  <a:lnTo>
                    <a:pt x="5301" y="673"/>
                  </a:lnTo>
                  <a:lnTo>
                    <a:pt x="4903" y="847"/>
                  </a:lnTo>
                  <a:lnTo>
                    <a:pt x="4530" y="1046"/>
                  </a:lnTo>
                  <a:lnTo>
                    <a:pt x="4181" y="1245"/>
                  </a:lnTo>
                  <a:lnTo>
                    <a:pt x="3833" y="1469"/>
                  </a:lnTo>
                  <a:lnTo>
                    <a:pt x="3485" y="1718"/>
                  </a:lnTo>
                  <a:lnTo>
                    <a:pt x="3161" y="1967"/>
                  </a:lnTo>
                  <a:lnTo>
                    <a:pt x="2838" y="2241"/>
                  </a:lnTo>
                  <a:lnTo>
                    <a:pt x="2539" y="2539"/>
                  </a:lnTo>
                  <a:lnTo>
                    <a:pt x="2240" y="2838"/>
                  </a:lnTo>
                  <a:lnTo>
                    <a:pt x="1991" y="3162"/>
                  </a:lnTo>
                  <a:lnTo>
                    <a:pt x="1718" y="3485"/>
                  </a:lnTo>
                  <a:lnTo>
                    <a:pt x="1469" y="3833"/>
                  </a:lnTo>
                  <a:lnTo>
                    <a:pt x="1245" y="4182"/>
                  </a:lnTo>
                  <a:lnTo>
                    <a:pt x="1046" y="4530"/>
                  </a:lnTo>
                  <a:lnTo>
                    <a:pt x="847" y="4904"/>
                  </a:lnTo>
                  <a:lnTo>
                    <a:pt x="672" y="5302"/>
                  </a:lnTo>
                  <a:lnTo>
                    <a:pt x="523" y="5700"/>
                  </a:lnTo>
                  <a:lnTo>
                    <a:pt x="399" y="6098"/>
                  </a:lnTo>
                  <a:lnTo>
                    <a:pt x="274" y="6496"/>
                  </a:lnTo>
                  <a:lnTo>
                    <a:pt x="175" y="6919"/>
                  </a:lnTo>
                  <a:lnTo>
                    <a:pt x="100" y="7343"/>
                  </a:lnTo>
                  <a:lnTo>
                    <a:pt x="50" y="7790"/>
                  </a:lnTo>
                  <a:lnTo>
                    <a:pt x="0" y="8238"/>
                  </a:lnTo>
                  <a:lnTo>
                    <a:pt x="0" y="8686"/>
                  </a:lnTo>
                  <a:lnTo>
                    <a:pt x="0" y="52985"/>
                  </a:lnTo>
                  <a:lnTo>
                    <a:pt x="25" y="53433"/>
                  </a:lnTo>
                  <a:lnTo>
                    <a:pt x="50" y="53881"/>
                  </a:lnTo>
                  <a:lnTo>
                    <a:pt x="100" y="54304"/>
                  </a:lnTo>
                  <a:lnTo>
                    <a:pt x="175" y="54752"/>
                  </a:lnTo>
                  <a:lnTo>
                    <a:pt x="274" y="55150"/>
                  </a:lnTo>
                  <a:lnTo>
                    <a:pt x="399" y="55573"/>
                  </a:lnTo>
                  <a:lnTo>
                    <a:pt x="523" y="55971"/>
                  </a:lnTo>
                  <a:lnTo>
                    <a:pt x="672" y="56369"/>
                  </a:lnTo>
                  <a:lnTo>
                    <a:pt x="847" y="56743"/>
                  </a:lnTo>
                  <a:lnTo>
                    <a:pt x="1046" y="57141"/>
                  </a:lnTo>
                  <a:lnTo>
                    <a:pt x="1270" y="57489"/>
                  </a:lnTo>
                  <a:lnTo>
                    <a:pt x="1494" y="57838"/>
                  </a:lnTo>
                  <a:lnTo>
                    <a:pt x="1718" y="58186"/>
                  </a:lnTo>
                  <a:lnTo>
                    <a:pt x="1991" y="58510"/>
                  </a:lnTo>
                  <a:lnTo>
                    <a:pt x="2265" y="58833"/>
                  </a:lnTo>
                  <a:lnTo>
                    <a:pt x="2539" y="59132"/>
                  </a:lnTo>
                  <a:lnTo>
                    <a:pt x="2838" y="59406"/>
                  </a:lnTo>
                  <a:lnTo>
                    <a:pt x="3161" y="59679"/>
                  </a:lnTo>
                  <a:lnTo>
                    <a:pt x="3485" y="59953"/>
                  </a:lnTo>
                  <a:lnTo>
                    <a:pt x="3833" y="60177"/>
                  </a:lnTo>
                  <a:lnTo>
                    <a:pt x="4181" y="60401"/>
                  </a:lnTo>
                  <a:lnTo>
                    <a:pt x="4530" y="60625"/>
                  </a:lnTo>
                  <a:lnTo>
                    <a:pt x="4928" y="60824"/>
                  </a:lnTo>
                  <a:lnTo>
                    <a:pt x="5301" y="60998"/>
                  </a:lnTo>
                  <a:lnTo>
                    <a:pt x="5700" y="61148"/>
                  </a:lnTo>
                  <a:lnTo>
                    <a:pt x="6098" y="61272"/>
                  </a:lnTo>
                  <a:lnTo>
                    <a:pt x="6521" y="61397"/>
                  </a:lnTo>
                  <a:lnTo>
                    <a:pt x="6919" y="61496"/>
                  </a:lnTo>
                  <a:lnTo>
                    <a:pt x="7367" y="61571"/>
                  </a:lnTo>
                  <a:lnTo>
                    <a:pt x="7790" y="61621"/>
                  </a:lnTo>
                  <a:lnTo>
                    <a:pt x="8238" y="61645"/>
                  </a:lnTo>
                  <a:lnTo>
                    <a:pt x="8686" y="61670"/>
                  </a:lnTo>
                  <a:lnTo>
                    <a:pt x="58012" y="61670"/>
                  </a:lnTo>
                  <a:lnTo>
                    <a:pt x="58012"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 name="Google Shape;2815;p67">
              <a:extLst>
                <a:ext uri="{FF2B5EF4-FFF2-40B4-BE49-F238E27FC236}">
                  <a16:creationId xmlns:a16="http://schemas.microsoft.com/office/drawing/2014/main" id="{65A28423-7D2C-7FC9-8EB1-E1D452BD3E2F}"/>
                </a:ext>
              </a:extLst>
            </p:cNvPr>
            <p:cNvSpPr/>
            <p:nvPr/>
          </p:nvSpPr>
          <p:spPr>
            <a:xfrm>
              <a:off x="1312292" y="2934577"/>
              <a:ext cx="820000" cy="871720"/>
            </a:xfrm>
            <a:custGeom>
              <a:avLst/>
              <a:gdLst/>
              <a:ahLst/>
              <a:cxnLst/>
              <a:rect l="l" t="t" r="r" b="b"/>
              <a:pathLst>
                <a:path w="58012" h="61671" fill="none" extrusionOk="0">
                  <a:moveTo>
                    <a:pt x="58012" y="61670"/>
                  </a:moveTo>
                  <a:lnTo>
                    <a:pt x="8686" y="61670"/>
                  </a:lnTo>
                  <a:lnTo>
                    <a:pt x="8686" y="61670"/>
                  </a:lnTo>
                  <a:lnTo>
                    <a:pt x="8238" y="61645"/>
                  </a:lnTo>
                  <a:lnTo>
                    <a:pt x="7790" y="61621"/>
                  </a:lnTo>
                  <a:lnTo>
                    <a:pt x="7367" y="61571"/>
                  </a:lnTo>
                  <a:lnTo>
                    <a:pt x="6919" y="61496"/>
                  </a:lnTo>
                  <a:lnTo>
                    <a:pt x="6521" y="61397"/>
                  </a:lnTo>
                  <a:lnTo>
                    <a:pt x="6098" y="61272"/>
                  </a:lnTo>
                  <a:lnTo>
                    <a:pt x="5700" y="61148"/>
                  </a:lnTo>
                  <a:lnTo>
                    <a:pt x="5301" y="60998"/>
                  </a:lnTo>
                  <a:lnTo>
                    <a:pt x="4928" y="60824"/>
                  </a:lnTo>
                  <a:lnTo>
                    <a:pt x="4530" y="60625"/>
                  </a:lnTo>
                  <a:lnTo>
                    <a:pt x="4181" y="60401"/>
                  </a:lnTo>
                  <a:lnTo>
                    <a:pt x="3833" y="60177"/>
                  </a:lnTo>
                  <a:lnTo>
                    <a:pt x="3485" y="59953"/>
                  </a:lnTo>
                  <a:lnTo>
                    <a:pt x="3161" y="59679"/>
                  </a:lnTo>
                  <a:lnTo>
                    <a:pt x="2838" y="59406"/>
                  </a:lnTo>
                  <a:lnTo>
                    <a:pt x="2539" y="59132"/>
                  </a:lnTo>
                  <a:lnTo>
                    <a:pt x="2265" y="58833"/>
                  </a:lnTo>
                  <a:lnTo>
                    <a:pt x="1991" y="58510"/>
                  </a:lnTo>
                  <a:lnTo>
                    <a:pt x="1718" y="58186"/>
                  </a:lnTo>
                  <a:lnTo>
                    <a:pt x="1494" y="57838"/>
                  </a:lnTo>
                  <a:lnTo>
                    <a:pt x="1270" y="57489"/>
                  </a:lnTo>
                  <a:lnTo>
                    <a:pt x="1046" y="57141"/>
                  </a:lnTo>
                  <a:lnTo>
                    <a:pt x="847" y="56743"/>
                  </a:lnTo>
                  <a:lnTo>
                    <a:pt x="672" y="56369"/>
                  </a:lnTo>
                  <a:lnTo>
                    <a:pt x="523" y="55971"/>
                  </a:lnTo>
                  <a:lnTo>
                    <a:pt x="399" y="55573"/>
                  </a:lnTo>
                  <a:lnTo>
                    <a:pt x="274" y="55150"/>
                  </a:lnTo>
                  <a:lnTo>
                    <a:pt x="175" y="54752"/>
                  </a:lnTo>
                  <a:lnTo>
                    <a:pt x="100" y="54304"/>
                  </a:lnTo>
                  <a:lnTo>
                    <a:pt x="50" y="53881"/>
                  </a:lnTo>
                  <a:lnTo>
                    <a:pt x="25" y="53433"/>
                  </a:lnTo>
                  <a:lnTo>
                    <a:pt x="0" y="52985"/>
                  </a:lnTo>
                  <a:lnTo>
                    <a:pt x="0" y="8686"/>
                  </a:lnTo>
                  <a:lnTo>
                    <a:pt x="0" y="8686"/>
                  </a:lnTo>
                  <a:lnTo>
                    <a:pt x="0" y="8238"/>
                  </a:lnTo>
                  <a:lnTo>
                    <a:pt x="50" y="7790"/>
                  </a:lnTo>
                  <a:lnTo>
                    <a:pt x="100" y="7343"/>
                  </a:lnTo>
                  <a:lnTo>
                    <a:pt x="175" y="6919"/>
                  </a:lnTo>
                  <a:lnTo>
                    <a:pt x="274" y="6496"/>
                  </a:lnTo>
                  <a:lnTo>
                    <a:pt x="399" y="6098"/>
                  </a:lnTo>
                  <a:lnTo>
                    <a:pt x="523" y="5700"/>
                  </a:lnTo>
                  <a:lnTo>
                    <a:pt x="672" y="5302"/>
                  </a:lnTo>
                  <a:lnTo>
                    <a:pt x="847" y="4904"/>
                  </a:lnTo>
                  <a:lnTo>
                    <a:pt x="1046" y="4530"/>
                  </a:lnTo>
                  <a:lnTo>
                    <a:pt x="1245" y="4182"/>
                  </a:lnTo>
                  <a:lnTo>
                    <a:pt x="1469" y="3833"/>
                  </a:lnTo>
                  <a:lnTo>
                    <a:pt x="1718" y="3485"/>
                  </a:lnTo>
                  <a:lnTo>
                    <a:pt x="1991" y="3162"/>
                  </a:lnTo>
                  <a:lnTo>
                    <a:pt x="2240" y="2838"/>
                  </a:lnTo>
                  <a:lnTo>
                    <a:pt x="2539" y="2539"/>
                  </a:lnTo>
                  <a:lnTo>
                    <a:pt x="2838" y="2241"/>
                  </a:lnTo>
                  <a:lnTo>
                    <a:pt x="3161" y="1967"/>
                  </a:lnTo>
                  <a:lnTo>
                    <a:pt x="3485" y="1718"/>
                  </a:lnTo>
                  <a:lnTo>
                    <a:pt x="3833" y="1469"/>
                  </a:lnTo>
                  <a:lnTo>
                    <a:pt x="4181" y="1245"/>
                  </a:lnTo>
                  <a:lnTo>
                    <a:pt x="4530" y="1046"/>
                  </a:lnTo>
                  <a:lnTo>
                    <a:pt x="4903" y="847"/>
                  </a:lnTo>
                  <a:lnTo>
                    <a:pt x="5301" y="673"/>
                  </a:lnTo>
                  <a:lnTo>
                    <a:pt x="5700" y="524"/>
                  </a:lnTo>
                  <a:lnTo>
                    <a:pt x="6098" y="374"/>
                  </a:lnTo>
                  <a:lnTo>
                    <a:pt x="6496" y="275"/>
                  </a:lnTo>
                  <a:lnTo>
                    <a:pt x="6919" y="175"/>
                  </a:lnTo>
                  <a:lnTo>
                    <a:pt x="7342" y="100"/>
                  </a:lnTo>
                  <a:lnTo>
                    <a:pt x="7790" y="51"/>
                  </a:lnTo>
                  <a:lnTo>
                    <a:pt x="8213" y="1"/>
                  </a:lnTo>
                  <a:lnTo>
                    <a:pt x="8661" y="1"/>
                  </a:lnTo>
                  <a:lnTo>
                    <a:pt x="8686" y="1"/>
                  </a:lnTo>
                  <a:lnTo>
                    <a:pt x="58012" y="1"/>
                  </a:lnTo>
                  <a:lnTo>
                    <a:pt x="58012" y="6167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 name="Google Shape;2816;p67">
              <a:extLst>
                <a:ext uri="{FF2B5EF4-FFF2-40B4-BE49-F238E27FC236}">
                  <a16:creationId xmlns:a16="http://schemas.microsoft.com/office/drawing/2014/main" id="{694EEF12-C5AD-C2E2-7376-647FF7267C9D}"/>
                </a:ext>
              </a:extLst>
            </p:cNvPr>
            <p:cNvSpPr/>
            <p:nvPr/>
          </p:nvSpPr>
          <p:spPr>
            <a:xfrm>
              <a:off x="2003875" y="2934577"/>
              <a:ext cx="256819" cy="871720"/>
            </a:xfrm>
            <a:custGeom>
              <a:avLst/>
              <a:gdLst/>
              <a:ahLst/>
              <a:cxnLst/>
              <a:rect l="l" t="t" r="r" b="b"/>
              <a:pathLst>
                <a:path w="18169" h="61671" extrusionOk="0">
                  <a:moveTo>
                    <a:pt x="8238" y="1"/>
                  </a:moveTo>
                  <a:lnTo>
                    <a:pt x="7790" y="51"/>
                  </a:lnTo>
                  <a:lnTo>
                    <a:pt x="7367" y="100"/>
                  </a:lnTo>
                  <a:lnTo>
                    <a:pt x="6944" y="175"/>
                  </a:lnTo>
                  <a:lnTo>
                    <a:pt x="6521" y="275"/>
                  </a:lnTo>
                  <a:lnTo>
                    <a:pt x="6098" y="399"/>
                  </a:lnTo>
                  <a:lnTo>
                    <a:pt x="5700" y="524"/>
                  </a:lnTo>
                  <a:lnTo>
                    <a:pt x="5302" y="673"/>
                  </a:lnTo>
                  <a:lnTo>
                    <a:pt x="4928" y="847"/>
                  </a:lnTo>
                  <a:lnTo>
                    <a:pt x="4555" y="1046"/>
                  </a:lnTo>
                  <a:lnTo>
                    <a:pt x="4182" y="1245"/>
                  </a:lnTo>
                  <a:lnTo>
                    <a:pt x="3833" y="1469"/>
                  </a:lnTo>
                  <a:lnTo>
                    <a:pt x="3485" y="1718"/>
                  </a:lnTo>
                  <a:lnTo>
                    <a:pt x="3162" y="1992"/>
                  </a:lnTo>
                  <a:lnTo>
                    <a:pt x="2838" y="2266"/>
                  </a:lnTo>
                  <a:lnTo>
                    <a:pt x="2539" y="2539"/>
                  </a:lnTo>
                  <a:lnTo>
                    <a:pt x="2266" y="2838"/>
                  </a:lnTo>
                  <a:lnTo>
                    <a:pt x="1992" y="3162"/>
                  </a:lnTo>
                  <a:lnTo>
                    <a:pt x="1718" y="3485"/>
                  </a:lnTo>
                  <a:lnTo>
                    <a:pt x="1494" y="3833"/>
                  </a:lnTo>
                  <a:lnTo>
                    <a:pt x="1270" y="4182"/>
                  </a:lnTo>
                  <a:lnTo>
                    <a:pt x="1046" y="4530"/>
                  </a:lnTo>
                  <a:lnTo>
                    <a:pt x="872" y="4904"/>
                  </a:lnTo>
                  <a:lnTo>
                    <a:pt x="698" y="5302"/>
                  </a:lnTo>
                  <a:lnTo>
                    <a:pt x="524" y="5700"/>
                  </a:lnTo>
                  <a:lnTo>
                    <a:pt x="399" y="6098"/>
                  </a:lnTo>
                  <a:lnTo>
                    <a:pt x="275" y="6496"/>
                  </a:lnTo>
                  <a:lnTo>
                    <a:pt x="175" y="6919"/>
                  </a:lnTo>
                  <a:lnTo>
                    <a:pt x="100" y="7343"/>
                  </a:lnTo>
                  <a:lnTo>
                    <a:pt x="51" y="7790"/>
                  </a:lnTo>
                  <a:lnTo>
                    <a:pt x="26" y="8238"/>
                  </a:lnTo>
                  <a:lnTo>
                    <a:pt x="1" y="8686"/>
                  </a:lnTo>
                  <a:lnTo>
                    <a:pt x="1" y="52985"/>
                  </a:lnTo>
                  <a:lnTo>
                    <a:pt x="26" y="53433"/>
                  </a:lnTo>
                  <a:lnTo>
                    <a:pt x="51" y="53881"/>
                  </a:lnTo>
                  <a:lnTo>
                    <a:pt x="100" y="54304"/>
                  </a:lnTo>
                  <a:lnTo>
                    <a:pt x="175" y="54752"/>
                  </a:lnTo>
                  <a:lnTo>
                    <a:pt x="275" y="55150"/>
                  </a:lnTo>
                  <a:lnTo>
                    <a:pt x="399" y="55573"/>
                  </a:lnTo>
                  <a:lnTo>
                    <a:pt x="524" y="55971"/>
                  </a:lnTo>
                  <a:lnTo>
                    <a:pt x="698" y="56369"/>
                  </a:lnTo>
                  <a:lnTo>
                    <a:pt x="872" y="56743"/>
                  </a:lnTo>
                  <a:lnTo>
                    <a:pt x="1046" y="57141"/>
                  </a:lnTo>
                  <a:lnTo>
                    <a:pt x="1270" y="57489"/>
                  </a:lnTo>
                  <a:lnTo>
                    <a:pt x="1494" y="57838"/>
                  </a:lnTo>
                  <a:lnTo>
                    <a:pt x="1718" y="58186"/>
                  </a:lnTo>
                  <a:lnTo>
                    <a:pt x="1992" y="58510"/>
                  </a:lnTo>
                  <a:lnTo>
                    <a:pt x="2266" y="58833"/>
                  </a:lnTo>
                  <a:lnTo>
                    <a:pt x="2539" y="59132"/>
                  </a:lnTo>
                  <a:lnTo>
                    <a:pt x="2838" y="59406"/>
                  </a:lnTo>
                  <a:lnTo>
                    <a:pt x="3162" y="59679"/>
                  </a:lnTo>
                  <a:lnTo>
                    <a:pt x="3485" y="59953"/>
                  </a:lnTo>
                  <a:lnTo>
                    <a:pt x="3833" y="60177"/>
                  </a:lnTo>
                  <a:lnTo>
                    <a:pt x="4182" y="60401"/>
                  </a:lnTo>
                  <a:lnTo>
                    <a:pt x="4555" y="60625"/>
                  </a:lnTo>
                  <a:lnTo>
                    <a:pt x="4928" y="60824"/>
                  </a:lnTo>
                  <a:lnTo>
                    <a:pt x="5302" y="60998"/>
                  </a:lnTo>
                  <a:lnTo>
                    <a:pt x="5700" y="61148"/>
                  </a:lnTo>
                  <a:lnTo>
                    <a:pt x="6098" y="61272"/>
                  </a:lnTo>
                  <a:lnTo>
                    <a:pt x="6521" y="61397"/>
                  </a:lnTo>
                  <a:lnTo>
                    <a:pt x="6944" y="61496"/>
                  </a:lnTo>
                  <a:lnTo>
                    <a:pt x="7367" y="61571"/>
                  </a:lnTo>
                  <a:lnTo>
                    <a:pt x="7790" y="61621"/>
                  </a:lnTo>
                  <a:lnTo>
                    <a:pt x="8238" y="61645"/>
                  </a:lnTo>
                  <a:lnTo>
                    <a:pt x="8686" y="61670"/>
                  </a:lnTo>
                  <a:lnTo>
                    <a:pt x="9508" y="61670"/>
                  </a:lnTo>
                  <a:lnTo>
                    <a:pt x="9956" y="61645"/>
                  </a:lnTo>
                  <a:lnTo>
                    <a:pt x="10379" y="61621"/>
                  </a:lnTo>
                  <a:lnTo>
                    <a:pt x="10827" y="61571"/>
                  </a:lnTo>
                  <a:lnTo>
                    <a:pt x="11250" y="61496"/>
                  </a:lnTo>
                  <a:lnTo>
                    <a:pt x="11673" y="61397"/>
                  </a:lnTo>
                  <a:lnTo>
                    <a:pt x="12071" y="61272"/>
                  </a:lnTo>
                  <a:lnTo>
                    <a:pt x="12469" y="61148"/>
                  </a:lnTo>
                  <a:lnTo>
                    <a:pt x="12867" y="60998"/>
                  </a:lnTo>
                  <a:lnTo>
                    <a:pt x="13266" y="60824"/>
                  </a:lnTo>
                  <a:lnTo>
                    <a:pt x="13639" y="60625"/>
                  </a:lnTo>
                  <a:lnTo>
                    <a:pt x="13987" y="60401"/>
                  </a:lnTo>
                  <a:lnTo>
                    <a:pt x="14336" y="60177"/>
                  </a:lnTo>
                  <a:lnTo>
                    <a:pt x="14684" y="59953"/>
                  </a:lnTo>
                  <a:lnTo>
                    <a:pt x="15008" y="59679"/>
                  </a:lnTo>
                  <a:lnTo>
                    <a:pt x="15331" y="59406"/>
                  </a:lnTo>
                  <a:lnTo>
                    <a:pt x="15630" y="59132"/>
                  </a:lnTo>
                  <a:lnTo>
                    <a:pt x="15928" y="58833"/>
                  </a:lnTo>
                  <a:lnTo>
                    <a:pt x="16202" y="58510"/>
                  </a:lnTo>
                  <a:lnTo>
                    <a:pt x="16451" y="58186"/>
                  </a:lnTo>
                  <a:lnTo>
                    <a:pt x="16700" y="57838"/>
                  </a:lnTo>
                  <a:lnTo>
                    <a:pt x="16924" y="57489"/>
                  </a:lnTo>
                  <a:lnTo>
                    <a:pt x="17123" y="57141"/>
                  </a:lnTo>
                  <a:lnTo>
                    <a:pt x="17322" y="56743"/>
                  </a:lnTo>
                  <a:lnTo>
                    <a:pt x="17496" y="56369"/>
                  </a:lnTo>
                  <a:lnTo>
                    <a:pt x="17646" y="55971"/>
                  </a:lnTo>
                  <a:lnTo>
                    <a:pt x="17795" y="55573"/>
                  </a:lnTo>
                  <a:lnTo>
                    <a:pt x="17894" y="55150"/>
                  </a:lnTo>
                  <a:lnTo>
                    <a:pt x="17994" y="54752"/>
                  </a:lnTo>
                  <a:lnTo>
                    <a:pt x="18069" y="54304"/>
                  </a:lnTo>
                  <a:lnTo>
                    <a:pt x="18118" y="53881"/>
                  </a:lnTo>
                  <a:lnTo>
                    <a:pt x="18168" y="53433"/>
                  </a:lnTo>
                  <a:lnTo>
                    <a:pt x="18168" y="52985"/>
                  </a:lnTo>
                  <a:lnTo>
                    <a:pt x="18168" y="8686"/>
                  </a:lnTo>
                  <a:lnTo>
                    <a:pt x="18168" y="8238"/>
                  </a:lnTo>
                  <a:lnTo>
                    <a:pt x="18118" y="7790"/>
                  </a:lnTo>
                  <a:lnTo>
                    <a:pt x="18069" y="7343"/>
                  </a:lnTo>
                  <a:lnTo>
                    <a:pt x="17994" y="6919"/>
                  </a:lnTo>
                  <a:lnTo>
                    <a:pt x="17894" y="6496"/>
                  </a:lnTo>
                  <a:lnTo>
                    <a:pt x="17795" y="6098"/>
                  </a:lnTo>
                  <a:lnTo>
                    <a:pt x="17646" y="5700"/>
                  </a:lnTo>
                  <a:lnTo>
                    <a:pt x="17496" y="5302"/>
                  </a:lnTo>
                  <a:lnTo>
                    <a:pt x="17322" y="4904"/>
                  </a:lnTo>
                  <a:lnTo>
                    <a:pt x="17123" y="4530"/>
                  </a:lnTo>
                  <a:lnTo>
                    <a:pt x="16924" y="4182"/>
                  </a:lnTo>
                  <a:lnTo>
                    <a:pt x="16700" y="3833"/>
                  </a:lnTo>
                  <a:lnTo>
                    <a:pt x="16451" y="3485"/>
                  </a:lnTo>
                  <a:lnTo>
                    <a:pt x="16202" y="3162"/>
                  </a:lnTo>
                  <a:lnTo>
                    <a:pt x="15928" y="2838"/>
                  </a:lnTo>
                  <a:lnTo>
                    <a:pt x="15630" y="2539"/>
                  </a:lnTo>
                  <a:lnTo>
                    <a:pt x="15331" y="2266"/>
                  </a:lnTo>
                  <a:lnTo>
                    <a:pt x="15008" y="1992"/>
                  </a:lnTo>
                  <a:lnTo>
                    <a:pt x="14684" y="1718"/>
                  </a:lnTo>
                  <a:lnTo>
                    <a:pt x="14336" y="1469"/>
                  </a:lnTo>
                  <a:lnTo>
                    <a:pt x="13987" y="1245"/>
                  </a:lnTo>
                  <a:lnTo>
                    <a:pt x="13639" y="1046"/>
                  </a:lnTo>
                  <a:lnTo>
                    <a:pt x="13266" y="847"/>
                  </a:lnTo>
                  <a:lnTo>
                    <a:pt x="12867" y="673"/>
                  </a:lnTo>
                  <a:lnTo>
                    <a:pt x="12469" y="524"/>
                  </a:lnTo>
                  <a:lnTo>
                    <a:pt x="12071" y="399"/>
                  </a:lnTo>
                  <a:lnTo>
                    <a:pt x="11673" y="275"/>
                  </a:lnTo>
                  <a:lnTo>
                    <a:pt x="11250" y="175"/>
                  </a:lnTo>
                  <a:lnTo>
                    <a:pt x="10827" y="100"/>
                  </a:lnTo>
                  <a:lnTo>
                    <a:pt x="10379" y="51"/>
                  </a:lnTo>
                  <a:lnTo>
                    <a:pt x="9956"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 name="Google Shape;2817;p67">
              <a:extLst>
                <a:ext uri="{FF2B5EF4-FFF2-40B4-BE49-F238E27FC236}">
                  <a16:creationId xmlns:a16="http://schemas.microsoft.com/office/drawing/2014/main" id="{E56F49F6-84B6-19F1-02E3-F0B53719E949}"/>
                </a:ext>
              </a:extLst>
            </p:cNvPr>
            <p:cNvSpPr/>
            <p:nvPr/>
          </p:nvSpPr>
          <p:spPr>
            <a:xfrm>
              <a:off x="2003875" y="2934577"/>
              <a:ext cx="256819" cy="871720"/>
            </a:xfrm>
            <a:custGeom>
              <a:avLst/>
              <a:gdLst/>
              <a:ahLst/>
              <a:cxnLst/>
              <a:rect l="l" t="t" r="r" b="b"/>
              <a:pathLst>
                <a:path w="18169" h="61671" fill="none" extrusionOk="0">
                  <a:moveTo>
                    <a:pt x="9508" y="61670"/>
                  </a:moveTo>
                  <a:lnTo>
                    <a:pt x="8686" y="61670"/>
                  </a:lnTo>
                  <a:lnTo>
                    <a:pt x="8686" y="61670"/>
                  </a:lnTo>
                  <a:lnTo>
                    <a:pt x="8238" y="61645"/>
                  </a:lnTo>
                  <a:lnTo>
                    <a:pt x="7790" y="61621"/>
                  </a:lnTo>
                  <a:lnTo>
                    <a:pt x="7367" y="61571"/>
                  </a:lnTo>
                  <a:lnTo>
                    <a:pt x="6944" y="61496"/>
                  </a:lnTo>
                  <a:lnTo>
                    <a:pt x="6521" y="61397"/>
                  </a:lnTo>
                  <a:lnTo>
                    <a:pt x="6098" y="61272"/>
                  </a:lnTo>
                  <a:lnTo>
                    <a:pt x="5700" y="61148"/>
                  </a:lnTo>
                  <a:lnTo>
                    <a:pt x="5302" y="60998"/>
                  </a:lnTo>
                  <a:lnTo>
                    <a:pt x="4928" y="60824"/>
                  </a:lnTo>
                  <a:lnTo>
                    <a:pt x="4555" y="60625"/>
                  </a:lnTo>
                  <a:lnTo>
                    <a:pt x="4182" y="60401"/>
                  </a:lnTo>
                  <a:lnTo>
                    <a:pt x="3833" y="60177"/>
                  </a:lnTo>
                  <a:lnTo>
                    <a:pt x="3485" y="59953"/>
                  </a:lnTo>
                  <a:lnTo>
                    <a:pt x="3162" y="59679"/>
                  </a:lnTo>
                  <a:lnTo>
                    <a:pt x="2838" y="59406"/>
                  </a:lnTo>
                  <a:lnTo>
                    <a:pt x="2539" y="59132"/>
                  </a:lnTo>
                  <a:lnTo>
                    <a:pt x="2266" y="58833"/>
                  </a:lnTo>
                  <a:lnTo>
                    <a:pt x="1992" y="58510"/>
                  </a:lnTo>
                  <a:lnTo>
                    <a:pt x="1718" y="58186"/>
                  </a:lnTo>
                  <a:lnTo>
                    <a:pt x="1494" y="57838"/>
                  </a:lnTo>
                  <a:lnTo>
                    <a:pt x="1270" y="57489"/>
                  </a:lnTo>
                  <a:lnTo>
                    <a:pt x="1046" y="57141"/>
                  </a:lnTo>
                  <a:lnTo>
                    <a:pt x="872" y="56743"/>
                  </a:lnTo>
                  <a:lnTo>
                    <a:pt x="698" y="56369"/>
                  </a:lnTo>
                  <a:lnTo>
                    <a:pt x="524" y="55971"/>
                  </a:lnTo>
                  <a:lnTo>
                    <a:pt x="399" y="55573"/>
                  </a:lnTo>
                  <a:lnTo>
                    <a:pt x="275" y="55150"/>
                  </a:lnTo>
                  <a:lnTo>
                    <a:pt x="175" y="54752"/>
                  </a:lnTo>
                  <a:lnTo>
                    <a:pt x="100" y="54304"/>
                  </a:lnTo>
                  <a:lnTo>
                    <a:pt x="51" y="53881"/>
                  </a:lnTo>
                  <a:lnTo>
                    <a:pt x="26" y="53433"/>
                  </a:lnTo>
                  <a:lnTo>
                    <a:pt x="1" y="52985"/>
                  </a:lnTo>
                  <a:lnTo>
                    <a:pt x="1" y="8686"/>
                  </a:lnTo>
                  <a:lnTo>
                    <a:pt x="1" y="8686"/>
                  </a:lnTo>
                  <a:lnTo>
                    <a:pt x="26" y="8238"/>
                  </a:lnTo>
                  <a:lnTo>
                    <a:pt x="51" y="7790"/>
                  </a:lnTo>
                  <a:lnTo>
                    <a:pt x="100" y="7343"/>
                  </a:lnTo>
                  <a:lnTo>
                    <a:pt x="175" y="6919"/>
                  </a:lnTo>
                  <a:lnTo>
                    <a:pt x="275" y="6496"/>
                  </a:lnTo>
                  <a:lnTo>
                    <a:pt x="399" y="6098"/>
                  </a:lnTo>
                  <a:lnTo>
                    <a:pt x="524" y="5700"/>
                  </a:lnTo>
                  <a:lnTo>
                    <a:pt x="698" y="5302"/>
                  </a:lnTo>
                  <a:lnTo>
                    <a:pt x="872" y="4904"/>
                  </a:lnTo>
                  <a:lnTo>
                    <a:pt x="1046" y="4530"/>
                  </a:lnTo>
                  <a:lnTo>
                    <a:pt x="1270" y="4182"/>
                  </a:lnTo>
                  <a:lnTo>
                    <a:pt x="1494" y="3833"/>
                  </a:lnTo>
                  <a:lnTo>
                    <a:pt x="1718" y="3485"/>
                  </a:lnTo>
                  <a:lnTo>
                    <a:pt x="1992" y="3162"/>
                  </a:lnTo>
                  <a:lnTo>
                    <a:pt x="2266" y="2838"/>
                  </a:lnTo>
                  <a:lnTo>
                    <a:pt x="2539" y="2539"/>
                  </a:lnTo>
                  <a:lnTo>
                    <a:pt x="2838" y="2266"/>
                  </a:lnTo>
                  <a:lnTo>
                    <a:pt x="3162" y="1992"/>
                  </a:lnTo>
                  <a:lnTo>
                    <a:pt x="3485" y="1718"/>
                  </a:lnTo>
                  <a:lnTo>
                    <a:pt x="3833" y="1469"/>
                  </a:lnTo>
                  <a:lnTo>
                    <a:pt x="4182" y="1245"/>
                  </a:lnTo>
                  <a:lnTo>
                    <a:pt x="4555" y="1046"/>
                  </a:lnTo>
                  <a:lnTo>
                    <a:pt x="4928" y="847"/>
                  </a:lnTo>
                  <a:lnTo>
                    <a:pt x="5302" y="673"/>
                  </a:lnTo>
                  <a:lnTo>
                    <a:pt x="5700" y="524"/>
                  </a:lnTo>
                  <a:lnTo>
                    <a:pt x="6098" y="399"/>
                  </a:lnTo>
                  <a:lnTo>
                    <a:pt x="6521" y="275"/>
                  </a:lnTo>
                  <a:lnTo>
                    <a:pt x="6944" y="175"/>
                  </a:lnTo>
                  <a:lnTo>
                    <a:pt x="7367" y="100"/>
                  </a:lnTo>
                  <a:lnTo>
                    <a:pt x="7790" y="51"/>
                  </a:lnTo>
                  <a:lnTo>
                    <a:pt x="8238" y="1"/>
                  </a:lnTo>
                  <a:lnTo>
                    <a:pt x="8686" y="1"/>
                  </a:lnTo>
                  <a:lnTo>
                    <a:pt x="9508" y="1"/>
                  </a:lnTo>
                  <a:lnTo>
                    <a:pt x="9508" y="1"/>
                  </a:lnTo>
                  <a:lnTo>
                    <a:pt x="9956" y="1"/>
                  </a:lnTo>
                  <a:lnTo>
                    <a:pt x="10379" y="51"/>
                  </a:lnTo>
                  <a:lnTo>
                    <a:pt x="10827" y="100"/>
                  </a:lnTo>
                  <a:lnTo>
                    <a:pt x="11250" y="175"/>
                  </a:lnTo>
                  <a:lnTo>
                    <a:pt x="11673" y="275"/>
                  </a:lnTo>
                  <a:lnTo>
                    <a:pt x="12071" y="399"/>
                  </a:lnTo>
                  <a:lnTo>
                    <a:pt x="12469" y="524"/>
                  </a:lnTo>
                  <a:lnTo>
                    <a:pt x="12867" y="673"/>
                  </a:lnTo>
                  <a:lnTo>
                    <a:pt x="13266" y="847"/>
                  </a:lnTo>
                  <a:lnTo>
                    <a:pt x="13639" y="1046"/>
                  </a:lnTo>
                  <a:lnTo>
                    <a:pt x="13987" y="1245"/>
                  </a:lnTo>
                  <a:lnTo>
                    <a:pt x="14336" y="1469"/>
                  </a:lnTo>
                  <a:lnTo>
                    <a:pt x="14684" y="1718"/>
                  </a:lnTo>
                  <a:lnTo>
                    <a:pt x="15008" y="1992"/>
                  </a:lnTo>
                  <a:lnTo>
                    <a:pt x="15331" y="2266"/>
                  </a:lnTo>
                  <a:lnTo>
                    <a:pt x="15630" y="2539"/>
                  </a:lnTo>
                  <a:lnTo>
                    <a:pt x="15928" y="2838"/>
                  </a:lnTo>
                  <a:lnTo>
                    <a:pt x="16202" y="3162"/>
                  </a:lnTo>
                  <a:lnTo>
                    <a:pt x="16451" y="3485"/>
                  </a:lnTo>
                  <a:lnTo>
                    <a:pt x="16700" y="3833"/>
                  </a:lnTo>
                  <a:lnTo>
                    <a:pt x="16924" y="4182"/>
                  </a:lnTo>
                  <a:lnTo>
                    <a:pt x="17123" y="4530"/>
                  </a:lnTo>
                  <a:lnTo>
                    <a:pt x="17322" y="4904"/>
                  </a:lnTo>
                  <a:lnTo>
                    <a:pt x="17496" y="5302"/>
                  </a:lnTo>
                  <a:lnTo>
                    <a:pt x="17646" y="5700"/>
                  </a:lnTo>
                  <a:lnTo>
                    <a:pt x="17795" y="6098"/>
                  </a:lnTo>
                  <a:lnTo>
                    <a:pt x="17894" y="6496"/>
                  </a:lnTo>
                  <a:lnTo>
                    <a:pt x="17994" y="6919"/>
                  </a:lnTo>
                  <a:lnTo>
                    <a:pt x="18069" y="7343"/>
                  </a:lnTo>
                  <a:lnTo>
                    <a:pt x="18118" y="7790"/>
                  </a:lnTo>
                  <a:lnTo>
                    <a:pt x="18168" y="8238"/>
                  </a:lnTo>
                  <a:lnTo>
                    <a:pt x="18168" y="8686"/>
                  </a:lnTo>
                  <a:lnTo>
                    <a:pt x="18168" y="52985"/>
                  </a:lnTo>
                  <a:lnTo>
                    <a:pt x="18168" y="52985"/>
                  </a:lnTo>
                  <a:lnTo>
                    <a:pt x="18168" y="53433"/>
                  </a:lnTo>
                  <a:lnTo>
                    <a:pt x="18118" y="53881"/>
                  </a:lnTo>
                  <a:lnTo>
                    <a:pt x="18069" y="54304"/>
                  </a:lnTo>
                  <a:lnTo>
                    <a:pt x="17994" y="54752"/>
                  </a:lnTo>
                  <a:lnTo>
                    <a:pt x="17894" y="55150"/>
                  </a:lnTo>
                  <a:lnTo>
                    <a:pt x="17795" y="55573"/>
                  </a:lnTo>
                  <a:lnTo>
                    <a:pt x="17646" y="55971"/>
                  </a:lnTo>
                  <a:lnTo>
                    <a:pt x="17496" y="56369"/>
                  </a:lnTo>
                  <a:lnTo>
                    <a:pt x="17322" y="56743"/>
                  </a:lnTo>
                  <a:lnTo>
                    <a:pt x="17123" y="57141"/>
                  </a:lnTo>
                  <a:lnTo>
                    <a:pt x="16924" y="57489"/>
                  </a:lnTo>
                  <a:lnTo>
                    <a:pt x="16700" y="57838"/>
                  </a:lnTo>
                  <a:lnTo>
                    <a:pt x="16451" y="58186"/>
                  </a:lnTo>
                  <a:lnTo>
                    <a:pt x="16202" y="58510"/>
                  </a:lnTo>
                  <a:lnTo>
                    <a:pt x="15928" y="58833"/>
                  </a:lnTo>
                  <a:lnTo>
                    <a:pt x="15630" y="59132"/>
                  </a:lnTo>
                  <a:lnTo>
                    <a:pt x="15331" y="59406"/>
                  </a:lnTo>
                  <a:lnTo>
                    <a:pt x="15008" y="59679"/>
                  </a:lnTo>
                  <a:lnTo>
                    <a:pt x="14684" y="59953"/>
                  </a:lnTo>
                  <a:lnTo>
                    <a:pt x="14336" y="60177"/>
                  </a:lnTo>
                  <a:lnTo>
                    <a:pt x="13987" y="60401"/>
                  </a:lnTo>
                  <a:lnTo>
                    <a:pt x="13639" y="60625"/>
                  </a:lnTo>
                  <a:lnTo>
                    <a:pt x="13266" y="60824"/>
                  </a:lnTo>
                  <a:lnTo>
                    <a:pt x="12867" y="60998"/>
                  </a:lnTo>
                  <a:lnTo>
                    <a:pt x="12469" y="61148"/>
                  </a:lnTo>
                  <a:lnTo>
                    <a:pt x="12071" y="61272"/>
                  </a:lnTo>
                  <a:lnTo>
                    <a:pt x="11673" y="61397"/>
                  </a:lnTo>
                  <a:lnTo>
                    <a:pt x="11250" y="61496"/>
                  </a:lnTo>
                  <a:lnTo>
                    <a:pt x="10827" y="61571"/>
                  </a:lnTo>
                  <a:lnTo>
                    <a:pt x="10379" y="61621"/>
                  </a:lnTo>
                  <a:lnTo>
                    <a:pt x="9956" y="61645"/>
                  </a:lnTo>
                  <a:lnTo>
                    <a:pt x="9508" y="6167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 name="Google Shape;2818;p67">
              <a:extLst>
                <a:ext uri="{FF2B5EF4-FFF2-40B4-BE49-F238E27FC236}">
                  <a16:creationId xmlns:a16="http://schemas.microsoft.com/office/drawing/2014/main" id="{FCE169A7-4EE2-1037-0029-1D9C67154683}"/>
                </a:ext>
              </a:extLst>
            </p:cNvPr>
            <p:cNvSpPr/>
            <p:nvPr/>
          </p:nvSpPr>
          <p:spPr>
            <a:xfrm>
              <a:off x="1215552" y="3256105"/>
              <a:ext cx="823519" cy="550191"/>
            </a:xfrm>
            <a:custGeom>
              <a:avLst/>
              <a:gdLst/>
              <a:ahLst/>
              <a:cxnLst/>
              <a:rect l="l" t="t" r="r" b="b"/>
              <a:pathLst>
                <a:path w="58261" h="38924" extrusionOk="0">
                  <a:moveTo>
                    <a:pt x="1" y="0"/>
                  </a:moveTo>
                  <a:lnTo>
                    <a:pt x="1" y="38923"/>
                  </a:lnTo>
                  <a:lnTo>
                    <a:pt x="58261" y="38923"/>
                  </a:lnTo>
                  <a:lnTo>
                    <a:pt x="58261"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 name="Google Shape;2819;p67">
              <a:extLst>
                <a:ext uri="{FF2B5EF4-FFF2-40B4-BE49-F238E27FC236}">
                  <a16:creationId xmlns:a16="http://schemas.microsoft.com/office/drawing/2014/main" id="{96C72316-C43D-101B-A93B-629964927459}"/>
                </a:ext>
              </a:extLst>
            </p:cNvPr>
            <p:cNvSpPr/>
            <p:nvPr/>
          </p:nvSpPr>
          <p:spPr>
            <a:xfrm>
              <a:off x="1215552" y="3256105"/>
              <a:ext cx="823519" cy="550191"/>
            </a:xfrm>
            <a:custGeom>
              <a:avLst/>
              <a:gdLst/>
              <a:ahLst/>
              <a:cxnLst/>
              <a:rect l="l" t="t" r="r" b="b"/>
              <a:pathLst>
                <a:path w="58261" h="38924" fill="none" extrusionOk="0">
                  <a:moveTo>
                    <a:pt x="1" y="0"/>
                  </a:moveTo>
                  <a:lnTo>
                    <a:pt x="58261" y="0"/>
                  </a:lnTo>
                  <a:lnTo>
                    <a:pt x="58261" y="38923"/>
                  </a:lnTo>
                  <a:lnTo>
                    <a:pt x="1" y="38923"/>
                  </a:lnTo>
                  <a:lnTo>
                    <a:pt x="1"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 name="Google Shape;2820;p67">
              <a:extLst>
                <a:ext uri="{FF2B5EF4-FFF2-40B4-BE49-F238E27FC236}">
                  <a16:creationId xmlns:a16="http://schemas.microsoft.com/office/drawing/2014/main" id="{F9EA9F45-E794-80D5-C879-E1D4254FC88E}"/>
                </a:ext>
              </a:extLst>
            </p:cNvPr>
            <p:cNvSpPr/>
            <p:nvPr/>
          </p:nvSpPr>
          <p:spPr>
            <a:xfrm>
              <a:off x="1254607" y="3205799"/>
              <a:ext cx="823505" cy="224096"/>
            </a:xfrm>
            <a:custGeom>
              <a:avLst/>
              <a:gdLst/>
              <a:ahLst/>
              <a:cxnLst/>
              <a:rect l="l" t="t" r="r" b="b"/>
              <a:pathLst>
                <a:path w="58260" h="15854" extrusionOk="0">
                  <a:moveTo>
                    <a:pt x="149" y="1"/>
                  </a:moveTo>
                  <a:lnTo>
                    <a:pt x="75" y="25"/>
                  </a:lnTo>
                  <a:lnTo>
                    <a:pt x="25" y="50"/>
                  </a:lnTo>
                  <a:lnTo>
                    <a:pt x="0" y="100"/>
                  </a:lnTo>
                  <a:lnTo>
                    <a:pt x="0" y="150"/>
                  </a:lnTo>
                  <a:lnTo>
                    <a:pt x="0" y="15704"/>
                  </a:lnTo>
                  <a:lnTo>
                    <a:pt x="0" y="15779"/>
                  </a:lnTo>
                  <a:lnTo>
                    <a:pt x="25" y="15829"/>
                  </a:lnTo>
                  <a:lnTo>
                    <a:pt x="75" y="15853"/>
                  </a:lnTo>
                  <a:lnTo>
                    <a:pt x="55921" y="15853"/>
                  </a:lnTo>
                  <a:lnTo>
                    <a:pt x="56170" y="15804"/>
                  </a:lnTo>
                  <a:lnTo>
                    <a:pt x="56418" y="15754"/>
                  </a:lnTo>
                  <a:lnTo>
                    <a:pt x="56667" y="15654"/>
                  </a:lnTo>
                  <a:lnTo>
                    <a:pt x="56891" y="15555"/>
                  </a:lnTo>
                  <a:lnTo>
                    <a:pt x="57115" y="15405"/>
                  </a:lnTo>
                  <a:lnTo>
                    <a:pt x="57314" y="15256"/>
                  </a:lnTo>
                  <a:lnTo>
                    <a:pt x="57489" y="15107"/>
                  </a:lnTo>
                  <a:lnTo>
                    <a:pt x="57663" y="14908"/>
                  </a:lnTo>
                  <a:lnTo>
                    <a:pt x="57812" y="14709"/>
                  </a:lnTo>
                  <a:lnTo>
                    <a:pt x="57936" y="14485"/>
                  </a:lnTo>
                  <a:lnTo>
                    <a:pt x="58061" y="14261"/>
                  </a:lnTo>
                  <a:lnTo>
                    <a:pt x="58136" y="14037"/>
                  </a:lnTo>
                  <a:lnTo>
                    <a:pt x="58210" y="13788"/>
                  </a:lnTo>
                  <a:lnTo>
                    <a:pt x="58235" y="13514"/>
                  </a:lnTo>
                  <a:lnTo>
                    <a:pt x="58260" y="13240"/>
                  </a:lnTo>
                  <a:lnTo>
                    <a:pt x="58260" y="2614"/>
                  </a:lnTo>
                  <a:lnTo>
                    <a:pt x="58235" y="2340"/>
                  </a:lnTo>
                  <a:lnTo>
                    <a:pt x="58210" y="2091"/>
                  </a:lnTo>
                  <a:lnTo>
                    <a:pt x="58136" y="1842"/>
                  </a:lnTo>
                  <a:lnTo>
                    <a:pt x="58061" y="1593"/>
                  </a:lnTo>
                  <a:lnTo>
                    <a:pt x="57936" y="1369"/>
                  </a:lnTo>
                  <a:lnTo>
                    <a:pt x="57812" y="1145"/>
                  </a:lnTo>
                  <a:lnTo>
                    <a:pt x="57663" y="946"/>
                  </a:lnTo>
                  <a:lnTo>
                    <a:pt x="57489" y="772"/>
                  </a:lnTo>
                  <a:lnTo>
                    <a:pt x="57314" y="598"/>
                  </a:lnTo>
                  <a:lnTo>
                    <a:pt x="57115" y="449"/>
                  </a:lnTo>
                  <a:lnTo>
                    <a:pt x="56891" y="324"/>
                  </a:lnTo>
                  <a:lnTo>
                    <a:pt x="56667" y="200"/>
                  </a:lnTo>
                  <a:lnTo>
                    <a:pt x="56418" y="125"/>
                  </a:lnTo>
                  <a:lnTo>
                    <a:pt x="56170" y="50"/>
                  </a:lnTo>
                  <a:lnTo>
                    <a:pt x="55921" y="25"/>
                  </a:lnTo>
                  <a:lnTo>
                    <a:pt x="55647" y="1"/>
                  </a:lnTo>
                  <a:close/>
                </a:path>
              </a:pathLst>
            </a:custGeom>
            <a:solidFill>
              <a:srgbClr val="E0E0E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 name="Google Shape;2821;p67">
              <a:extLst>
                <a:ext uri="{FF2B5EF4-FFF2-40B4-BE49-F238E27FC236}">
                  <a16:creationId xmlns:a16="http://schemas.microsoft.com/office/drawing/2014/main" id="{98A1D74F-A4E1-D0F0-6473-B0246B0056C3}"/>
                </a:ext>
              </a:extLst>
            </p:cNvPr>
            <p:cNvSpPr/>
            <p:nvPr/>
          </p:nvSpPr>
          <p:spPr>
            <a:xfrm>
              <a:off x="1254607" y="3205799"/>
              <a:ext cx="823505" cy="224096"/>
            </a:xfrm>
            <a:custGeom>
              <a:avLst/>
              <a:gdLst/>
              <a:ahLst/>
              <a:cxnLst/>
              <a:rect l="l" t="t" r="r" b="b"/>
              <a:pathLst>
                <a:path w="58260" h="15854" fill="none" extrusionOk="0">
                  <a:moveTo>
                    <a:pt x="149" y="1"/>
                  </a:moveTo>
                  <a:lnTo>
                    <a:pt x="55647" y="1"/>
                  </a:lnTo>
                  <a:lnTo>
                    <a:pt x="55647" y="1"/>
                  </a:lnTo>
                  <a:lnTo>
                    <a:pt x="55921" y="25"/>
                  </a:lnTo>
                  <a:lnTo>
                    <a:pt x="56170" y="50"/>
                  </a:lnTo>
                  <a:lnTo>
                    <a:pt x="56418" y="125"/>
                  </a:lnTo>
                  <a:lnTo>
                    <a:pt x="56667" y="200"/>
                  </a:lnTo>
                  <a:lnTo>
                    <a:pt x="56891" y="324"/>
                  </a:lnTo>
                  <a:lnTo>
                    <a:pt x="57115" y="449"/>
                  </a:lnTo>
                  <a:lnTo>
                    <a:pt x="57314" y="598"/>
                  </a:lnTo>
                  <a:lnTo>
                    <a:pt x="57489" y="772"/>
                  </a:lnTo>
                  <a:lnTo>
                    <a:pt x="57663" y="946"/>
                  </a:lnTo>
                  <a:lnTo>
                    <a:pt x="57812" y="1145"/>
                  </a:lnTo>
                  <a:lnTo>
                    <a:pt x="57936" y="1369"/>
                  </a:lnTo>
                  <a:lnTo>
                    <a:pt x="58061" y="1593"/>
                  </a:lnTo>
                  <a:lnTo>
                    <a:pt x="58136" y="1842"/>
                  </a:lnTo>
                  <a:lnTo>
                    <a:pt x="58210" y="2091"/>
                  </a:lnTo>
                  <a:lnTo>
                    <a:pt x="58235" y="2340"/>
                  </a:lnTo>
                  <a:lnTo>
                    <a:pt x="58260" y="2614"/>
                  </a:lnTo>
                  <a:lnTo>
                    <a:pt x="58260" y="13240"/>
                  </a:lnTo>
                  <a:lnTo>
                    <a:pt x="58260" y="13240"/>
                  </a:lnTo>
                  <a:lnTo>
                    <a:pt x="58235" y="13514"/>
                  </a:lnTo>
                  <a:lnTo>
                    <a:pt x="58210" y="13788"/>
                  </a:lnTo>
                  <a:lnTo>
                    <a:pt x="58136" y="14037"/>
                  </a:lnTo>
                  <a:lnTo>
                    <a:pt x="58061" y="14261"/>
                  </a:lnTo>
                  <a:lnTo>
                    <a:pt x="57936" y="14485"/>
                  </a:lnTo>
                  <a:lnTo>
                    <a:pt x="57812" y="14709"/>
                  </a:lnTo>
                  <a:lnTo>
                    <a:pt x="57663" y="14908"/>
                  </a:lnTo>
                  <a:lnTo>
                    <a:pt x="57489" y="15107"/>
                  </a:lnTo>
                  <a:lnTo>
                    <a:pt x="57314" y="15256"/>
                  </a:lnTo>
                  <a:lnTo>
                    <a:pt x="57115" y="15405"/>
                  </a:lnTo>
                  <a:lnTo>
                    <a:pt x="56891" y="15555"/>
                  </a:lnTo>
                  <a:lnTo>
                    <a:pt x="56667" y="15654"/>
                  </a:lnTo>
                  <a:lnTo>
                    <a:pt x="56418" y="15754"/>
                  </a:lnTo>
                  <a:lnTo>
                    <a:pt x="56170" y="15804"/>
                  </a:lnTo>
                  <a:lnTo>
                    <a:pt x="55921" y="15853"/>
                  </a:lnTo>
                  <a:lnTo>
                    <a:pt x="55647" y="15853"/>
                  </a:lnTo>
                  <a:lnTo>
                    <a:pt x="149" y="15853"/>
                  </a:lnTo>
                  <a:lnTo>
                    <a:pt x="149" y="15853"/>
                  </a:lnTo>
                  <a:lnTo>
                    <a:pt x="75" y="15853"/>
                  </a:lnTo>
                  <a:lnTo>
                    <a:pt x="25" y="15829"/>
                  </a:lnTo>
                  <a:lnTo>
                    <a:pt x="0" y="15779"/>
                  </a:lnTo>
                  <a:lnTo>
                    <a:pt x="0" y="15704"/>
                  </a:lnTo>
                  <a:lnTo>
                    <a:pt x="0" y="150"/>
                  </a:lnTo>
                  <a:lnTo>
                    <a:pt x="0" y="150"/>
                  </a:lnTo>
                  <a:lnTo>
                    <a:pt x="0" y="100"/>
                  </a:lnTo>
                  <a:lnTo>
                    <a:pt x="25" y="50"/>
                  </a:lnTo>
                  <a:lnTo>
                    <a:pt x="75" y="25"/>
                  </a:lnTo>
                  <a:lnTo>
                    <a:pt x="149"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 name="Google Shape;2822;p67">
              <a:extLst>
                <a:ext uri="{FF2B5EF4-FFF2-40B4-BE49-F238E27FC236}">
                  <a16:creationId xmlns:a16="http://schemas.microsoft.com/office/drawing/2014/main" id="{52928BBF-C50D-997D-6659-8F09C2323018}"/>
                </a:ext>
              </a:extLst>
            </p:cNvPr>
            <p:cNvSpPr/>
            <p:nvPr/>
          </p:nvSpPr>
          <p:spPr>
            <a:xfrm>
              <a:off x="1082937" y="2934577"/>
              <a:ext cx="256805" cy="871720"/>
            </a:xfrm>
            <a:custGeom>
              <a:avLst/>
              <a:gdLst/>
              <a:ahLst/>
              <a:cxnLst/>
              <a:rect l="l" t="t" r="r" b="b"/>
              <a:pathLst>
                <a:path w="18168" h="61671" extrusionOk="0">
                  <a:moveTo>
                    <a:pt x="8238" y="1"/>
                  </a:moveTo>
                  <a:lnTo>
                    <a:pt x="7790" y="51"/>
                  </a:lnTo>
                  <a:lnTo>
                    <a:pt x="7367" y="100"/>
                  </a:lnTo>
                  <a:lnTo>
                    <a:pt x="6944" y="175"/>
                  </a:lnTo>
                  <a:lnTo>
                    <a:pt x="6521" y="275"/>
                  </a:lnTo>
                  <a:lnTo>
                    <a:pt x="6098" y="399"/>
                  </a:lnTo>
                  <a:lnTo>
                    <a:pt x="5699" y="524"/>
                  </a:lnTo>
                  <a:lnTo>
                    <a:pt x="5301" y="673"/>
                  </a:lnTo>
                  <a:lnTo>
                    <a:pt x="4928" y="847"/>
                  </a:lnTo>
                  <a:lnTo>
                    <a:pt x="4555" y="1046"/>
                  </a:lnTo>
                  <a:lnTo>
                    <a:pt x="4181" y="1245"/>
                  </a:lnTo>
                  <a:lnTo>
                    <a:pt x="3833" y="1469"/>
                  </a:lnTo>
                  <a:lnTo>
                    <a:pt x="3484" y="1718"/>
                  </a:lnTo>
                  <a:lnTo>
                    <a:pt x="3161" y="1992"/>
                  </a:lnTo>
                  <a:lnTo>
                    <a:pt x="2862" y="2266"/>
                  </a:lnTo>
                  <a:lnTo>
                    <a:pt x="2539" y="2539"/>
                  </a:lnTo>
                  <a:lnTo>
                    <a:pt x="2265" y="2838"/>
                  </a:lnTo>
                  <a:lnTo>
                    <a:pt x="1991" y="3162"/>
                  </a:lnTo>
                  <a:lnTo>
                    <a:pt x="1742" y="3485"/>
                  </a:lnTo>
                  <a:lnTo>
                    <a:pt x="1494" y="3833"/>
                  </a:lnTo>
                  <a:lnTo>
                    <a:pt x="1270" y="4182"/>
                  </a:lnTo>
                  <a:lnTo>
                    <a:pt x="1046" y="4530"/>
                  </a:lnTo>
                  <a:lnTo>
                    <a:pt x="871" y="4904"/>
                  </a:lnTo>
                  <a:lnTo>
                    <a:pt x="697" y="5302"/>
                  </a:lnTo>
                  <a:lnTo>
                    <a:pt x="523" y="5700"/>
                  </a:lnTo>
                  <a:lnTo>
                    <a:pt x="398" y="6098"/>
                  </a:lnTo>
                  <a:lnTo>
                    <a:pt x="274" y="6496"/>
                  </a:lnTo>
                  <a:lnTo>
                    <a:pt x="175" y="6919"/>
                  </a:lnTo>
                  <a:lnTo>
                    <a:pt x="100" y="7343"/>
                  </a:lnTo>
                  <a:lnTo>
                    <a:pt x="50" y="7790"/>
                  </a:lnTo>
                  <a:lnTo>
                    <a:pt x="25" y="8238"/>
                  </a:lnTo>
                  <a:lnTo>
                    <a:pt x="0" y="8686"/>
                  </a:lnTo>
                  <a:lnTo>
                    <a:pt x="0" y="52985"/>
                  </a:lnTo>
                  <a:lnTo>
                    <a:pt x="25" y="53433"/>
                  </a:lnTo>
                  <a:lnTo>
                    <a:pt x="50" y="53881"/>
                  </a:lnTo>
                  <a:lnTo>
                    <a:pt x="100" y="54304"/>
                  </a:lnTo>
                  <a:lnTo>
                    <a:pt x="175" y="54752"/>
                  </a:lnTo>
                  <a:lnTo>
                    <a:pt x="274" y="55150"/>
                  </a:lnTo>
                  <a:lnTo>
                    <a:pt x="398" y="55573"/>
                  </a:lnTo>
                  <a:lnTo>
                    <a:pt x="523" y="55971"/>
                  </a:lnTo>
                  <a:lnTo>
                    <a:pt x="697" y="56369"/>
                  </a:lnTo>
                  <a:lnTo>
                    <a:pt x="871" y="56743"/>
                  </a:lnTo>
                  <a:lnTo>
                    <a:pt x="1046" y="57141"/>
                  </a:lnTo>
                  <a:lnTo>
                    <a:pt x="1270" y="57489"/>
                  </a:lnTo>
                  <a:lnTo>
                    <a:pt x="1494" y="57838"/>
                  </a:lnTo>
                  <a:lnTo>
                    <a:pt x="1742" y="58186"/>
                  </a:lnTo>
                  <a:lnTo>
                    <a:pt x="1991" y="58510"/>
                  </a:lnTo>
                  <a:lnTo>
                    <a:pt x="2265" y="58833"/>
                  </a:lnTo>
                  <a:lnTo>
                    <a:pt x="2539" y="59132"/>
                  </a:lnTo>
                  <a:lnTo>
                    <a:pt x="2862" y="59406"/>
                  </a:lnTo>
                  <a:lnTo>
                    <a:pt x="3161" y="59679"/>
                  </a:lnTo>
                  <a:lnTo>
                    <a:pt x="3484" y="59953"/>
                  </a:lnTo>
                  <a:lnTo>
                    <a:pt x="3833" y="60177"/>
                  </a:lnTo>
                  <a:lnTo>
                    <a:pt x="4181" y="60401"/>
                  </a:lnTo>
                  <a:lnTo>
                    <a:pt x="4555" y="60625"/>
                  </a:lnTo>
                  <a:lnTo>
                    <a:pt x="4928" y="60824"/>
                  </a:lnTo>
                  <a:lnTo>
                    <a:pt x="5301" y="60998"/>
                  </a:lnTo>
                  <a:lnTo>
                    <a:pt x="5699" y="61148"/>
                  </a:lnTo>
                  <a:lnTo>
                    <a:pt x="6098" y="61272"/>
                  </a:lnTo>
                  <a:lnTo>
                    <a:pt x="6521" y="61397"/>
                  </a:lnTo>
                  <a:lnTo>
                    <a:pt x="6944" y="61496"/>
                  </a:lnTo>
                  <a:lnTo>
                    <a:pt x="7367" y="61571"/>
                  </a:lnTo>
                  <a:lnTo>
                    <a:pt x="7790" y="61621"/>
                  </a:lnTo>
                  <a:lnTo>
                    <a:pt x="8238" y="61645"/>
                  </a:lnTo>
                  <a:lnTo>
                    <a:pt x="8686" y="61670"/>
                  </a:lnTo>
                  <a:lnTo>
                    <a:pt x="9507" y="61670"/>
                  </a:lnTo>
                  <a:lnTo>
                    <a:pt x="9955" y="61645"/>
                  </a:lnTo>
                  <a:lnTo>
                    <a:pt x="10378" y="61621"/>
                  </a:lnTo>
                  <a:lnTo>
                    <a:pt x="10826" y="61571"/>
                  </a:lnTo>
                  <a:lnTo>
                    <a:pt x="11249" y="61496"/>
                  </a:lnTo>
                  <a:lnTo>
                    <a:pt x="11672" y="61397"/>
                  </a:lnTo>
                  <a:lnTo>
                    <a:pt x="12070" y="61272"/>
                  </a:lnTo>
                  <a:lnTo>
                    <a:pt x="12493" y="61148"/>
                  </a:lnTo>
                  <a:lnTo>
                    <a:pt x="12867" y="60998"/>
                  </a:lnTo>
                  <a:lnTo>
                    <a:pt x="13265" y="60824"/>
                  </a:lnTo>
                  <a:lnTo>
                    <a:pt x="13638" y="60625"/>
                  </a:lnTo>
                  <a:lnTo>
                    <a:pt x="14012" y="60401"/>
                  </a:lnTo>
                  <a:lnTo>
                    <a:pt x="14360" y="60177"/>
                  </a:lnTo>
                  <a:lnTo>
                    <a:pt x="14683" y="59953"/>
                  </a:lnTo>
                  <a:lnTo>
                    <a:pt x="15007" y="59679"/>
                  </a:lnTo>
                  <a:lnTo>
                    <a:pt x="15331" y="59406"/>
                  </a:lnTo>
                  <a:lnTo>
                    <a:pt x="15629" y="59132"/>
                  </a:lnTo>
                  <a:lnTo>
                    <a:pt x="15928" y="58833"/>
                  </a:lnTo>
                  <a:lnTo>
                    <a:pt x="16202" y="58510"/>
                  </a:lnTo>
                  <a:lnTo>
                    <a:pt x="16450" y="58186"/>
                  </a:lnTo>
                  <a:lnTo>
                    <a:pt x="16699" y="57838"/>
                  </a:lnTo>
                  <a:lnTo>
                    <a:pt x="16923" y="57489"/>
                  </a:lnTo>
                  <a:lnTo>
                    <a:pt x="17122" y="57141"/>
                  </a:lnTo>
                  <a:lnTo>
                    <a:pt x="17321" y="56743"/>
                  </a:lnTo>
                  <a:lnTo>
                    <a:pt x="17496" y="56369"/>
                  </a:lnTo>
                  <a:lnTo>
                    <a:pt x="17645" y="55971"/>
                  </a:lnTo>
                  <a:lnTo>
                    <a:pt x="17794" y="55573"/>
                  </a:lnTo>
                  <a:lnTo>
                    <a:pt x="17894" y="55150"/>
                  </a:lnTo>
                  <a:lnTo>
                    <a:pt x="17993" y="54752"/>
                  </a:lnTo>
                  <a:lnTo>
                    <a:pt x="18068" y="54304"/>
                  </a:lnTo>
                  <a:lnTo>
                    <a:pt x="18143" y="53881"/>
                  </a:lnTo>
                  <a:lnTo>
                    <a:pt x="18168" y="53433"/>
                  </a:lnTo>
                  <a:lnTo>
                    <a:pt x="18168" y="52985"/>
                  </a:lnTo>
                  <a:lnTo>
                    <a:pt x="18168" y="8686"/>
                  </a:lnTo>
                  <a:lnTo>
                    <a:pt x="18168" y="8238"/>
                  </a:lnTo>
                  <a:lnTo>
                    <a:pt x="18143" y="7790"/>
                  </a:lnTo>
                  <a:lnTo>
                    <a:pt x="18068" y="7343"/>
                  </a:lnTo>
                  <a:lnTo>
                    <a:pt x="17993" y="6919"/>
                  </a:lnTo>
                  <a:lnTo>
                    <a:pt x="17894" y="6496"/>
                  </a:lnTo>
                  <a:lnTo>
                    <a:pt x="17794" y="6098"/>
                  </a:lnTo>
                  <a:lnTo>
                    <a:pt x="17645" y="5700"/>
                  </a:lnTo>
                  <a:lnTo>
                    <a:pt x="17496" y="5302"/>
                  </a:lnTo>
                  <a:lnTo>
                    <a:pt x="17321" y="4904"/>
                  </a:lnTo>
                  <a:lnTo>
                    <a:pt x="17122" y="4530"/>
                  </a:lnTo>
                  <a:lnTo>
                    <a:pt x="16923" y="4182"/>
                  </a:lnTo>
                  <a:lnTo>
                    <a:pt x="16699" y="3833"/>
                  </a:lnTo>
                  <a:lnTo>
                    <a:pt x="16450" y="3485"/>
                  </a:lnTo>
                  <a:lnTo>
                    <a:pt x="16202" y="3162"/>
                  </a:lnTo>
                  <a:lnTo>
                    <a:pt x="15928" y="2838"/>
                  </a:lnTo>
                  <a:lnTo>
                    <a:pt x="15629" y="2539"/>
                  </a:lnTo>
                  <a:lnTo>
                    <a:pt x="15331" y="2266"/>
                  </a:lnTo>
                  <a:lnTo>
                    <a:pt x="15007" y="1992"/>
                  </a:lnTo>
                  <a:lnTo>
                    <a:pt x="14683" y="1718"/>
                  </a:lnTo>
                  <a:lnTo>
                    <a:pt x="14360" y="1469"/>
                  </a:lnTo>
                  <a:lnTo>
                    <a:pt x="14012" y="1245"/>
                  </a:lnTo>
                  <a:lnTo>
                    <a:pt x="13638" y="1046"/>
                  </a:lnTo>
                  <a:lnTo>
                    <a:pt x="13265" y="847"/>
                  </a:lnTo>
                  <a:lnTo>
                    <a:pt x="12867" y="673"/>
                  </a:lnTo>
                  <a:lnTo>
                    <a:pt x="12493" y="524"/>
                  </a:lnTo>
                  <a:lnTo>
                    <a:pt x="12070" y="399"/>
                  </a:lnTo>
                  <a:lnTo>
                    <a:pt x="11672" y="275"/>
                  </a:lnTo>
                  <a:lnTo>
                    <a:pt x="11249" y="175"/>
                  </a:lnTo>
                  <a:lnTo>
                    <a:pt x="10826" y="100"/>
                  </a:lnTo>
                  <a:lnTo>
                    <a:pt x="10378" y="51"/>
                  </a:lnTo>
                  <a:lnTo>
                    <a:pt x="9955"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 name="Google Shape;2823;p67">
              <a:extLst>
                <a:ext uri="{FF2B5EF4-FFF2-40B4-BE49-F238E27FC236}">
                  <a16:creationId xmlns:a16="http://schemas.microsoft.com/office/drawing/2014/main" id="{4AC7FFE9-BE80-F563-471B-EF07BB4076F1}"/>
                </a:ext>
              </a:extLst>
            </p:cNvPr>
            <p:cNvSpPr/>
            <p:nvPr/>
          </p:nvSpPr>
          <p:spPr>
            <a:xfrm>
              <a:off x="1082937" y="2934577"/>
              <a:ext cx="256805" cy="871720"/>
            </a:xfrm>
            <a:custGeom>
              <a:avLst/>
              <a:gdLst/>
              <a:ahLst/>
              <a:cxnLst/>
              <a:rect l="l" t="t" r="r" b="b"/>
              <a:pathLst>
                <a:path w="18168" h="61671" fill="none" extrusionOk="0">
                  <a:moveTo>
                    <a:pt x="9507" y="61670"/>
                  </a:moveTo>
                  <a:lnTo>
                    <a:pt x="8686" y="61670"/>
                  </a:lnTo>
                  <a:lnTo>
                    <a:pt x="8686" y="61670"/>
                  </a:lnTo>
                  <a:lnTo>
                    <a:pt x="8238" y="61645"/>
                  </a:lnTo>
                  <a:lnTo>
                    <a:pt x="7790" y="61621"/>
                  </a:lnTo>
                  <a:lnTo>
                    <a:pt x="7367" y="61571"/>
                  </a:lnTo>
                  <a:lnTo>
                    <a:pt x="6944" y="61496"/>
                  </a:lnTo>
                  <a:lnTo>
                    <a:pt x="6521" y="61397"/>
                  </a:lnTo>
                  <a:lnTo>
                    <a:pt x="6098" y="61272"/>
                  </a:lnTo>
                  <a:lnTo>
                    <a:pt x="5699" y="61148"/>
                  </a:lnTo>
                  <a:lnTo>
                    <a:pt x="5301" y="60998"/>
                  </a:lnTo>
                  <a:lnTo>
                    <a:pt x="4928" y="60824"/>
                  </a:lnTo>
                  <a:lnTo>
                    <a:pt x="4555" y="60625"/>
                  </a:lnTo>
                  <a:lnTo>
                    <a:pt x="4181" y="60401"/>
                  </a:lnTo>
                  <a:lnTo>
                    <a:pt x="3833" y="60177"/>
                  </a:lnTo>
                  <a:lnTo>
                    <a:pt x="3484" y="59953"/>
                  </a:lnTo>
                  <a:lnTo>
                    <a:pt x="3161" y="59679"/>
                  </a:lnTo>
                  <a:lnTo>
                    <a:pt x="2862" y="59406"/>
                  </a:lnTo>
                  <a:lnTo>
                    <a:pt x="2539" y="59132"/>
                  </a:lnTo>
                  <a:lnTo>
                    <a:pt x="2265" y="58833"/>
                  </a:lnTo>
                  <a:lnTo>
                    <a:pt x="1991" y="58510"/>
                  </a:lnTo>
                  <a:lnTo>
                    <a:pt x="1742" y="58186"/>
                  </a:lnTo>
                  <a:lnTo>
                    <a:pt x="1494" y="57838"/>
                  </a:lnTo>
                  <a:lnTo>
                    <a:pt x="1270" y="57489"/>
                  </a:lnTo>
                  <a:lnTo>
                    <a:pt x="1046" y="57141"/>
                  </a:lnTo>
                  <a:lnTo>
                    <a:pt x="871" y="56743"/>
                  </a:lnTo>
                  <a:lnTo>
                    <a:pt x="697" y="56369"/>
                  </a:lnTo>
                  <a:lnTo>
                    <a:pt x="523" y="55971"/>
                  </a:lnTo>
                  <a:lnTo>
                    <a:pt x="398" y="55573"/>
                  </a:lnTo>
                  <a:lnTo>
                    <a:pt x="274" y="55150"/>
                  </a:lnTo>
                  <a:lnTo>
                    <a:pt x="175" y="54752"/>
                  </a:lnTo>
                  <a:lnTo>
                    <a:pt x="100" y="54304"/>
                  </a:lnTo>
                  <a:lnTo>
                    <a:pt x="50" y="53881"/>
                  </a:lnTo>
                  <a:lnTo>
                    <a:pt x="25" y="53433"/>
                  </a:lnTo>
                  <a:lnTo>
                    <a:pt x="0" y="52985"/>
                  </a:lnTo>
                  <a:lnTo>
                    <a:pt x="0" y="8686"/>
                  </a:lnTo>
                  <a:lnTo>
                    <a:pt x="0" y="8686"/>
                  </a:lnTo>
                  <a:lnTo>
                    <a:pt x="25" y="8238"/>
                  </a:lnTo>
                  <a:lnTo>
                    <a:pt x="50" y="7790"/>
                  </a:lnTo>
                  <a:lnTo>
                    <a:pt x="100" y="7343"/>
                  </a:lnTo>
                  <a:lnTo>
                    <a:pt x="175" y="6919"/>
                  </a:lnTo>
                  <a:lnTo>
                    <a:pt x="274" y="6496"/>
                  </a:lnTo>
                  <a:lnTo>
                    <a:pt x="398" y="6098"/>
                  </a:lnTo>
                  <a:lnTo>
                    <a:pt x="523" y="5700"/>
                  </a:lnTo>
                  <a:lnTo>
                    <a:pt x="697" y="5302"/>
                  </a:lnTo>
                  <a:lnTo>
                    <a:pt x="871" y="4904"/>
                  </a:lnTo>
                  <a:lnTo>
                    <a:pt x="1046" y="4530"/>
                  </a:lnTo>
                  <a:lnTo>
                    <a:pt x="1270" y="4182"/>
                  </a:lnTo>
                  <a:lnTo>
                    <a:pt x="1494" y="3833"/>
                  </a:lnTo>
                  <a:lnTo>
                    <a:pt x="1742" y="3485"/>
                  </a:lnTo>
                  <a:lnTo>
                    <a:pt x="1991" y="3162"/>
                  </a:lnTo>
                  <a:lnTo>
                    <a:pt x="2265" y="2838"/>
                  </a:lnTo>
                  <a:lnTo>
                    <a:pt x="2539" y="2539"/>
                  </a:lnTo>
                  <a:lnTo>
                    <a:pt x="2862" y="2266"/>
                  </a:lnTo>
                  <a:lnTo>
                    <a:pt x="3161" y="1992"/>
                  </a:lnTo>
                  <a:lnTo>
                    <a:pt x="3484" y="1718"/>
                  </a:lnTo>
                  <a:lnTo>
                    <a:pt x="3833" y="1469"/>
                  </a:lnTo>
                  <a:lnTo>
                    <a:pt x="4181" y="1245"/>
                  </a:lnTo>
                  <a:lnTo>
                    <a:pt x="4555" y="1046"/>
                  </a:lnTo>
                  <a:lnTo>
                    <a:pt x="4928" y="847"/>
                  </a:lnTo>
                  <a:lnTo>
                    <a:pt x="5301" y="673"/>
                  </a:lnTo>
                  <a:lnTo>
                    <a:pt x="5699" y="524"/>
                  </a:lnTo>
                  <a:lnTo>
                    <a:pt x="6098" y="399"/>
                  </a:lnTo>
                  <a:lnTo>
                    <a:pt x="6521" y="275"/>
                  </a:lnTo>
                  <a:lnTo>
                    <a:pt x="6944" y="175"/>
                  </a:lnTo>
                  <a:lnTo>
                    <a:pt x="7367" y="100"/>
                  </a:lnTo>
                  <a:lnTo>
                    <a:pt x="7790" y="51"/>
                  </a:lnTo>
                  <a:lnTo>
                    <a:pt x="8238" y="1"/>
                  </a:lnTo>
                  <a:lnTo>
                    <a:pt x="8686" y="1"/>
                  </a:lnTo>
                  <a:lnTo>
                    <a:pt x="9507" y="1"/>
                  </a:lnTo>
                  <a:lnTo>
                    <a:pt x="9507" y="1"/>
                  </a:lnTo>
                  <a:lnTo>
                    <a:pt x="9955" y="1"/>
                  </a:lnTo>
                  <a:lnTo>
                    <a:pt x="10378" y="51"/>
                  </a:lnTo>
                  <a:lnTo>
                    <a:pt x="10826" y="100"/>
                  </a:lnTo>
                  <a:lnTo>
                    <a:pt x="11249" y="175"/>
                  </a:lnTo>
                  <a:lnTo>
                    <a:pt x="11672" y="275"/>
                  </a:lnTo>
                  <a:lnTo>
                    <a:pt x="12070" y="399"/>
                  </a:lnTo>
                  <a:lnTo>
                    <a:pt x="12493" y="524"/>
                  </a:lnTo>
                  <a:lnTo>
                    <a:pt x="12867" y="673"/>
                  </a:lnTo>
                  <a:lnTo>
                    <a:pt x="13265" y="847"/>
                  </a:lnTo>
                  <a:lnTo>
                    <a:pt x="13638" y="1046"/>
                  </a:lnTo>
                  <a:lnTo>
                    <a:pt x="14012" y="1245"/>
                  </a:lnTo>
                  <a:lnTo>
                    <a:pt x="14360" y="1469"/>
                  </a:lnTo>
                  <a:lnTo>
                    <a:pt x="14683" y="1718"/>
                  </a:lnTo>
                  <a:lnTo>
                    <a:pt x="15007" y="1992"/>
                  </a:lnTo>
                  <a:lnTo>
                    <a:pt x="15331" y="2266"/>
                  </a:lnTo>
                  <a:lnTo>
                    <a:pt x="15629" y="2539"/>
                  </a:lnTo>
                  <a:lnTo>
                    <a:pt x="15928" y="2838"/>
                  </a:lnTo>
                  <a:lnTo>
                    <a:pt x="16202" y="3162"/>
                  </a:lnTo>
                  <a:lnTo>
                    <a:pt x="16450" y="3485"/>
                  </a:lnTo>
                  <a:lnTo>
                    <a:pt x="16699" y="3833"/>
                  </a:lnTo>
                  <a:lnTo>
                    <a:pt x="16923" y="4182"/>
                  </a:lnTo>
                  <a:lnTo>
                    <a:pt x="17122" y="4530"/>
                  </a:lnTo>
                  <a:lnTo>
                    <a:pt x="17321" y="4904"/>
                  </a:lnTo>
                  <a:lnTo>
                    <a:pt x="17496" y="5302"/>
                  </a:lnTo>
                  <a:lnTo>
                    <a:pt x="17645" y="5700"/>
                  </a:lnTo>
                  <a:lnTo>
                    <a:pt x="17794" y="6098"/>
                  </a:lnTo>
                  <a:lnTo>
                    <a:pt x="17894" y="6496"/>
                  </a:lnTo>
                  <a:lnTo>
                    <a:pt x="17993" y="6919"/>
                  </a:lnTo>
                  <a:lnTo>
                    <a:pt x="18068" y="7343"/>
                  </a:lnTo>
                  <a:lnTo>
                    <a:pt x="18143" y="7790"/>
                  </a:lnTo>
                  <a:lnTo>
                    <a:pt x="18168" y="8238"/>
                  </a:lnTo>
                  <a:lnTo>
                    <a:pt x="18168" y="8686"/>
                  </a:lnTo>
                  <a:lnTo>
                    <a:pt x="18168" y="52985"/>
                  </a:lnTo>
                  <a:lnTo>
                    <a:pt x="18168" y="52985"/>
                  </a:lnTo>
                  <a:lnTo>
                    <a:pt x="18168" y="53433"/>
                  </a:lnTo>
                  <a:lnTo>
                    <a:pt x="18143" y="53881"/>
                  </a:lnTo>
                  <a:lnTo>
                    <a:pt x="18068" y="54304"/>
                  </a:lnTo>
                  <a:lnTo>
                    <a:pt x="17993" y="54752"/>
                  </a:lnTo>
                  <a:lnTo>
                    <a:pt x="17894" y="55150"/>
                  </a:lnTo>
                  <a:lnTo>
                    <a:pt x="17794" y="55573"/>
                  </a:lnTo>
                  <a:lnTo>
                    <a:pt x="17645" y="55971"/>
                  </a:lnTo>
                  <a:lnTo>
                    <a:pt x="17496" y="56369"/>
                  </a:lnTo>
                  <a:lnTo>
                    <a:pt x="17321" y="56743"/>
                  </a:lnTo>
                  <a:lnTo>
                    <a:pt x="17122" y="57141"/>
                  </a:lnTo>
                  <a:lnTo>
                    <a:pt x="16923" y="57489"/>
                  </a:lnTo>
                  <a:lnTo>
                    <a:pt x="16699" y="57838"/>
                  </a:lnTo>
                  <a:lnTo>
                    <a:pt x="16450" y="58186"/>
                  </a:lnTo>
                  <a:lnTo>
                    <a:pt x="16202" y="58510"/>
                  </a:lnTo>
                  <a:lnTo>
                    <a:pt x="15928" y="58833"/>
                  </a:lnTo>
                  <a:lnTo>
                    <a:pt x="15629" y="59132"/>
                  </a:lnTo>
                  <a:lnTo>
                    <a:pt x="15331" y="59406"/>
                  </a:lnTo>
                  <a:lnTo>
                    <a:pt x="15007" y="59679"/>
                  </a:lnTo>
                  <a:lnTo>
                    <a:pt x="14683" y="59953"/>
                  </a:lnTo>
                  <a:lnTo>
                    <a:pt x="14360" y="60177"/>
                  </a:lnTo>
                  <a:lnTo>
                    <a:pt x="14012" y="60401"/>
                  </a:lnTo>
                  <a:lnTo>
                    <a:pt x="13638" y="60625"/>
                  </a:lnTo>
                  <a:lnTo>
                    <a:pt x="13265" y="60824"/>
                  </a:lnTo>
                  <a:lnTo>
                    <a:pt x="12867" y="60998"/>
                  </a:lnTo>
                  <a:lnTo>
                    <a:pt x="12493" y="61148"/>
                  </a:lnTo>
                  <a:lnTo>
                    <a:pt x="12070" y="61272"/>
                  </a:lnTo>
                  <a:lnTo>
                    <a:pt x="11672" y="61397"/>
                  </a:lnTo>
                  <a:lnTo>
                    <a:pt x="11249" y="61496"/>
                  </a:lnTo>
                  <a:lnTo>
                    <a:pt x="10826" y="61571"/>
                  </a:lnTo>
                  <a:lnTo>
                    <a:pt x="10378" y="61621"/>
                  </a:lnTo>
                  <a:lnTo>
                    <a:pt x="9955" y="61645"/>
                  </a:lnTo>
                  <a:lnTo>
                    <a:pt x="9507" y="6167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 name="Google Shape;2824;p67">
              <a:extLst>
                <a:ext uri="{FF2B5EF4-FFF2-40B4-BE49-F238E27FC236}">
                  <a16:creationId xmlns:a16="http://schemas.microsoft.com/office/drawing/2014/main" id="{CA9EA17B-13BA-555A-3844-848ADF0C3272}"/>
                </a:ext>
              </a:extLst>
            </p:cNvPr>
            <p:cNvSpPr/>
            <p:nvPr/>
          </p:nvSpPr>
          <p:spPr>
            <a:xfrm>
              <a:off x="2611044" y="3655363"/>
              <a:ext cx="84796" cy="178370"/>
            </a:xfrm>
            <a:custGeom>
              <a:avLst/>
              <a:gdLst/>
              <a:ahLst/>
              <a:cxnLst/>
              <a:rect l="l" t="t" r="r" b="b"/>
              <a:pathLst>
                <a:path w="5999" h="12619" extrusionOk="0">
                  <a:moveTo>
                    <a:pt x="0" y="1"/>
                  </a:moveTo>
                  <a:lnTo>
                    <a:pt x="0" y="12618"/>
                  </a:lnTo>
                  <a:lnTo>
                    <a:pt x="2937" y="12618"/>
                  </a:lnTo>
                  <a:lnTo>
                    <a:pt x="5998"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 name="Google Shape;2825;p67">
              <a:extLst>
                <a:ext uri="{FF2B5EF4-FFF2-40B4-BE49-F238E27FC236}">
                  <a16:creationId xmlns:a16="http://schemas.microsoft.com/office/drawing/2014/main" id="{D7CC330C-90D4-CBB6-C499-CBED99ACA861}"/>
                </a:ext>
              </a:extLst>
            </p:cNvPr>
            <p:cNvSpPr/>
            <p:nvPr/>
          </p:nvSpPr>
          <p:spPr>
            <a:xfrm>
              <a:off x="2611044" y="3655363"/>
              <a:ext cx="84796" cy="178370"/>
            </a:xfrm>
            <a:custGeom>
              <a:avLst/>
              <a:gdLst/>
              <a:ahLst/>
              <a:cxnLst/>
              <a:rect l="l" t="t" r="r" b="b"/>
              <a:pathLst>
                <a:path w="5999" h="12619" fill="none" extrusionOk="0">
                  <a:moveTo>
                    <a:pt x="2937" y="12618"/>
                  </a:moveTo>
                  <a:lnTo>
                    <a:pt x="0" y="12618"/>
                  </a:lnTo>
                  <a:lnTo>
                    <a:pt x="0" y="1"/>
                  </a:lnTo>
                  <a:lnTo>
                    <a:pt x="5998" y="1"/>
                  </a:lnTo>
                  <a:lnTo>
                    <a:pt x="2937" y="12618"/>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 name="Google Shape;2826;p67">
              <a:extLst>
                <a:ext uri="{FF2B5EF4-FFF2-40B4-BE49-F238E27FC236}">
                  <a16:creationId xmlns:a16="http://schemas.microsoft.com/office/drawing/2014/main" id="{C60FC9BD-C278-B515-0685-6FDBEACC8CF7}"/>
                </a:ext>
              </a:extLst>
            </p:cNvPr>
            <p:cNvSpPr/>
            <p:nvPr/>
          </p:nvSpPr>
          <p:spPr>
            <a:xfrm>
              <a:off x="362504" y="4015579"/>
              <a:ext cx="3132556" cy="182935"/>
            </a:xfrm>
            <a:custGeom>
              <a:avLst/>
              <a:gdLst/>
              <a:ahLst/>
              <a:cxnLst/>
              <a:rect l="l" t="t" r="r" b="b"/>
              <a:pathLst>
                <a:path w="221617" h="12942" extrusionOk="0">
                  <a:moveTo>
                    <a:pt x="110821" y="1"/>
                  </a:moveTo>
                  <a:lnTo>
                    <a:pt x="105122" y="26"/>
                  </a:lnTo>
                  <a:lnTo>
                    <a:pt x="99498" y="51"/>
                  </a:lnTo>
                  <a:lnTo>
                    <a:pt x="93948" y="76"/>
                  </a:lnTo>
                  <a:lnTo>
                    <a:pt x="88498" y="150"/>
                  </a:lnTo>
                  <a:lnTo>
                    <a:pt x="83122" y="225"/>
                  </a:lnTo>
                  <a:lnTo>
                    <a:pt x="77871" y="300"/>
                  </a:lnTo>
                  <a:lnTo>
                    <a:pt x="72719" y="399"/>
                  </a:lnTo>
                  <a:lnTo>
                    <a:pt x="67692" y="524"/>
                  </a:lnTo>
                  <a:lnTo>
                    <a:pt x="62790" y="648"/>
                  </a:lnTo>
                  <a:lnTo>
                    <a:pt x="58011" y="797"/>
                  </a:lnTo>
                  <a:lnTo>
                    <a:pt x="53357" y="947"/>
                  </a:lnTo>
                  <a:lnTo>
                    <a:pt x="48853" y="1121"/>
                  </a:lnTo>
                  <a:lnTo>
                    <a:pt x="44523" y="1295"/>
                  </a:lnTo>
                  <a:lnTo>
                    <a:pt x="40342" y="1494"/>
                  </a:lnTo>
                  <a:lnTo>
                    <a:pt x="36310" y="1693"/>
                  </a:lnTo>
                  <a:lnTo>
                    <a:pt x="32477" y="1917"/>
                  </a:lnTo>
                  <a:lnTo>
                    <a:pt x="28794" y="2141"/>
                  </a:lnTo>
                  <a:lnTo>
                    <a:pt x="25310" y="2365"/>
                  </a:lnTo>
                  <a:lnTo>
                    <a:pt x="22025" y="2614"/>
                  </a:lnTo>
                  <a:lnTo>
                    <a:pt x="18939" y="2863"/>
                  </a:lnTo>
                  <a:lnTo>
                    <a:pt x="16052" y="3137"/>
                  </a:lnTo>
                  <a:lnTo>
                    <a:pt x="13389" y="3385"/>
                  </a:lnTo>
                  <a:lnTo>
                    <a:pt x="10950" y="3684"/>
                  </a:lnTo>
                  <a:lnTo>
                    <a:pt x="8711" y="3958"/>
                  </a:lnTo>
                  <a:lnTo>
                    <a:pt x="6744" y="4257"/>
                  </a:lnTo>
                  <a:lnTo>
                    <a:pt x="5002" y="4555"/>
                  </a:lnTo>
                  <a:lnTo>
                    <a:pt x="3509" y="4854"/>
                  </a:lnTo>
                  <a:lnTo>
                    <a:pt x="2837" y="5028"/>
                  </a:lnTo>
                  <a:lnTo>
                    <a:pt x="2265" y="5177"/>
                  </a:lnTo>
                  <a:lnTo>
                    <a:pt x="1742" y="5327"/>
                  </a:lnTo>
                  <a:lnTo>
                    <a:pt x="1294" y="5501"/>
                  </a:lnTo>
                  <a:lnTo>
                    <a:pt x="896" y="5650"/>
                  </a:lnTo>
                  <a:lnTo>
                    <a:pt x="573" y="5824"/>
                  </a:lnTo>
                  <a:lnTo>
                    <a:pt x="324" y="5974"/>
                  </a:lnTo>
                  <a:lnTo>
                    <a:pt x="149" y="6148"/>
                  </a:lnTo>
                  <a:lnTo>
                    <a:pt x="100" y="6223"/>
                  </a:lnTo>
                  <a:lnTo>
                    <a:pt x="50" y="6322"/>
                  </a:lnTo>
                  <a:lnTo>
                    <a:pt x="25" y="6397"/>
                  </a:lnTo>
                  <a:lnTo>
                    <a:pt x="0" y="6471"/>
                  </a:lnTo>
                  <a:lnTo>
                    <a:pt x="25" y="6571"/>
                  </a:lnTo>
                  <a:lnTo>
                    <a:pt x="50" y="6646"/>
                  </a:lnTo>
                  <a:lnTo>
                    <a:pt x="100" y="6720"/>
                  </a:lnTo>
                  <a:lnTo>
                    <a:pt x="149" y="6820"/>
                  </a:lnTo>
                  <a:lnTo>
                    <a:pt x="324" y="6969"/>
                  </a:lnTo>
                  <a:lnTo>
                    <a:pt x="573" y="7143"/>
                  </a:lnTo>
                  <a:lnTo>
                    <a:pt x="896" y="7293"/>
                  </a:lnTo>
                  <a:lnTo>
                    <a:pt x="1294" y="7467"/>
                  </a:lnTo>
                  <a:lnTo>
                    <a:pt x="1742" y="7616"/>
                  </a:lnTo>
                  <a:lnTo>
                    <a:pt x="2265" y="7790"/>
                  </a:lnTo>
                  <a:lnTo>
                    <a:pt x="2837" y="7940"/>
                  </a:lnTo>
                  <a:lnTo>
                    <a:pt x="3509" y="8089"/>
                  </a:lnTo>
                  <a:lnTo>
                    <a:pt x="5002" y="8413"/>
                  </a:lnTo>
                  <a:lnTo>
                    <a:pt x="6744" y="8711"/>
                  </a:lnTo>
                  <a:lnTo>
                    <a:pt x="8711" y="8985"/>
                  </a:lnTo>
                  <a:lnTo>
                    <a:pt x="10950" y="9284"/>
                  </a:lnTo>
                  <a:lnTo>
                    <a:pt x="13389" y="9557"/>
                  </a:lnTo>
                  <a:lnTo>
                    <a:pt x="16052" y="9831"/>
                  </a:lnTo>
                  <a:lnTo>
                    <a:pt x="18939" y="10105"/>
                  </a:lnTo>
                  <a:lnTo>
                    <a:pt x="22025" y="10354"/>
                  </a:lnTo>
                  <a:lnTo>
                    <a:pt x="25310" y="10603"/>
                  </a:lnTo>
                  <a:lnTo>
                    <a:pt x="28794" y="10827"/>
                  </a:lnTo>
                  <a:lnTo>
                    <a:pt x="32477" y="11051"/>
                  </a:lnTo>
                  <a:lnTo>
                    <a:pt x="36310" y="11275"/>
                  </a:lnTo>
                  <a:lnTo>
                    <a:pt x="40342" y="11474"/>
                  </a:lnTo>
                  <a:lnTo>
                    <a:pt x="44523" y="11673"/>
                  </a:lnTo>
                  <a:lnTo>
                    <a:pt x="48853" y="11847"/>
                  </a:lnTo>
                  <a:lnTo>
                    <a:pt x="53357" y="12021"/>
                  </a:lnTo>
                  <a:lnTo>
                    <a:pt x="58011" y="12171"/>
                  </a:lnTo>
                  <a:lnTo>
                    <a:pt x="62790" y="12320"/>
                  </a:lnTo>
                  <a:lnTo>
                    <a:pt x="67692" y="12444"/>
                  </a:lnTo>
                  <a:lnTo>
                    <a:pt x="72719" y="12544"/>
                  </a:lnTo>
                  <a:lnTo>
                    <a:pt x="77871" y="12668"/>
                  </a:lnTo>
                  <a:lnTo>
                    <a:pt x="83122" y="12743"/>
                  </a:lnTo>
                  <a:lnTo>
                    <a:pt x="88498" y="12818"/>
                  </a:lnTo>
                  <a:lnTo>
                    <a:pt x="93948" y="12867"/>
                  </a:lnTo>
                  <a:lnTo>
                    <a:pt x="99498" y="12917"/>
                  </a:lnTo>
                  <a:lnTo>
                    <a:pt x="105122" y="12942"/>
                  </a:lnTo>
                  <a:lnTo>
                    <a:pt x="116520" y="12942"/>
                  </a:lnTo>
                  <a:lnTo>
                    <a:pt x="122144" y="12917"/>
                  </a:lnTo>
                  <a:lnTo>
                    <a:pt x="127694" y="12867"/>
                  </a:lnTo>
                  <a:lnTo>
                    <a:pt x="133144" y="12818"/>
                  </a:lnTo>
                  <a:lnTo>
                    <a:pt x="138520" y="12743"/>
                  </a:lnTo>
                  <a:lnTo>
                    <a:pt x="143771" y="12668"/>
                  </a:lnTo>
                  <a:lnTo>
                    <a:pt x="148923" y="12544"/>
                  </a:lnTo>
                  <a:lnTo>
                    <a:pt x="153950" y="12444"/>
                  </a:lnTo>
                  <a:lnTo>
                    <a:pt x="158852" y="12320"/>
                  </a:lnTo>
                  <a:lnTo>
                    <a:pt x="163631" y="12171"/>
                  </a:lnTo>
                  <a:lnTo>
                    <a:pt x="168285" y="12021"/>
                  </a:lnTo>
                  <a:lnTo>
                    <a:pt x="172764" y="11847"/>
                  </a:lnTo>
                  <a:lnTo>
                    <a:pt x="177119" y="11673"/>
                  </a:lnTo>
                  <a:lnTo>
                    <a:pt x="181300" y="11474"/>
                  </a:lnTo>
                  <a:lnTo>
                    <a:pt x="185332" y="11275"/>
                  </a:lnTo>
                  <a:lnTo>
                    <a:pt x="189165" y="11051"/>
                  </a:lnTo>
                  <a:lnTo>
                    <a:pt x="192848" y="10827"/>
                  </a:lnTo>
                  <a:lnTo>
                    <a:pt x="196332" y="10603"/>
                  </a:lnTo>
                  <a:lnTo>
                    <a:pt x="199617" y="10354"/>
                  </a:lnTo>
                  <a:lnTo>
                    <a:pt x="202703" y="10105"/>
                  </a:lnTo>
                  <a:lnTo>
                    <a:pt x="205590" y="9831"/>
                  </a:lnTo>
                  <a:lnTo>
                    <a:pt x="208253" y="9557"/>
                  </a:lnTo>
                  <a:lnTo>
                    <a:pt x="210692" y="9284"/>
                  </a:lnTo>
                  <a:lnTo>
                    <a:pt x="212907" y="8985"/>
                  </a:lnTo>
                  <a:lnTo>
                    <a:pt x="214898" y="8711"/>
                  </a:lnTo>
                  <a:lnTo>
                    <a:pt x="216640" y="8413"/>
                  </a:lnTo>
                  <a:lnTo>
                    <a:pt x="218133" y="8089"/>
                  </a:lnTo>
                  <a:lnTo>
                    <a:pt x="218780" y="7940"/>
                  </a:lnTo>
                  <a:lnTo>
                    <a:pt x="219377" y="7790"/>
                  </a:lnTo>
                  <a:lnTo>
                    <a:pt x="219900" y="7616"/>
                  </a:lnTo>
                  <a:lnTo>
                    <a:pt x="220348" y="7467"/>
                  </a:lnTo>
                  <a:lnTo>
                    <a:pt x="220721" y="7293"/>
                  </a:lnTo>
                  <a:lnTo>
                    <a:pt x="221045" y="7143"/>
                  </a:lnTo>
                  <a:lnTo>
                    <a:pt x="221293" y="6969"/>
                  </a:lnTo>
                  <a:lnTo>
                    <a:pt x="221468" y="6820"/>
                  </a:lnTo>
                  <a:lnTo>
                    <a:pt x="221542" y="6720"/>
                  </a:lnTo>
                  <a:lnTo>
                    <a:pt x="221592" y="6646"/>
                  </a:lnTo>
                  <a:lnTo>
                    <a:pt x="221617" y="6571"/>
                  </a:lnTo>
                  <a:lnTo>
                    <a:pt x="221617" y="6471"/>
                  </a:lnTo>
                  <a:lnTo>
                    <a:pt x="221617" y="6397"/>
                  </a:lnTo>
                  <a:lnTo>
                    <a:pt x="221592" y="6322"/>
                  </a:lnTo>
                  <a:lnTo>
                    <a:pt x="221542" y="6223"/>
                  </a:lnTo>
                  <a:lnTo>
                    <a:pt x="221468" y="6148"/>
                  </a:lnTo>
                  <a:lnTo>
                    <a:pt x="221293" y="5974"/>
                  </a:lnTo>
                  <a:lnTo>
                    <a:pt x="221045" y="5824"/>
                  </a:lnTo>
                  <a:lnTo>
                    <a:pt x="220721" y="5650"/>
                  </a:lnTo>
                  <a:lnTo>
                    <a:pt x="220348" y="5501"/>
                  </a:lnTo>
                  <a:lnTo>
                    <a:pt x="219900" y="5327"/>
                  </a:lnTo>
                  <a:lnTo>
                    <a:pt x="219377" y="5177"/>
                  </a:lnTo>
                  <a:lnTo>
                    <a:pt x="218780" y="5028"/>
                  </a:lnTo>
                  <a:lnTo>
                    <a:pt x="218133" y="4854"/>
                  </a:lnTo>
                  <a:lnTo>
                    <a:pt x="216640" y="4555"/>
                  </a:lnTo>
                  <a:lnTo>
                    <a:pt x="214898" y="4257"/>
                  </a:lnTo>
                  <a:lnTo>
                    <a:pt x="212907" y="3958"/>
                  </a:lnTo>
                  <a:lnTo>
                    <a:pt x="210692" y="3684"/>
                  </a:lnTo>
                  <a:lnTo>
                    <a:pt x="208253" y="3385"/>
                  </a:lnTo>
                  <a:lnTo>
                    <a:pt x="205590" y="3137"/>
                  </a:lnTo>
                  <a:lnTo>
                    <a:pt x="202703" y="2863"/>
                  </a:lnTo>
                  <a:lnTo>
                    <a:pt x="199617" y="2614"/>
                  </a:lnTo>
                  <a:lnTo>
                    <a:pt x="196332" y="2365"/>
                  </a:lnTo>
                  <a:lnTo>
                    <a:pt x="192848" y="2141"/>
                  </a:lnTo>
                  <a:lnTo>
                    <a:pt x="189165" y="1917"/>
                  </a:lnTo>
                  <a:lnTo>
                    <a:pt x="185332" y="1693"/>
                  </a:lnTo>
                  <a:lnTo>
                    <a:pt x="181300" y="1494"/>
                  </a:lnTo>
                  <a:lnTo>
                    <a:pt x="177119" y="1295"/>
                  </a:lnTo>
                  <a:lnTo>
                    <a:pt x="172764" y="1121"/>
                  </a:lnTo>
                  <a:lnTo>
                    <a:pt x="168285" y="947"/>
                  </a:lnTo>
                  <a:lnTo>
                    <a:pt x="163631" y="797"/>
                  </a:lnTo>
                  <a:lnTo>
                    <a:pt x="158852" y="648"/>
                  </a:lnTo>
                  <a:lnTo>
                    <a:pt x="153950" y="524"/>
                  </a:lnTo>
                  <a:lnTo>
                    <a:pt x="148923" y="399"/>
                  </a:lnTo>
                  <a:lnTo>
                    <a:pt x="143771" y="300"/>
                  </a:lnTo>
                  <a:lnTo>
                    <a:pt x="138520" y="225"/>
                  </a:lnTo>
                  <a:lnTo>
                    <a:pt x="133144" y="150"/>
                  </a:lnTo>
                  <a:lnTo>
                    <a:pt x="127694" y="76"/>
                  </a:lnTo>
                  <a:lnTo>
                    <a:pt x="122144" y="51"/>
                  </a:lnTo>
                  <a:lnTo>
                    <a:pt x="116520" y="26"/>
                  </a:lnTo>
                  <a:lnTo>
                    <a:pt x="110821"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 name="Google Shape;2827;p67">
              <a:extLst>
                <a:ext uri="{FF2B5EF4-FFF2-40B4-BE49-F238E27FC236}">
                  <a16:creationId xmlns:a16="http://schemas.microsoft.com/office/drawing/2014/main" id="{2682722A-00B5-1CBA-40F4-E8F012D27F71}"/>
                </a:ext>
              </a:extLst>
            </p:cNvPr>
            <p:cNvSpPr/>
            <p:nvPr/>
          </p:nvSpPr>
          <p:spPr>
            <a:xfrm>
              <a:off x="362504" y="4015579"/>
              <a:ext cx="3132556" cy="182935"/>
            </a:xfrm>
            <a:custGeom>
              <a:avLst/>
              <a:gdLst/>
              <a:ahLst/>
              <a:cxnLst/>
              <a:rect l="l" t="t" r="r" b="b"/>
              <a:pathLst>
                <a:path w="221617" h="12942" fill="none" extrusionOk="0">
                  <a:moveTo>
                    <a:pt x="110821" y="1"/>
                  </a:moveTo>
                  <a:lnTo>
                    <a:pt x="110821" y="1"/>
                  </a:lnTo>
                  <a:lnTo>
                    <a:pt x="116520" y="26"/>
                  </a:lnTo>
                  <a:lnTo>
                    <a:pt x="122144" y="51"/>
                  </a:lnTo>
                  <a:lnTo>
                    <a:pt x="127694" y="76"/>
                  </a:lnTo>
                  <a:lnTo>
                    <a:pt x="133144" y="150"/>
                  </a:lnTo>
                  <a:lnTo>
                    <a:pt x="138520" y="225"/>
                  </a:lnTo>
                  <a:lnTo>
                    <a:pt x="143771" y="300"/>
                  </a:lnTo>
                  <a:lnTo>
                    <a:pt x="148923" y="399"/>
                  </a:lnTo>
                  <a:lnTo>
                    <a:pt x="153950" y="524"/>
                  </a:lnTo>
                  <a:lnTo>
                    <a:pt x="158852" y="648"/>
                  </a:lnTo>
                  <a:lnTo>
                    <a:pt x="163631" y="797"/>
                  </a:lnTo>
                  <a:lnTo>
                    <a:pt x="168285" y="947"/>
                  </a:lnTo>
                  <a:lnTo>
                    <a:pt x="172764" y="1121"/>
                  </a:lnTo>
                  <a:lnTo>
                    <a:pt x="177119" y="1295"/>
                  </a:lnTo>
                  <a:lnTo>
                    <a:pt x="181300" y="1494"/>
                  </a:lnTo>
                  <a:lnTo>
                    <a:pt x="185332" y="1693"/>
                  </a:lnTo>
                  <a:lnTo>
                    <a:pt x="189165" y="1917"/>
                  </a:lnTo>
                  <a:lnTo>
                    <a:pt x="192848" y="2141"/>
                  </a:lnTo>
                  <a:lnTo>
                    <a:pt x="196332" y="2365"/>
                  </a:lnTo>
                  <a:lnTo>
                    <a:pt x="199617" y="2614"/>
                  </a:lnTo>
                  <a:lnTo>
                    <a:pt x="202703" y="2863"/>
                  </a:lnTo>
                  <a:lnTo>
                    <a:pt x="205590" y="3137"/>
                  </a:lnTo>
                  <a:lnTo>
                    <a:pt x="208253" y="3385"/>
                  </a:lnTo>
                  <a:lnTo>
                    <a:pt x="210692" y="3684"/>
                  </a:lnTo>
                  <a:lnTo>
                    <a:pt x="212907" y="3958"/>
                  </a:lnTo>
                  <a:lnTo>
                    <a:pt x="214898" y="4257"/>
                  </a:lnTo>
                  <a:lnTo>
                    <a:pt x="216640" y="4555"/>
                  </a:lnTo>
                  <a:lnTo>
                    <a:pt x="218133" y="4854"/>
                  </a:lnTo>
                  <a:lnTo>
                    <a:pt x="218780" y="5028"/>
                  </a:lnTo>
                  <a:lnTo>
                    <a:pt x="219377" y="5177"/>
                  </a:lnTo>
                  <a:lnTo>
                    <a:pt x="219900" y="5327"/>
                  </a:lnTo>
                  <a:lnTo>
                    <a:pt x="220348" y="5501"/>
                  </a:lnTo>
                  <a:lnTo>
                    <a:pt x="220721" y="5650"/>
                  </a:lnTo>
                  <a:lnTo>
                    <a:pt x="221045" y="5824"/>
                  </a:lnTo>
                  <a:lnTo>
                    <a:pt x="221293" y="5974"/>
                  </a:lnTo>
                  <a:lnTo>
                    <a:pt x="221468" y="6148"/>
                  </a:lnTo>
                  <a:lnTo>
                    <a:pt x="221542" y="6223"/>
                  </a:lnTo>
                  <a:lnTo>
                    <a:pt x="221592" y="6322"/>
                  </a:lnTo>
                  <a:lnTo>
                    <a:pt x="221617" y="6397"/>
                  </a:lnTo>
                  <a:lnTo>
                    <a:pt x="221617" y="6471"/>
                  </a:lnTo>
                  <a:lnTo>
                    <a:pt x="221617" y="6471"/>
                  </a:lnTo>
                  <a:lnTo>
                    <a:pt x="221617" y="6571"/>
                  </a:lnTo>
                  <a:lnTo>
                    <a:pt x="221592" y="6646"/>
                  </a:lnTo>
                  <a:lnTo>
                    <a:pt x="221542" y="6720"/>
                  </a:lnTo>
                  <a:lnTo>
                    <a:pt x="221468" y="6820"/>
                  </a:lnTo>
                  <a:lnTo>
                    <a:pt x="221293" y="6969"/>
                  </a:lnTo>
                  <a:lnTo>
                    <a:pt x="221045" y="7143"/>
                  </a:lnTo>
                  <a:lnTo>
                    <a:pt x="220721" y="7293"/>
                  </a:lnTo>
                  <a:lnTo>
                    <a:pt x="220348" y="7467"/>
                  </a:lnTo>
                  <a:lnTo>
                    <a:pt x="219900" y="7616"/>
                  </a:lnTo>
                  <a:lnTo>
                    <a:pt x="219377" y="7790"/>
                  </a:lnTo>
                  <a:lnTo>
                    <a:pt x="218780" y="7940"/>
                  </a:lnTo>
                  <a:lnTo>
                    <a:pt x="218133" y="8089"/>
                  </a:lnTo>
                  <a:lnTo>
                    <a:pt x="216640" y="8413"/>
                  </a:lnTo>
                  <a:lnTo>
                    <a:pt x="214898" y="8711"/>
                  </a:lnTo>
                  <a:lnTo>
                    <a:pt x="212907" y="8985"/>
                  </a:lnTo>
                  <a:lnTo>
                    <a:pt x="210692" y="9284"/>
                  </a:lnTo>
                  <a:lnTo>
                    <a:pt x="208253" y="9557"/>
                  </a:lnTo>
                  <a:lnTo>
                    <a:pt x="205590" y="9831"/>
                  </a:lnTo>
                  <a:lnTo>
                    <a:pt x="202703" y="10105"/>
                  </a:lnTo>
                  <a:lnTo>
                    <a:pt x="199617" y="10354"/>
                  </a:lnTo>
                  <a:lnTo>
                    <a:pt x="196332" y="10603"/>
                  </a:lnTo>
                  <a:lnTo>
                    <a:pt x="192848" y="10827"/>
                  </a:lnTo>
                  <a:lnTo>
                    <a:pt x="189165" y="11051"/>
                  </a:lnTo>
                  <a:lnTo>
                    <a:pt x="185332" y="11275"/>
                  </a:lnTo>
                  <a:lnTo>
                    <a:pt x="181300" y="11474"/>
                  </a:lnTo>
                  <a:lnTo>
                    <a:pt x="177119" y="11673"/>
                  </a:lnTo>
                  <a:lnTo>
                    <a:pt x="172764" y="11847"/>
                  </a:lnTo>
                  <a:lnTo>
                    <a:pt x="168285" y="12021"/>
                  </a:lnTo>
                  <a:lnTo>
                    <a:pt x="163631" y="12171"/>
                  </a:lnTo>
                  <a:lnTo>
                    <a:pt x="158852" y="12320"/>
                  </a:lnTo>
                  <a:lnTo>
                    <a:pt x="153950" y="12444"/>
                  </a:lnTo>
                  <a:lnTo>
                    <a:pt x="148923" y="12544"/>
                  </a:lnTo>
                  <a:lnTo>
                    <a:pt x="143771" y="12668"/>
                  </a:lnTo>
                  <a:lnTo>
                    <a:pt x="138520" y="12743"/>
                  </a:lnTo>
                  <a:lnTo>
                    <a:pt x="133144" y="12818"/>
                  </a:lnTo>
                  <a:lnTo>
                    <a:pt x="127694" y="12867"/>
                  </a:lnTo>
                  <a:lnTo>
                    <a:pt x="122144" y="12917"/>
                  </a:lnTo>
                  <a:lnTo>
                    <a:pt x="116520" y="12942"/>
                  </a:lnTo>
                  <a:lnTo>
                    <a:pt x="110821" y="12942"/>
                  </a:lnTo>
                  <a:lnTo>
                    <a:pt x="110821" y="12942"/>
                  </a:lnTo>
                  <a:lnTo>
                    <a:pt x="105122" y="12942"/>
                  </a:lnTo>
                  <a:lnTo>
                    <a:pt x="99498" y="12917"/>
                  </a:lnTo>
                  <a:lnTo>
                    <a:pt x="93948" y="12867"/>
                  </a:lnTo>
                  <a:lnTo>
                    <a:pt x="88498" y="12818"/>
                  </a:lnTo>
                  <a:lnTo>
                    <a:pt x="83122" y="12743"/>
                  </a:lnTo>
                  <a:lnTo>
                    <a:pt x="77871" y="12668"/>
                  </a:lnTo>
                  <a:lnTo>
                    <a:pt x="72719" y="12544"/>
                  </a:lnTo>
                  <a:lnTo>
                    <a:pt x="67692" y="12444"/>
                  </a:lnTo>
                  <a:lnTo>
                    <a:pt x="62790" y="12320"/>
                  </a:lnTo>
                  <a:lnTo>
                    <a:pt x="58011" y="12171"/>
                  </a:lnTo>
                  <a:lnTo>
                    <a:pt x="53357" y="12021"/>
                  </a:lnTo>
                  <a:lnTo>
                    <a:pt x="48853" y="11847"/>
                  </a:lnTo>
                  <a:lnTo>
                    <a:pt x="44523" y="11673"/>
                  </a:lnTo>
                  <a:lnTo>
                    <a:pt x="40342" y="11474"/>
                  </a:lnTo>
                  <a:lnTo>
                    <a:pt x="36310" y="11275"/>
                  </a:lnTo>
                  <a:lnTo>
                    <a:pt x="32477" y="11051"/>
                  </a:lnTo>
                  <a:lnTo>
                    <a:pt x="28794" y="10827"/>
                  </a:lnTo>
                  <a:lnTo>
                    <a:pt x="25310" y="10603"/>
                  </a:lnTo>
                  <a:lnTo>
                    <a:pt x="22025" y="10354"/>
                  </a:lnTo>
                  <a:lnTo>
                    <a:pt x="18939" y="10105"/>
                  </a:lnTo>
                  <a:lnTo>
                    <a:pt x="16052" y="9831"/>
                  </a:lnTo>
                  <a:lnTo>
                    <a:pt x="13389" y="9557"/>
                  </a:lnTo>
                  <a:lnTo>
                    <a:pt x="10950" y="9284"/>
                  </a:lnTo>
                  <a:lnTo>
                    <a:pt x="8711" y="8985"/>
                  </a:lnTo>
                  <a:lnTo>
                    <a:pt x="6744" y="8711"/>
                  </a:lnTo>
                  <a:lnTo>
                    <a:pt x="5002" y="8413"/>
                  </a:lnTo>
                  <a:lnTo>
                    <a:pt x="3509" y="8089"/>
                  </a:lnTo>
                  <a:lnTo>
                    <a:pt x="2837" y="7940"/>
                  </a:lnTo>
                  <a:lnTo>
                    <a:pt x="2265" y="7790"/>
                  </a:lnTo>
                  <a:lnTo>
                    <a:pt x="1742" y="7616"/>
                  </a:lnTo>
                  <a:lnTo>
                    <a:pt x="1294" y="7467"/>
                  </a:lnTo>
                  <a:lnTo>
                    <a:pt x="896" y="7293"/>
                  </a:lnTo>
                  <a:lnTo>
                    <a:pt x="573" y="7143"/>
                  </a:lnTo>
                  <a:lnTo>
                    <a:pt x="324" y="6969"/>
                  </a:lnTo>
                  <a:lnTo>
                    <a:pt x="149" y="6820"/>
                  </a:lnTo>
                  <a:lnTo>
                    <a:pt x="100" y="6720"/>
                  </a:lnTo>
                  <a:lnTo>
                    <a:pt x="50" y="6646"/>
                  </a:lnTo>
                  <a:lnTo>
                    <a:pt x="25" y="6571"/>
                  </a:lnTo>
                  <a:lnTo>
                    <a:pt x="0" y="6471"/>
                  </a:lnTo>
                  <a:lnTo>
                    <a:pt x="0" y="6471"/>
                  </a:lnTo>
                  <a:lnTo>
                    <a:pt x="25" y="6397"/>
                  </a:lnTo>
                  <a:lnTo>
                    <a:pt x="50" y="6322"/>
                  </a:lnTo>
                  <a:lnTo>
                    <a:pt x="100" y="6223"/>
                  </a:lnTo>
                  <a:lnTo>
                    <a:pt x="149" y="6148"/>
                  </a:lnTo>
                  <a:lnTo>
                    <a:pt x="324" y="5974"/>
                  </a:lnTo>
                  <a:lnTo>
                    <a:pt x="573" y="5824"/>
                  </a:lnTo>
                  <a:lnTo>
                    <a:pt x="896" y="5650"/>
                  </a:lnTo>
                  <a:lnTo>
                    <a:pt x="1294" y="5501"/>
                  </a:lnTo>
                  <a:lnTo>
                    <a:pt x="1742" y="5327"/>
                  </a:lnTo>
                  <a:lnTo>
                    <a:pt x="2265" y="5177"/>
                  </a:lnTo>
                  <a:lnTo>
                    <a:pt x="2837" y="5028"/>
                  </a:lnTo>
                  <a:lnTo>
                    <a:pt x="3509" y="4854"/>
                  </a:lnTo>
                  <a:lnTo>
                    <a:pt x="5002" y="4555"/>
                  </a:lnTo>
                  <a:lnTo>
                    <a:pt x="6744" y="4257"/>
                  </a:lnTo>
                  <a:lnTo>
                    <a:pt x="8711" y="3958"/>
                  </a:lnTo>
                  <a:lnTo>
                    <a:pt x="10950" y="3684"/>
                  </a:lnTo>
                  <a:lnTo>
                    <a:pt x="13389" y="3385"/>
                  </a:lnTo>
                  <a:lnTo>
                    <a:pt x="16052" y="3137"/>
                  </a:lnTo>
                  <a:lnTo>
                    <a:pt x="18939" y="2863"/>
                  </a:lnTo>
                  <a:lnTo>
                    <a:pt x="22025" y="2614"/>
                  </a:lnTo>
                  <a:lnTo>
                    <a:pt x="25310" y="2365"/>
                  </a:lnTo>
                  <a:lnTo>
                    <a:pt x="28794" y="2141"/>
                  </a:lnTo>
                  <a:lnTo>
                    <a:pt x="32477" y="1917"/>
                  </a:lnTo>
                  <a:lnTo>
                    <a:pt x="36310" y="1693"/>
                  </a:lnTo>
                  <a:lnTo>
                    <a:pt x="40342" y="1494"/>
                  </a:lnTo>
                  <a:lnTo>
                    <a:pt x="44523" y="1295"/>
                  </a:lnTo>
                  <a:lnTo>
                    <a:pt x="48853" y="1121"/>
                  </a:lnTo>
                  <a:lnTo>
                    <a:pt x="53357" y="947"/>
                  </a:lnTo>
                  <a:lnTo>
                    <a:pt x="58011" y="797"/>
                  </a:lnTo>
                  <a:lnTo>
                    <a:pt x="62790" y="648"/>
                  </a:lnTo>
                  <a:lnTo>
                    <a:pt x="67692" y="524"/>
                  </a:lnTo>
                  <a:lnTo>
                    <a:pt x="72719" y="399"/>
                  </a:lnTo>
                  <a:lnTo>
                    <a:pt x="77871" y="300"/>
                  </a:lnTo>
                  <a:lnTo>
                    <a:pt x="83122" y="225"/>
                  </a:lnTo>
                  <a:lnTo>
                    <a:pt x="88498" y="150"/>
                  </a:lnTo>
                  <a:lnTo>
                    <a:pt x="93948" y="76"/>
                  </a:lnTo>
                  <a:lnTo>
                    <a:pt x="99498" y="51"/>
                  </a:lnTo>
                  <a:lnTo>
                    <a:pt x="105122" y="26"/>
                  </a:lnTo>
                  <a:lnTo>
                    <a:pt x="110821"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 name="Google Shape;2828;p67">
              <a:extLst>
                <a:ext uri="{FF2B5EF4-FFF2-40B4-BE49-F238E27FC236}">
                  <a16:creationId xmlns:a16="http://schemas.microsoft.com/office/drawing/2014/main" id="{DD598E6A-4C4F-59C8-86B0-69854DB59423}"/>
                </a:ext>
              </a:extLst>
            </p:cNvPr>
            <p:cNvSpPr/>
            <p:nvPr/>
          </p:nvSpPr>
          <p:spPr>
            <a:xfrm>
              <a:off x="1529335" y="2292240"/>
              <a:ext cx="1085950" cy="1814821"/>
            </a:xfrm>
            <a:custGeom>
              <a:avLst/>
              <a:gdLst/>
              <a:ahLst/>
              <a:cxnLst/>
              <a:rect l="l" t="t" r="r" b="b"/>
              <a:pathLst>
                <a:path w="76827" h="128392" extrusionOk="0">
                  <a:moveTo>
                    <a:pt x="1" y="1"/>
                  </a:moveTo>
                  <a:lnTo>
                    <a:pt x="1" y="128391"/>
                  </a:lnTo>
                  <a:lnTo>
                    <a:pt x="12618" y="128391"/>
                  </a:lnTo>
                  <a:lnTo>
                    <a:pt x="14286" y="128367"/>
                  </a:lnTo>
                  <a:lnTo>
                    <a:pt x="15928" y="128317"/>
                  </a:lnTo>
                  <a:lnTo>
                    <a:pt x="17571" y="128217"/>
                  </a:lnTo>
                  <a:lnTo>
                    <a:pt x="19188" y="128068"/>
                  </a:lnTo>
                  <a:lnTo>
                    <a:pt x="20806" y="127894"/>
                  </a:lnTo>
                  <a:lnTo>
                    <a:pt x="22399" y="127670"/>
                  </a:lnTo>
                  <a:lnTo>
                    <a:pt x="23991" y="127396"/>
                  </a:lnTo>
                  <a:lnTo>
                    <a:pt x="25559" y="127097"/>
                  </a:lnTo>
                  <a:lnTo>
                    <a:pt x="27127" y="126749"/>
                  </a:lnTo>
                  <a:lnTo>
                    <a:pt x="28670" y="126376"/>
                  </a:lnTo>
                  <a:lnTo>
                    <a:pt x="30213" y="125953"/>
                  </a:lnTo>
                  <a:lnTo>
                    <a:pt x="31706" y="125505"/>
                  </a:lnTo>
                  <a:lnTo>
                    <a:pt x="33224" y="125032"/>
                  </a:lnTo>
                  <a:lnTo>
                    <a:pt x="34693" y="124509"/>
                  </a:lnTo>
                  <a:lnTo>
                    <a:pt x="36161" y="123937"/>
                  </a:lnTo>
                  <a:lnTo>
                    <a:pt x="37605" y="123364"/>
                  </a:lnTo>
                  <a:lnTo>
                    <a:pt x="39048" y="122717"/>
                  </a:lnTo>
                  <a:lnTo>
                    <a:pt x="40467" y="122070"/>
                  </a:lnTo>
                  <a:lnTo>
                    <a:pt x="41860" y="121373"/>
                  </a:lnTo>
                  <a:lnTo>
                    <a:pt x="43229" y="120652"/>
                  </a:lnTo>
                  <a:lnTo>
                    <a:pt x="44573" y="119905"/>
                  </a:lnTo>
                  <a:lnTo>
                    <a:pt x="45917" y="119109"/>
                  </a:lnTo>
                  <a:lnTo>
                    <a:pt x="47236" y="118287"/>
                  </a:lnTo>
                  <a:lnTo>
                    <a:pt x="48530" y="117441"/>
                  </a:lnTo>
                  <a:lnTo>
                    <a:pt x="49799" y="116545"/>
                  </a:lnTo>
                  <a:lnTo>
                    <a:pt x="51043" y="115649"/>
                  </a:lnTo>
                  <a:lnTo>
                    <a:pt x="52263" y="114704"/>
                  </a:lnTo>
                  <a:lnTo>
                    <a:pt x="53457" y="113733"/>
                  </a:lnTo>
                  <a:lnTo>
                    <a:pt x="54652" y="112738"/>
                  </a:lnTo>
                  <a:lnTo>
                    <a:pt x="55797" y="111717"/>
                  </a:lnTo>
                  <a:lnTo>
                    <a:pt x="56917" y="110672"/>
                  </a:lnTo>
                  <a:lnTo>
                    <a:pt x="58012" y="109602"/>
                  </a:lnTo>
                  <a:lnTo>
                    <a:pt x="59107" y="108482"/>
                  </a:lnTo>
                  <a:lnTo>
                    <a:pt x="60152" y="107362"/>
                  </a:lnTo>
                  <a:lnTo>
                    <a:pt x="61172" y="106217"/>
                  </a:lnTo>
                  <a:lnTo>
                    <a:pt x="62168" y="105048"/>
                  </a:lnTo>
                  <a:lnTo>
                    <a:pt x="63138" y="103828"/>
                  </a:lnTo>
                  <a:lnTo>
                    <a:pt x="64084" y="102609"/>
                  </a:lnTo>
                  <a:lnTo>
                    <a:pt x="64980" y="101364"/>
                  </a:lnTo>
                  <a:lnTo>
                    <a:pt x="65851" y="100095"/>
                  </a:lnTo>
                  <a:lnTo>
                    <a:pt x="66722" y="98801"/>
                  </a:lnTo>
                  <a:lnTo>
                    <a:pt x="67543" y="97482"/>
                  </a:lnTo>
                  <a:lnTo>
                    <a:pt x="68315" y="96163"/>
                  </a:lnTo>
                  <a:lnTo>
                    <a:pt x="69086" y="94794"/>
                  </a:lnTo>
                  <a:lnTo>
                    <a:pt x="69808" y="93426"/>
                  </a:lnTo>
                  <a:lnTo>
                    <a:pt x="70505" y="92032"/>
                  </a:lnTo>
                  <a:lnTo>
                    <a:pt x="71152" y="90613"/>
                  </a:lnTo>
                  <a:lnTo>
                    <a:pt x="71774" y="89195"/>
                  </a:lnTo>
                  <a:lnTo>
                    <a:pt x="72371" y="87751"/>
                  </a:lnTo>
                  <a:lnTo>
                    <a:pt x="72944" y="86283"/>
                  </a:lnTo>
                  <a:lnTo>
                    <a:pt x="73442" y="84790"/>
                  </a:lnTo>
                  <a:lnTo>
                    <a:pt x="73939" y="83297"/>
                  </a:lnTo>
                  <a:lnTo>
                    <a:pt x="74387" y="81779"/>
                  </a:lnTo>
                  <a:lnTo>
                    <a:pt x="74810" y="80236"/>
                  </a:lnTo>
                  <a:lnTo>
                    <a:pt x="75184" y="78693"/>
                  </a:lnTo>
                  <a:lnTo>
                    <a:pt x="75532" y="77150"/>
                  </a:lnTo>
                  <a:lnTo>
                    <a:pt x="75831" y="75557"/>
                  </a:lnTo>
                  <a:lnTo>
                    <a:pt x="76080" y="73964"/>
                  </a:lnTo>
                  <a:lnTo>
                    <a:pt x="76303" y="72371"/>
                  </a:lnTo>
                  <a:lnTo>
                    <a:pt x="76503" y="70754"/>
                  </a:lnTo>
                  <a:lnTo>
                    <a:pt x="76652" y="69136"/>
                  </a:lnTo>
                  <a:lnTo>
                    <a:pt x="76751" y="67494"/>
                  </a:lnTo>
                  <a:lnTo>
                    <a:pt x="76801" y="65851"/>
                  </a:lnTo>
                  <a:lnTo>
                    <a:pt x="76826" y="64209"/>
                  </a:lnTo>
                  <a:lnTo>
                    <a:pt x="76801" y="62541"/>
                  </a:lnTo>
                  <a:lnTo>
                    <a:pt x="76751" y="60899"/>
                  </a:lnTo>
                  <a:lnTo>
                    <a:pt x="76652" y="59256"/>
                  </a:lnTo>
                  <a:lnTo>
                    <a:pt x="76503" y="57638"/>
                  </a:lnTo>
                  <a:lnTo>
                    <a:pt x="76303" y="56021"/>
                  </a:lnTo>
                  <a:lnTo>
                    <a:pt x="76080" y="54428"/>
                  </a:lnTo>
                  <a:lnTo>
                    <a:pt x="75831" y="52835"/>
                  </a:lnTo>
                  <a:lnTo>
                    <a:pt x="75532" y="51267"/>
                  </a:lnTo>
                  <a:lnTo>
                    <a:pt x="75184" y="49700"/>
                  </a:lnTo>
                  <a:lnTo>
                    <a:pt x="74810" y="48157"/>
                  </a:lnTo>
                  <a:lnTo>
                    <a:pt x="74387" y="46614"/>
                  </a:lnTo>
                  <a:lnTo>
                    <a:pt x="73939" y="45095"/>
                  </a:lnTo>
                  <a:lnTo>
                    <a:pt x="73442" y="43602"/>
                  </a:lnTo>
                  <a:lnTo>
                    <a:pt x="72944" y="42134"/>
                  </a:lnTo>
                  <a:lnTo>
                    <a:pt x="72371" y="40666"/>
                  </a:lnTo>
                  <a:lnTo>
                    <a:pt x="71774" y="39197"/>
                  </a:lnTo>
                  <a:lnTo>
                    <a:pt x="71152" y="37779"/>
                  </a:lnTo>
                  <a:lnTo>
                    <a:pt x="70505" y="36360"/>
                  </a:lnTo>
                  <a:lnTo>
                    <a:pt x="69808" y="34967"/>
                  </a:lnTo>
                  <a:lnTo>
                    <a:pt x="69086" y="33598"/>
                  </a:lnTo>
                  <a:lnTo>
                    <a:pt x="68315" y="32254"/>
                  </a:lnTo>
                  <a:lnTo>
                    <a:pt x="67543" y="30910"/>
                  </a:lnTo>
                  <a:lnTo>
                    <a:pt x="66722" y="29591"/>
                  </a:lnTo>
                  <a:lnTo>
                    <a:pt x="65851" y="28297"/>
                  </a:lnTo>
                  <a:lnTo>
                    <a:pt x="64980" y="27028"/>
                  </a:lnTo>
                  <a:lnTo>
                    <a:pt x="64084" y="25783"/>
                  </a:lnTo>
                  <a:lnTo>
                    <a:pt x="63138" y="24564"/>
                  </a:lnTo>
                  <a:lnTo>
                    <a:pt x="62168" y="23369"/>
                  </a:lnTo>
                  <a:lnTo>
                    <a:pt x="61172" y="22175"/>
                  </a:lnTo>
                  <a:lnTo>
                    <a:pt x="60152" y="21030"/>
                  </a:lnTo>
                  <a:lnTo>
                    <a:pt x="59107" y="19910"/>
                  </a:lnTo>
                  <a:lnTo>
                    <a:pt x="58012" y="18790"/>
                  </a:lnTo>
                  <a:lnTo>
                    <a:pt x="56917" y="17720"/>
                  </a:lnTo>
                  <a:lnTo>
                    <a:pt x="55797" y="16675"/>
                  </a:lnTo>
                  <a:lnTo>
                    <a:pt x="54652" y="15654"/>
                  </a:lnTo>
                  <a:lnTo>
                    <a:pt x="53457" y="14659"/>
                  </a:lnTo>
                  <a:lnTo>
                    <a:pt x="52263" y="13688"/>
                  </a:lnTo>
                  <a:lnTo>
                    <a:pt x="51043" y="12743"/>
                  </a:lnTo>
                  <a:lnTo>
                    <a:pt x="49799" y="11847"/>
                  </a:lnTo>
                  <a:lnTo>
                    <a:pt x="48530" y="10951"/>
                  </a:lnTo>
                  <a:lnTo>
                    <a:pt x="47236" y="10105"/>
                  </a:lnTo>
                  <a:lnTo>
                    <a:pt x="45917" y="9283"/>
                  </a:lnTo>
                  <a:lnTo>
                    <a:pt x="44573" y="8512"/>
                  </a:lnTo>
                  <a:lnTo>
                    <a:pt x="43229" y="7740"/>
                  </a:lnTo>
                  <a:lnTo>
                    <a:pt x="41860" y="7019"/>
                  </a:lnTo>
                  <a:lnTo>
                    <a:pt x="40467" y="6322"/>
                  </a:lnTo>
                  <a:lnTo>
                    <a:pt x="39048" y="5675"/>
                  </a:lnTo>
                  <a:lnTo>
                    <a:pt x="37605" y="5053"/>
                  </a:lnTo>
                  <a:lnTo>
                    <a:pt x="36161" y="4455"/>
                  </a:lnTo>
                  <a:lnTo>
                    <a:pt x="34693" y="3883"/>
                  </a:lnTo>
                  <a:lnTo>
                    <a:pt x="33224" y="3360"/>
                  </a:lnTo>
                  <a:lnTo>
                    <a:pt x="31706" y="2888"/>
                  </a:lnTo>
                  <a:lnTo>
                    <a:pt x="30213" y="2440"/>
                  </a:lnTo>
                  <a:lnTo>
                    <a:pt x="28670" y="2017"/>
                  </a:lnTo>
                  <a:lnTo>
                    <a:pt x="27127" y="1643"/>
                  </a:lnTo>
                  <a:lnTo>
                    <a:pt x="25559" y="1295"/>
                  </a:lnTo>
                  <a:lnTo>
                    <a:pt x="23991" y="996"/>
                  </a:lnTo>
                  <a:lnTo>
                    <a:pt x="22399" y="747"/>
                  </a:lnTo>
                  <a:lnTo>
                    <a:pt x="20806" y="523"/>
                  </a:lnTo>
                  <a:lnTo>
                    <a:pt x="19188" y="324"/>
                  </a:lnTo>
                  <a:lnTo>
                    <a:pt x="17571" y="175"/>
                  </a:lnTo>
                  <a:lnTo>
                    <a:pt x="15928" y="75"/>
                  </a:lnTo>
                  <a:lnTo>
                    <a:pt x="14286" y="26"/>
                  </a:lnTo>
                  <a:lnTo>
                    <a:pt x="12618"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 name="Google Shape;2829;p67">
              <a:extLst>
                <a:ext uri="{FF2B5EF4-FFF2-40B4-BE49-F238E27FC236}">
                  <a16:creationId xmlns:a16="http://schemas.microsoft.com/office/drawing/2014/main" id="{89A7B53D-951E-B7DB-285D-D1618CC8C10C}"/>
                </a:ext>
              </a:extLst>
            </p:cNvPr>
            <p:cNvSpPr/>
            <p:nvPr/>
          </p:nvSpPr>
          <p:spPr>
            <a:xfrm>
              <a:off x="1529335" y="2292240"/>
              <a:ext cx="1085950" cy="1814821"/>
            </a:xfrm>
            <a:custGeom>
              <a:avLst/>
              <a:gdLst/>
              <a:ahLst/>
              <a:cxnLst/>
              <a:rect l="l" t="t" r="r" b="b"/>
              <a:pathLst>
                <a:path w="76827" h="128392" fill="none" extrusionOk="0">
                  <a:moveTo>
                    <a:pt x="12618" y="1"/>
                  </a:moveTo>
                  <a:lnTo>
                    <a:pt x="1" y="1"/>
                  </a:lnTo>
                  <a:lnTo>
                    <a:pt x="1" y="128391"/>
                  </a:lnTo>
                  <a:lnTo>
                    <a:pt x="12618" y="128391"/>
                  </a:lnTo>
                  <a:lnTo>
                    <a:pt x="12618" y="128391"/>
                  </a:lnTo>
                  <a:lnTo>
                    <a:pt x="14286" y="128367"/>
                  </a:lnTo>
                  <a:lnTo>
                    <a:pt x="15928" y="128317"/>
                  </a:lnTo>
                  <a:lnTo>
                    <a:pt x="17571" y="128217"/>
                  </a:lnTo>
                  <a:lnTo>
                    <a:pt x="19188" y="128068"/>
                  </a:lnTo>
                  <a:lnTo>
                    <a:pt x="20806" y="127894"/>
                  </a:lnTo>
                  <a:lnTo>
                    <a:pt x="22399" y="127670"/>
                  </a:lnTo>
                  <a:lnTo>
                    <a:pt x="23991" y="127396"/>
                  </a:lnTo>
                  <a:lnTo>
                    <a:pt x="25559" y="127097"/>
                  </a:lnTo>
                  <a:lnTo>
                    <a:pt x="27127" y="126749"/>
                  </a:lnTo>
                  <a:lnTo>
                    <a:pt x="28670" y="126376"/>
                  </a:lnTo>
                  <a:lnTo>
                    <a:pt x="30213" y="125953"/>
                  </a:lnTo>
                  <a:lnTo>
                    <a:pt x="31706" y="125505"/>
                  </a:lnTo>
                  <a:lnTo>
                    <a:pt x="33224" y="125032"/>
                  </a:lnTo>
                  <a:lnTo>
                    <a:pt x="34693" y="124509"/>
                  </a:lnTo>
                  <a:lnTo>
                    <a:pt x="36161" y="123937"/>
                  </a:lnTo>
                  <a:lnTo>
                    <a:pt x="37605" y="123364"/>
                  </a:lnTo>
                  <a:lnTo>
                    <a:pt x="39048" y="122717"/>
                  </a:lnTo>
                  <a:lnTo>
                    <a:pt x="40467" y="122070"/>
                  </a:lnTo>
                  <a:lnTo>
                    <a:pt x="41860" y="121373"/>
                  </a:lnTo>
                  <a:lnTo>
                    <a:pt x="43229" y="120652"/>
                  </a:lnTo>
                  <a:lnTo>
                    <a:pt x="44573" y="119905"/>
                  </a:lnTo>
                  <a:lnTo>
                    <a:pt x="45917" y="119109"/>
                  </a:lnTo>
                  <a:lnTo>
                    <a:pt x="47236" y="118287"/>
                  </a:lnTo>
                  <a:lnTo>
                    <a:pt x="48530" y="117441"/>
                  </a:lnTo>
                  <a:lnTo>
                    <a:pt x="49799" y="116545"/>
                  </a:lnTo>
                  <a:lnTo>
                    <a:pt x="51043" y="115649"/>
                  </a:lnTo>
                  <a:lnTo>
                    <a:pt x="52263" y="114704"/>
                  </a:lnTo>
                  <a:lnTo>
                    <a:pt x="53457" y="113733"/>
                  </a:lnTo>
                  <a:lnTo>
                    <a:pt x="54652" y="112738"/>
                  </a:lnTo>
                  <a:lnTo>
                    <a:pt x="55797" y="111717"/>
                  </a:lnTo>
                  <a:lnTo>
                    <a:pt x="56917" y="110672"/>
                  </a:lnTo>
                  <a:lnTo>
                    <a:pt x="58012" y="109602"/>
                  </a:lnTo>
                  <a:lnTo>
                    <a:pt x="59107" y="108482"/>
                  </a:lnTo>
                  <a:lnTo>
                    <a:pt x="60152" y="107362"/>
                  </a:lnTo>
                  <a:lnTo>
                    <a:pt x="61172" y="106217"/>
                  </a:lnTo>
                  <a:lnTo>
                    <a:pt x="62168" y="105048"/>
                  </a:lnTo>
                  <a:lnTo>
                    <a:pt x="63138" y="103828"/>
                  </a:lnTo>
                  <a:lnTo>
                    <a:pt x="64084" y="102609"/>
                  </a:lnTo>
                  <a:lnTo>
                    <a:pt x="64980" y="101364"/>
                  </a:lnTo>
                  <a:lnTo>
                    <a:pt x="65851" y="100095"/>
                  </a:lnTo>
                  <a:lnTo>
                    <a:pt x="66722" y="98801"/>
                  </a:lnTo>
                  <a:lnTo>
                    <a:pt x="67543" y="97482"/>
                  </a:lnTo>
                  <a:lnTo>
                    <a:pt x="68315" y="96163"/>
                  </a:lnTo>
                  <a:lnTo>
                    <a:pt x="69086" y="94794"/>
                  </a:lnTo>
                  <a:lnTo>
                    <a:pt x="69808" y="93426"/>
                  </a:lnTo>
                  <a:lnTo>
                    <a:pt x="70505" y="92032"/>
                  </a:lnTo>
                  <a:lnTo>
                    <a:pt x="71152" y="90613"/>
                  </a:lnTo>
                  <a:lnTo>
                    <a:pt x="71774" y="89195"/>
                  </a:lnTo>
                  <a:lnTo>
                    <a:pt x="72371" y="87751"/>
                  </a:lnTo>
                  <a:lnTo>
                    <a:pt x="72944" y="86283"/>
                  </a:lnTo>
                  <a:lnTo>
                    <a:pt x="73442" y="84790"/>
                  </a:lnTo>
                  <a:lnTo>
                    <a:pt x="73939" y="83297"/>
                  </a:lnTo>
                  <a:lnTo>
                    <a:pt x="74387" y="81779"/>
                  </a:lnTo>
                  <a:lnTo>
                    <a:pt x="74810" y="80236"/>
                  </a:lnTo>
                  <a:lnTo>
                    <a:pt x="75184" y="78693"/>
                  </a:lnTo>
                  <a:lnTo>
                    <a:pt x="75532" y="77150"/>
                  </a:lnTo>
                  <a:lnTo>
                    <a:pt x="75831" y="75557"/>
                  </a:lnTo>
                  <a:lnTo>
                    <a:pt x="76080" y="73964"/>
                  </a:lnTo>
                  <a:lnTo>
                    <a:pt x="76303" y="72371"/>
                  </a:lnTo>
                  <a:lnTo>
                    <a:pt x="76503" y="70754"/>
                  </a:lnTo>
                  <a:lnTo>
                    <a:pt x="76652" y="69136"/>
                  </a:lnTo>
                  <a:lnTo>
                    <a:pt x="76751" y="67494"/>
                  </a:lnTo>
                  <a:lnTo>
                    <a:pt x="76801" y="65851"/>
                  </a:lnTo>
                  <a:lnTo>
                    <a:pt x="76826" y="64209"/>
                  </a:lnTo>
                  <a:lnTo>
                    <a:pt x="76826" y="64209"/>
                  </a:lnTo>
                  <a:lnTo>
                    <a:pt x="76801" y="62541"/>
                  </a:lnTo>
                  <a:lnTo>
                    <a:pt x="76751" y="60899"/>
                  </a:lnTo>
                  <a:lnTo>
                    <a:pt x="76652" y="59256"/>
                  </a:lnTo>
                  <a:lnTo>
                    <a:pt x="76503" y="57638"/>
                  </a:lnTo>
                  <a:lnTo>
                    <a:pt x="76303" y="56021"/>
                  </a:lnTo>
                  <a:lnTo>
                    <a:pt x="76080" y="54428"/>
                  </a:lnTo>
                  <a:lnTo>
                    <a:pt x="75831" y="52835"/>
                  </a:lnTo>
                  <a:lnTo>
                    <a:pt x="75532" y="51267"/>
                  </a:lnTo>
                  <a:lnTo>
                    <a:pt x="75184" y="49700"/>
                  </a:lnTo>
                  <a:lnTo>
                    <a:pt x="74810" y="48157"/>
                  </a:lnTo>
                  <a:lnTo>
                    <a:pt x="74387" y="46614"/>
                  </a:lnTo>
                  <a:lnTo>
                    <a:pt x="73939" y="45095"/>
                  </a:lnTo>
                  <a:lnTo>
                    <a:pt x="73442" y="43602"/>
                  </a:lnTo>
                  <a:lnTo>
                    <a:pt x="72944" y="42134"/>
                  </a:lnTo>
                  <a:lnTo>
                    <a:pt x="72371" y="40666"/>
                  </a:lnTo>
                  <a:lnTo>
                    <a:pt x="71774" y="39197"/>
                  </a:lnTo>
                  <a:lnTo>
                    <a:pt x="71152" y="37779"/>
                  </a:lnTo>
                  <a:lnTo>
                    <a:pt x="70505" y="36360"/>
                  </a:lnTo>
                  <a:lnTo>
                    <a:pt x="69808" y="34967"/>
                  </a:lnTo>
                  <a:lnTo>
                    <a:pt x="69086" y="33598"/>
                  </a:lnTo>
                  <a:lnTo>
                    <a:pt x="68315" y="32254"/>
                  </a:lnTo>
                  <a:lnTo>
                    <a:pt x="67543" y="30910"/>
                  </a:lnTo>
                  <a:lnTo>
                    <a:pt x="66722" y="29591"/>
                  </a:lnTo>
                  <a:lnTo>
                    <a:pt x="65851" y="28297"/>
                  </a:lnTo>
                  <a:lnTo>
                    <a:pt x="64980" y="27028"/>
                  </a:lnTo>
                  <a:lnTo>
                    <a:pt x="64084" y="25783"/>
                  </a:lnTo>
                  <a:lnTo>
                    <a:pt x="63138" y="24564"/>
                  </a:lnTo>
                  <a:lnTo>
                    <a:pt x="62168" y="23369"/>
                  </a:lnTo>
                  <a:lnTo>
                    <a:pt x="61172" y="22175"/>
                  </a:lnTo>
                  <a:lnTo>
                    <a:pt x="60152" y="21030"/>
                  </a:lnTo>
                  <a:lnTo>
                    <a:pt x="59107" y="19910"/>
                  </a:lnTo>
                  <a:lnTo>
                    <a:pt x="58012" y="18790"/>
                  </a:lnTo>
                  <a:lnTo>
                    <a:pt x="56917" y="17720"/>
                  </a:lnTo>
                  <a:lnTo>
                    <a:pt x="55797" y="16675"/>
                  </a:lnTo>
                  <a:lnTo>
                    <a:pt x="54652" y="15654"/>
                  </a:lnTo>
                  <a:lnTo>
                    <a:pt x="53457" y="14659"/>
                  </a:lnTo>
                  <a:lnTo>
                    <a:pt x="52263" y="13688"/>
                  </a:lnTo>
                  <a:lnTo>
                    <a:pt x="51043" y="12743"/>
                  </a:lnTo>
                  <a:lnTo>
                    <a:pt x="49799" y="11847"/>
                  </a:lnTo>
                  <a:lnTo>
                    <a:pt x="48530" y="10951"/>
                  </a:lnTo>
                  <a:lnTo>
                    <a:pt x="47236" y="10105"/>
                  </a:lnTo>
                  <a:lnTo>
                    <a:pt x="45917" y="9283"/>
                  </a:lnTo>
                  <a:lnTo>
                    <a:pt x="44573" y="8512"/>
                  </a:lnTo>
                  <a:lnTo>
                    <a:pt x="43229" y="7740"/>
                  </a:lnTo>
                  <a:lnTo>
                    <a:pt x="41860" y="7019"/>
                  </a:lnTo>
                  <a:lnTo>
                    <a:pt x="40467" y="6322"/>
                  </a:lnTo>
                  <a:lnTo>
                    <a:pt x="39048" y="5675"/>
                  </a:lnTo>
                  <a:lnTo>
                    <a:pt x="37605" y="5053"/>
                  </a:lnTo>
                  <a:lnTo>
                    <a:pt x="36161" y="4455"/>
                  </a:lnTo>
                  <a:lnTo>
                    <a:pt x="34693" y="3883"/>
                  </a:lnTo>
                  <a:lnTo>
                    <a:pt x="33224" y="3360"/>
                  </a:lnTo>
                  <a:lnTo>
                    <a:pt x="31706" y="2888"/>
                  </a:lnTo>
                  <a:lnTo>
                    <a:pt x="30213" y="2440"/>
                  </a:lnTo>
                  <a:lnTo>
                    <a:pt x="28670" y="2017"/>
                  </a:lnTo>
                  <a:lnTo>
                    <a:pt x="27127" y="1643"/>
                  </a:lnTo>
                  <a:lnTo>
                    <a:pt x="25559" y="1295"/>
                  </a:lnTo>
                  <a:lnTo>
                    <a:pt x="23991" y="996"/>
                  </a:lnTo>
                  <a:lnTo>
                    <a:pt x="22399" y="747"/>
                  </a:lnTo>
                  <a:lnTo>
                    <a:pt x="20806" y="523"/>
                  </a:lnTo>
                  <a:lnTo>
                    <a:pt x="19188" y="324"/>
                  </a:lnTo>
                  <a:lnTo>
                    <a:pt x="17571" y="175"/>
                  </a:lnTo>
                  <a:lnTo>
                    <a:pt x="15928" y="75"/>
                  </a:lnTo>
                  <a:lnTo>
                    <a:pt x="14286" y="26"/>
                  </a:lnTo>
                  <a:lnTo>
                    <a:pt x="12618"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 name="Google Shape;2830;p67">
              <a:extLst>
                <a:ext uri="{FF2B5EF4-FFF2-40B4-BE49-F238E27FC236}">
                  <a16:creationId xmlns:a16="http://schemas.microsoft.com/office/drawing/2014/main" id="{13E6E41B-8AB1-D082-0614-E6AAAFBC3D82}"/>
                </a:ext>
              </a:extLst>
            </p:cNvPr>
            <p:cNvSpPr/>
            <p:nvPr/>
          </p:nvSpPr>
          <p:spPr>
            <a:xfrm>
              <a:off x="1532501" y="2292240"/>
              <a:ext cx="1028604" cy="1814821"/>
            </a:xfrm>
            <a:custGeom>
              <a:avLst/>
              <a:gdLst/>
              <a:ahLst/>
              <a:cxnLst/>
              <a:rect l="l" t="t" r="r" b="b"/>
              <a:pathLst>
                <a:path w="72770" h="128392" extrusionOk="0">
                  <a:moveTo>
                    <a:pt x="1" y="1"/>
                  </a:moveTo>
                  <a:lnTo>
                    <a:pt x="1519" y="26"/>
                  </a:lnTo>
                  <a:lnTo>
                    <a:pt x="3062" y="75"/>
                  </a:lnTo>
                  <a:lnTo>
                    <a:pt x="4580" y="175"/>
                  </a:lnTo>
                  <a:lnTo>
                    <a:pt x="6123" y="299"/>
                  </a:lnTo>
                  <a:lnTo>
                    <a:pt x="7641" y="474"/>
                  </a:lnTo>
                  <a:lnTo>
                    <a:pt x="9159" y="673"/>
                  </a:lnTo>
                  <a:lnTo>
                    <a:pt x="10677" y="922"/>
                  </a:lnTo>
                  <a:lnTo>
                    <a:pt x="12195" y="1195"/>
                  </a:lnTo>
                  <a:lnTo>
                    <a:pt x="13713" y="1519"/>
                  </a:lnTo>
                  <a:lnTo>
                    <a:pt x="15206" y="1867"/>
                  </a:lnTo>
                  <a:lnTo>
                    <a:pt x="16700" y="2265"/>
                  </a:lnTo>
                  <a:lnTo>
                    <a:pt x="18193" y="2688"/>
                  </a:lnTo>
                  <a:lnTo>
                    <a:pt x="19661" y="3136"/>
                  </a:lnTo>
                  <a:lnTo>
                    <a:pt x="21129" y="3634"/>
                  </a:lnTo>
                  <a:lnTo>
                    <a:pt x="22598" y="4157"/>
                  </a:lnTo>
                  <a:lnTo>
                    <a:pt x="24041" y="4729"/>
                  </a:lnTo>
                  <a:lnTo>
                    <a:pt x="25485" y="5351"/>
                  </a:lnTo>
                  <a:lnTo>
                    <a:pt x="26903" y="5998"/>
                  </a:lnTo>
                  <a:lnTo>
                    <a:pt x="28322" y="6670"/>
                  </a:lnTo>
                  <a:lnTo>
                    <a:pt x="29715" y="7392"/>
                  </a:lnTo>
                  <a:lnTo>
                    <a:pt x="31084" y="8139"/>
                  </a:lnTo>
                  <a:lnTo>
                    <a:pt x="32453" y="8910"/>
                  </a:lnTo>
                  <a:lnTo>
                    <a:pt x="33822" y="9731"/>
                  </a:lnTo>
                  <a:lnTo>
                    <a:pt x="35166" y="10602"/>
                  </a:lnTo>
                  <a:lnTo>
                    <a:pt x="36485" y="11498"/>
                  </a:lnTo>
                  <a:lnTo>
                    <a:pt x="37779" y="12444"/>
                  </a:lnTo>
                  <a:lnTo>
                    <a:pt x="39073" y="13415"/>
                  </a:lnTo>
                  <a:lnTo>
                    <a:pt x="40317" y="14410"/>
                  </a:lnTo>
                  <a:lnTo>
                    <a:pt x="41562" y="15455"/>
                  </a:lnTo>
                  <a:lnTo>
                    <a:pt x="42806" y="16526"/>
                  </a:lnTo>
                  <a:lnTo>
                    <a:pt x="44000" y="17645"/>
                  </a:lnTo>
                  <a:lnTo>
                    <a:pt x="45170" y="18790"/>
                  </a:lnTo>
                  <a:lnTo>
                    <a:pt x="46340" y="19985"/>
                  </a:lnTo>
                  <a:lnTo>
                    <a:pt x="47460" y="21204"/>
                  </a:lnTo>
                  <a:lnTo>
                    <a:pt x="48530" y="22424"/>
                  </a:lnTo>
                  <a:lnTo>
                    <a:pt x="49600" y="23668"/>
                  </a:lnTo>
                  <a:lnTo>
                    <a:pt x="50595" y="24937"/>
                  </a:lnTo>
                  <a:lnTo>
                    <a:pt x="51566" y="26231"/>
                  </a:lnTo>
                  <a:lnTo>
                    <a:pt x="52512" y="27550"/>
                  </a:lnTo>
                  <a:lnTo>
                    <a:pt x="53408" y="28869"/>
                  </a:lnTo>
                  <a:lnTo>
                    <a:pt x="54279" y="30213"/>
                  </a:lnTo>
                  <a:lnTo>
                    <a:pt x="55100" y="31582"/>
                  </a:lnTo>
                  <a:lnTo>
                    <a:pt x="55896" y="32951"/>
                  </a:lnTo>
                  <a:lnTo>
                    <a:pt x="56643" y="34344"/>
                  </a:lnTo>
                  <a:lnTo>
                    <a:pt x="57365" y="35738"/>
                  </a:lnTo>
                  <a:lnTo>
                    <a:pt x="58037" y="37157"/>
                  </a:lnTo>
                  <a:lnTo>
                    <a:pt x="58684" y="38600"/>
                  </a:lnTo>
                  <a:lnTo>
                    <a:pt x="59281" y="40043"/>
                  </a:lnTo>
                  <a:lnTo>
                    <a:pt x="59853" y="41487"/>
                  </a:lnTo>
                  <a:lnTo>
                    <a:pt x="60376" y="42955"/>
                  </a:lnTo>
                  <a:lnTo>
                    <a:pt x="60874" y="44424"/>
                  </a:lnTo>
                  <a:lnTo>
                    <a:pt x="61347" y="45917"/>
                  </a:lnTo>
                  <a:lnTo>
                    <a:pt x="61770" y="47410"/>
                  </a:lnTo>
                  <a:lnTo>
                    <a:pt x="62143" y="48903"/>
                  </a:lnTo>
                  <a:lnTo>
                    <a:pt x="62491" y="50421"/>
                  </a:lnTo>
                  <a:lnTo>
                    <a:pt x="62815" y="51939"/>
                  </a:lnTo>
                  <a:lnTo>
                    <a:pt x="63089" y="53457"/>
                  </a:lnTo>
                  <a:lnTo>
                    <a:pt x="63313" y="54976"/>
                  </a:lnTo>
                  <a:lnTo>
                    <a:pt x="63537" y="56519"/>
                  </a:lnTo>
                  <a:lnTo>
                    <a:pt x="63686" y="58037"/>
                  </a:lnTo>
                  <a:lnTo>
                    <a:pt x="63810" y="59580"/>
                  </a:lnTo>
                  <a:lnTo>
                    <a:pt x="63910" y="61123"/>
                  </a:lnTo>
                  <a:lnTo>
                    <a:pt x="63960" y="62666"/>
                  </a:lnTo>
                  <a:lnTo>
                    <a:pt x="63985" y="64209"/>
                  </a:lnTo>
                  <a:lnTo>
                    <a:pt x="63960" y="65727"/>
                  </a:lnTo>
                  <a:lnTo>
                    <a:pt x="63910" y="67270"/>
                  </a:lnTo>
                  <a:lnTo>
                    <a:pt x="63810" y="68813"/>
                  </a:lnTo>
                  <a:lnTo>
                    <a:pt x="63686" y="70356"/>
                  </a:lnTo>
                  <a:lnTo>
                    <a:pt x="63537" y="71874"/>
                  </a:lnTo>
                  <a:lnTo>
                    <a:pt x="63313" y="73417"/>
                  </a:lnTo>
                  <a:lnTo>
                    <a:pt x="63089" y="74935"/>
                  </a:lnTo>
                  <a:lnTo>
                    <a:pt x="62815" y="76453"/>
                  </a:lnTo>
                  <a:lnTo>
                    <a:pt x="62491" y="77971"/>
                  </a:lnTo>
                  <a:lnTo>
                    <a:pt x="62143" y="79489"/>
                  </a:lnTo>
                  <a:lnTo>
                    <a:pt x="61770" y="80982"/>
                  </a:lnTo>
                  <a:lnTo>
                    <a:pt x="61347" y="82475"/>
                  </a:lnTo>
                  <a:lnTo>
                    <a:pt x="60874" y="83969"/>
                  </a:lnTo>
                  <a:lnTo>
                    <a:pt x="60376" y="85437"/>
                  </a:lnTo>
                  <a:lnTo>
                    <a:pt x="59853" y="86905"/>
                  </a:lnTo>
                  <a:lnTo>
                    <a:pt x="59281" y="88349"/>
                  </a:lnTo>
                  <a:lnTo>
                    <a:pt x="58684" y="89792"/>
                  </a:lnTo>
                  <a:lnTo>
                    <a:pt x="58037" y="91236"/>
                  </a:lnTo>
                  <a:lnTo>
                    <a:pt x="57365" y="92654"/>
                  </a:lnTo>
                  <a:lnTo>
                    <a:pt x="56643" y="94048"/>
                  </a:lnTo>
                  <a:lnTo>
                    <a:pt x="55896" y="95441"/>
                  </a:lnTo>
                  <a:lnTo>
                    <a:pt x="55100" y="96810"/>
                  </a:lnTo>
                  <a:lnTo>
                    <a:pt x="54279" y="98179"/>
                  </a:lnTo>
                  <a:lnTo>
                    <a:pt x="53408" y="99523"/>
                  </a:lnTo>
                  <a:lnTo>
                    <a:pt x="52512" y="100842"/>
                  </a:lnTo>
                  <a:lnTo>
                    <a:pt x="51566" y="102161"/>
                  </a:lnTo>
                  <a:lnTo>
                    <a:pt x="50595" y="103455"/>
                  </a:lnTo>
                  <a:lnTo>
                    <a:pt x="49600" y="104724"/>
                  </a:lnTo>
                  <a:lnTo>
                    <a:pt x="48530" y="105968"/>
                  </a:lnTo>
                  <a:lnTo>
                    <a:pt x="47460" y="107188"/>
                  </a:lnTo>
                  <a:lnTo>
                    <a:pt x="46340" y="108407"/>
                  </a:lnTo>
                  <a:lnTo>
                    <a:pt x="45170" y="109602"/>
                  </a:lnTo>
                  <a:lnTo>
                    <a:pt x="44000" y="110747"/>
                  </a:lnTo>
                  <a:lnTo>
                    <a:pt x="42781" y="111867"/>
                  </a:lnTo>
                  <a:lnTo>
                    <a:pt x="41562" y="112962"/>
                  </a:lnTo>
                  <a:lnTo>
                    <a:pt x="40317" y="114007"/>
                  </a:lnTo>
                  <a:lnTo>
                    <a:pt x="39023" y="115002"/>
                  </a:lnTo>
                  <a:lnTo>
                    <a:pt x="37754" y="115998"/>
                  </a:lnTo>
                  <a:lnTo>
                    <a:pt x="36435" y="116919"/>
                  </a:lnTo>
                  <a:lnTo>
                    <a:pt x="35116" y="117815"/>
                  </a:lnTo>
                  <a:lnTo>
                    <a:pt x="33772" y="118686"/>
                  </a:lnTo>
                  <a:lnTo>
                    <a:pt x="32403" y="119507"/>
                  </a:lnTo>
                  <a:lnTo>
                    <a:pt x="31034" y="120303"/>
                  </a:lnTo>
                  <a:lnTo>
                    <a:pt x="29641" y="121050"/>
                  </a:lnTo>
                  <a:lnTo>
                    <a:pt x="28247" y="121772"/>
                  </a:lnTo>
                  <a:lnTo>
                    <a:pt x="26829" y="122444"/>
                  </a:lnTo>
                  <a:lnTo>
                    <a:pt x="25385" y="123091"/>
                  </a:lnTo>
                  <a:lnTo>
                    <a:pt x="23942" y="123688"/>
                  </a:lnTo>
                  <a:lnTo>
                    <a:pt x="22498" y="124260"/>
                  </a:lnTo>
                  <a:lnTo>
                    <a:pt x="21030" y="124808"/>
                  </a:lnTo>
                  <a:lnTo>
                    <a:pt x="19537" y="125305"/>
                  </a:lnTo>
                  <a:lnTo>
                    <a:pt x="18068" y="125753"/>
                  </a:lnTo>
                  <a:lnTo>
                    <a:pt x="16575" y="126177"/>
                  </a:lnTo>
                  <a:lnTo>
                    <a:pt x="15057" y="126575"/>
                  </a:lnTo>
                  <a:lnTo>
                    <a:pt x="13564" y="126923"/>
                  </a:lnTo>
                  <a:lnTo>
                    <a:pt x="12046" y="127222"/>
                  </a:lnTo>
                  <a:lnTo>
                    <a:pt x="10528" y="127496"/>
                  </a:lnTo>
                  <a:lnTo>
                    <a:pt x="9010" y="127744"/>
                  </a:lnTo>
                  <a:lnTo>
                    <a:pt x="7467" y="127943"/>
                  </a:lnTo>
                  <a:lnTo>
                    <a:pt x="5949" y="128093"/>
                  </a:lnTo>
                  <a:lnTo>
                    <a:pt x="4406" y="128242"/>
                  </a:lnTo>
                  <a:lnTo>
                    <a:pt x="2863" y="128317"/>
                  </a:lnTo>
                  <a:lnTo>
                    <a:pt x="1320" y="128391"/>
                  </a:lnTo>
                  <a:lnTo>
                    <a:pt x="13688" y="128391"/>
                  </a:lnTo>
                  <a:lnTo>
                    <a:pt x="14958" y="128342"/>
                  </a:lnTo>
                  <a:lnTo>
                    <a:pt x="16202" y="128292"/>
                  </a:lnTo>
                  <a:lnTo>
                    <a:pt x="17471" y="128192"/>
                  </a:lnTo>
                  <a:lnTo>
                    <a:pt x="18715" y="128093"/>
                  </a:lnTo>
                  <a:lnTo>
                    <a:pt x="19960" y="127968"/>
                  </a:lnTo>
                  <a:lnTo>
                    <a:pt x="21204" y="127794"/>
                  </a:lnTo>
                  <a:lnTo>
                    <a:pt x="22424" y="127620"/>
                  </a:lnTo>
                  <a:lnTo>
                    <a:pt x="23643" y="127421"/>
                  </a:lnTo>
                  <a:lnTo>
                    <a:pt x="24863" y="127197"/>
                  </a:lnTo>
                  <a:lnTo>
                    <a:pt x="26057" y="126948"/>
                  </a:lnTo>
                  <a:lnTo>
                    <a:pt x="27252" y="126674"/>
                  </a:lnTo>
                  <a:lnTo>
                    <a:pt x="28446" y="126376"/>
                  </a:lnTo>
                  <a:lnTo>
                    <a:pt x="29616" y="126052"/>
                  </a:lnTo>
                  <a:lnTo>
                    <a:pt x="30786" y="125729"/>
                  </a:lnTo>
                  <a:lnTo>
                    <a:pt x="31955" y="125380"/>
                  </a:lnTo>
                  <a:lnTo>
                    <a:pt x="33100" y="124982"/>
                  </a:lnTo>
                  <a:lnTo>
                    <a:pt x="34245" y="124584"/>
                  </a:lnTo>
                  <a:lnTo>
                    <a:pt x="35390" y="124161"/>
                  </a:lnTo>
                  <a:lnTo>
                    <a:pt x="36510" y="123713"/>
                  </a:lnTo>
                  <a:lnTo>
                    <a:pt x="37605" y="123265"/>
                  </a:lnTo>
                  <a:lnTo>
                    <a:pt x="38700" y="122792"/>
                  </a:lnTo>
                  <a:lnTo>
                    <a:pt x="39795" y="122269"/>
                  </a:lnTo>
                  <a:lnTo>
                    <a:pt x="40890" y="121747"/>
                  </a:lnTo>
                  <a:lnTo>
                    <a:pt x="41935" y="121224"/>
                  </a:lnTo>
                  <a:lnTo>
                    <a:pt x="43005" y="120652"/>
                  </a:lnTo>
                  <a:lnTo>
                    <a:pt x="44050" y="120079"/>
                  </a:lnTo>
                  <a:lnTo>
                    <a:pt x="45071" y="119482"/>
                  </a:lnTo>
                  <a:lnTo>
                    <a:pt x="46091" y="118860"/>
                  </a:lnTo>
                  <a:lnTo>
                    <a:pt x="47111" y="118213"/>
                  </a:lnTo>
                  <a:lnTo>
                    <a:pt x="48107" y="117566"/>
                  </a:lnTo>
                  <a:lnTo>
                    <a:pt x="49077" y="116894"/>
                  </a:lnTo>
                  <a:lnTo>
                    <a:pt x="50048" y="116222"/>
                  </a:lnTo>
                  <a:lnTo>
                    <a:pt x="50994" y="115500"/>
                  </a:lnTo>
                  <a:lnTo>
                    <a:pt x="51939" y="114778"/>
                  </a:lnTo>
                  <a:lnTo>
                    <a:pt x="52860" y="114057"/>
                  </a:lnTo>
                  <a:lnTo>
                    <a:pt x="53781" y="113285"/>
                  </a:lnTo>
                  <a:lnTo>
                    <a:pt x="54677" y="112514"/>
                  </a:lnTo>
                  <a:lnTo>
                    <a:pt x="55573" y="111717"/>
                  </a:lnTo>
                  <a:lnTo>
                    <a:pt x="56444" y="110921"/>
                  </a:lnTo>
                  <a:lnTo>
                    <a:pt x="57290" y="110100"/>
                  </a:lnTo>
                  <a:lnTo>
                    <a:pt x="58136" y="109278"/>
                  </a:lnTo>
                  <a:lnTo>
                    <a:pt x="58957" y="108407"/>
                  </a:lnTo>
                  <a:lnTo>
                    <a:pt x="59754" y="107561"/>
                  </a:lnTo>
                  <a:lnTo>
                    <a:pt x="60550" y="106665"/>
                  </a:lnTo>
                  <a:lnTo>
                    <a:pt x="61322" y="105769"/>
                  </a:lnTo>
                  <a:lnTo>
                    <a:pt x="62093" y="104873"/>
                  </a:lnTo>
                  <a:lnTo>
                    <a:pt x="62840" y="103928"/>
                  </a:lnTo>
                  <a:lnTo>
                    <a:pt x="63561" y="103007"/>
                  </a:lnTo>
                  <a:lnTo>
                    <a:pt x="64258" y="102036"/>
                  </a:lnTo>
                  <a:lnTo>
                    <a:pt x="64955" y="101091"/>
                  </a:lnTo>
                  <a:lnTo>
                    <a:pt x="65627" y="100095"/>
                  </a:lnTo>
                  <a:lnTo>
                    <a:pt x="66299" y="99125"/>
                  </a:lnTo>
                  <a:lnTo>
                    <a:pt x="66921" y="98104"/>
                  </a:lnTo>
                  <a:lnTo>
                    <a:pt x="67543" y="97084"/>
                  </a:lnTo>
                  <a:lnTo>
                    <a:pt x="68141" y="96064"/>
                  </a:lnTo>
                  <a:lnTo>
                    <a:pt x="68738" y="95018"/>
                  </a:lnTo>
                  <a:lnTo>
                    <a:pt x="69310" y="93973"/>
                  </a:lnTo>
                  <a:lnTo>
                    <a:pt x="69833" y="92903"/>
                  </a:lnTo>
                  <a:lnTo>
                    <a:pt x="70380" y="91833"/>
                  </a:lnTo>
                  <a:lnTo>
                    <a:pt x="70878" y="90738"/>
                  </a:lnTo>
                  <a:lnTo>
                    <a:pt x="71351" y="89643"/>
                  </a:lnTo>
                  <a:lnTo>
                    <a:pt x="71824" y="88548"/>
                  </a:lnTo>
                  <a:lnTo>
                    <a:pt x="72272" y="87428"/>
                  </a:lnTo>
                  <a:lnTo>
                    <a:pt x="72421" y="85362"/>
                  </a:lnTo>
                  <a:lnTo>
                    <a:pt x="72546" y="83322"/>
                  </a:lnTo>
                  <a:lnTo>
                    <a:pt x="72645" y="81331"/>
                  </a:lnTo>
                  <a:lnTo>
                    <a:pt x="72720" y="79414"/>
                  </a:lnTo>
                  <a:lnTo>
                    <a:pt x="72770" y="77573"/>
                  </a:lnTo>
                  <a:lnTo>
                    <a:pt x="72770" y="75806"/>
                  </a:lnTo>
                  <a:lnTo>
                    <a:pt x="72745" y="74113"/>
                  </a:lnTo>
                  <a:lnTo>
                    <a:pt x="72695" y="72570"/>
                  </a:lnTo>
                  <a:lnTo>
                    <a:pt x="72670" y="71127"/>
                  </a:lnTo>
                  <a:lnTo>
                    <a:pt x="72670" y="69559"/>
                  </a:lnTo>
                  <a:lnTo>
                    <a:pt x="72720" y="66175"/>
                  </a:lnTo>
                  <a:lnTo>
                    <a:pt x="72720" y="64358"/>
                  </a:lnTo>
                  <a:lnTo>
                    <a:pt x="72695" y="62442"/>
                  </a:lnTo>
                  <a:lnTo>
                    <a:pt x="72645" y="61471"/>
                  </a:lnTo>
                  <a:lnTo>
                    <a:pt x="72595" y="60500"/>
                  </a:lnTo>
                  <a:lnTo>
                    <a:pt x="72521" y="59505"/>
                  </a:lnTo>
                  <a:lnTo>
                    <a:pt x="72421" y="58485"/>
                  </a:lnTo>
                  <a:lnTo>
                    <a:pt x="72272" y="57215"/>
                  </a:lnTo>
                  <a:lnTo>
                    <a:pt x="72172" y="56419"/>
                  </a:lnTo>
                  <a:lnTo>
                    <a:pt x="72048" y="55647"/>
                  </a:lnTo>
                  <a:lnTo>
                    <a:pt x="71052" y="50222"/>
                  </a:lnTo>
                  <a:lnTo>
                    <a:pt x="70181" y="45519"/>
                  </a:lnTo>
                  <a:lnTo>
                    <a:pt x="69236" y="40417"/>
                  </a:lnTo>
                  <a:lnTo>
                    <a:pt x="68041" y="33797"/>
                  </a:lnTo>
                  <a:lnTo>
                    <a:pt x="67593" y="31383"/>
                  </a:lnTo>
                  <a:lnTo>
                    <a:pt x="66797" y="30089"/>
                  </a:lnTo>
                  <a:lnTo>
                    <a:pt x="65975" y="28820"/>
                  </a:lnTo>
                  <a:lnTo>
                    <a:pt x="65154" y="27575"/>
                  </a:lnTo>
                  <a:lnTo>
                    <a:pt x="64258" y="26356"/>
                  </a:lnTo>
                  <a:lnTo>
                    <a:pt x="63362" y="25161"/>
                  </a:lnTo>
                  <a:lnTo>
                    <a:pt x="62442" y="23967"/>
                  </a:lnTo>
                  <a:lnTo>
                    <a:pt x="61496" y="22822"/>
                  </a:lnTo>
                  <a:lnTo>
                    <a:pt x="60500" y="21677"/>
                  </a:lnTo>
                  <a:lnTo>
                    <a:pt x="57116" y="21926"/>
                  </a:lnTo>
                  <a:lnTo>
                    <a:pt x="57041" y="21254"/>
                  </a:lnTo>
                  <a:lnTo>
                    <a:pt x="57016" y="20358"/>
                  </a:lnTo>
                  <a:lnTo>
                    <a:pt x="56966" y="17969"/>
                  </a:lnTo>
                  <a:lnTo>
                    <a:pt x="55548" y="16650"/>
                  </a:lnTo>
                  <a:lnTo>
                    <a:pt x="54104" y="15381"/>
                  </a:lnTo>
                  <a:lnTo>
                    <a:pt x="52611" y="14136"/>
                  </a:lnTo>
                  <a:lnTo>
                    <a:pt x="51093" y="12942"/>
                  </a:lnTo>
                  <a:lnTo>
                    <a:pt x="49525" y="11822"/>
                  </a:lnTo>
                  <a:lnTo>
                    <a:pt x="47933" y="10702"/>
                  </a:lnTo>
                  <a:lnTo>
                    <a:pt x="46290" y="9657"/>
                  </a:lnTo>
                  <a:lnTo>
                    <a:pt x="44623" y="8661"/>
                  </a:lnTo>
                  <a:lnTo>
                    <a:pt x="42930" y="7716"/>
                  </a:lnTo>
                  <a:lnTo>
                    <a:pt x="41213" y="6795"/>
                  </a:lnTo>
                  <a:lnTo>
                    <a:pt x="40342" y="6372"/>
                  </a:lnTo>
                  <a:lnTo>
                    <a:pt x="39446" y="5949"/>
                  </a:lnTo>
                  <a:lnTo>
                    <a:pt x="38550" y="5550"/>
                  </a:lnTo>
                  <a:lnTo>
                    <a:pt x="37654" y="5152"/>
                  </a:lnTo>
                  <a:lnTo>
                    <a:pt x="36758" y="4779"/>
                  </a:lnTo>
                  <a:lnTo>
                    <a:pt x="35838" y="4406"/>
                  </a:lnTo>
                  <a:lnTo>
                    <a:pt x="34917" y="4057"/>
                  </a:lnTo>
                  <a:lnTo>
                    <a:pt x="33996" y="3734"/>
                  </a:lnTo>
                  <a:lnTo>
                    <a:pt x="33075" y="3385"/>
                  </a:lnTo>
                  <a:lnTo>
                    <a:pt x="32129" y="3087"/>
                  </a:lnTo>
                  <a:lnTo>
                    <a:pt x="31184" y="2788"/>
                  </a:lnTo>
                  <a:lnTo>
                    <a:pt x="30238" y="2514"/>
                  </a:lnTo>
                  <a:lnTo>
                    <a:pt x="29840" y="2390"/>
                  </a:lnTo>
                  <a:lnTo>
                    <a:pt x="28521" y="2041"/>
                  </a:lnTo>
                  <a:lnTo>
                    <a:pt x="27202" y="1718"/>
                  </a:lnTo>
                  <a:lnTo>
                    <a:pt x="25858" y="1419"/>
                  </a:lnTo>
                  <a:lnTo>
                    <a:pt x="24489" y="1145"/>
                  </a:lnTo>
                  <a:lnTo>
                    <a:pt x="24016" y="1046"/>
                  </a:lnTo>
                  <a:lnTo>
                    <a:pt x="22598" y="797"/>
                  </a:lnTo>
                  <a:lnTo>
                    <a:pt x="21154" y="598"/>
                  </a:lnTo>
                  <a:lnTo>
                    <a:pt x="19736" y="424"/>
                  </a:lnTo>
                  <a:lnTo>
                    <a:pt x="18292" y="274"/>
                  </a:lnTo>
                  <a:lnTo>
                    <a:pt x="16824" y="150"/>
                  </a:lnTo>
                  <a:lnTo>
                    <a:pt x="15356" y="75"/>
                  </a:lnTo>
                  <a:lnTo>
                    <a:pt x="13887" y="26"/>
                  </a:lnTo>
                  <a:lnTo>
                    <a:pt x="12394" y="1"/>
                  </a:lnTo>
                  <a:close/>
                </a:path>
              </a:pathLst>
            </a:custGeom>
            <a:solidFill>
              <a:srgbClr val="DA9A3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 name="Google Shape;2831;p67">
              <a:extLst>
                <a:ext uri="{FF2B5EF4-FFF2-40B4-BE49-F238E27FC236}">
                  <a16:creationId xmlns:a16="http://schemas.microsoft.com/office/drawing/2014/main" id="{8C282A76-3505-5284-7092-24245A05D628}"/>
                </a:ext>
              </a:extLst>
            </p:cNvPr>
            <p:cNvSpPr/>
            <p:nvPr/>
          </p:nvSpPr>
          <p:spPr>
            <a:xfrm>
              <a:off x="1529335" y="2292240"/>
              <a:ext cx="1031770" cy="1814821"/>
            </a:xfrm>
            <a:custGeom>
              <a:avLst/>
              <a:gdLst/>
              <a:ahLst/>
              <a:cxnLst/>
              <a:rect l="l" t="t" r="r" b="b"/>
              <a:pathLst>
                <a:path w="72994" h="128392" fill="none" extrusionOk="0">
                  <a:moveTo>
                    <a:pt x="12618" y="1"/>
                  </a:moveTo>
                  <a:lnTo>
                    <a:pt x="12519" y="1"/>
                  </a:lnTo>
                  <a:lnTo>
                    <a:pt x="225" y="1"/>
                  </a:lnTo>
                  <a:lnTo>
                    <a:pt x="225" y="1"/>
                  </a:lnTo>
                  <a:lnTo>
                    <a:pt x="1743" y="26"/>
                  </a:lnTo>
                  <a:lnTo>
                    <a:pt x="3286" y="75"/>
                  </a:lnTo>
                  <a:lnTo>
                    <a:pt x="4804" y="175"/>
                  </a:lnTo>
                  <a:lnTo>
                    <a:pt x="6347" y="299"/>
                  </a:lnTo>
                  <a:lnTo>
                    <a:pt x="7865" y="474"/>
                  </a:lnTo>
                  <a:lnTo>
                    <a:pt x="9383" y="673"/>
                  </a:lnTo>
                  <a:lnTo>
                    <a:pt x="10901" y="922"/>
                  </a:lnTo>
                  <a:lnTo>
                    <a:pt x="12419" y="1195"/>
                  </a:lnTo>
                  <a:lnTo>
                    <a:pt x="13937" y="1519"/>
                  </a:lnTo>
                  <a:lnTo>
                    <a:pt x="15430" y="1867"/>
                  </a:lnTo>
                  <a:lnTo>
                    <a:pt x="16924" y="2265"/>
                  </a:lnTo>
                  <a:lnTo>
                    <a:pt x="18417" y="2688"/>
                  </a:lnTo>
                  <a:lnTo>
                    <a:pt x="19885" y="3136"/>
                  </a:lnTo>
                  <a:lnTo>
                    <a:pt x="21353" y="3634"/>
                  </a:lnTo>
                  <a:lnTo>
                    <a:pt x="22822" y="4157"/>
                  </a:lnTo>
                  <a:lnTo>
                    <a:pt x="24265" y="4729"/>
                  </a:lnTo>
                  <a:lnTo>
                    <a:pt x="25709" y="5351"/>
                  </a:lnTo>
                  <a:lnTo>
                    <a:pt x="27127" y="5998"/>
                  </a:lnTo>
                  <a:lnTo>
                    <a:pt x="28546" y="6670"/>
                  </a:lnTo>
                  <a:lnTo>
                    <a:pt x="29939" y="7392"/>
                  </a:lnTo>
                  <a:lnTo>
                    <a:pt x="31308" y="8139"/>
                  </a:lnTo>
                  <a:lnTo>
                    <a:pt x="32677" y="8910"/>
                  </a:lnTo>
                  <a:lnTo>
                    <a:pt x="34046" y="9731"/>
                  </a:lnTo>
                  <a:lnTo>
                    <a:pt x="35390" y="10602"/>
                  </a:lnTo>
                  <a:lnTo>
                    <a:pt x="36709" y="11498"/>
                  </a:lnTo>
                  <a:lnTo>
                    <a:pt x="38003" y="12444"/>
                  </a:lnTo>
                  <a:lnTo>
                    <a:pt x="39297" y="13415"/>
                  </a:lnTo>
                  <a:lnTo>
                    <a:pt x="40541" y="14410"/>
                  </a:lnTo>
                  <a:lnTo>
                    <a:pt x="41786" y="15455"/>
                  </a:lnTo>
                  <a:lnTo>
                    <a:pt x="43030" y="16526"/>
                  </a:lnTo>
                  <a:lnTo>
                    <a:pt x="44224" y="17645"/>
                  </a:lnTo>
                  <a:lnTo>
                    <a:pt x="45394" y="18790"/>
                  </a:lnTo>
                  <a:lnTo>
                    <a:pt x="45394" y="18790"/>
                  </a:lnTo>
                  <a:lnTo>
                    <a:pt x="46564" y="19985"/>
                  </a:lnTo>
                  <a:lnTo>
                    <a:pt x="47684" y="21204"/>
                  </a:lnTo>
                  <a:lnTo>
                    <a:pt x="48754" y="22424"/>
                  </a:lnTo>
                  <a:lnTo>
                    <a:pt x="49824" y="23668"/>
                  </a:lnTo>
                  <a:lnTo>
                    <a:pt x="50819" y="24937"/>
                  </a:lnTo>
                  <a:lnTo>
                    <a:pt x="51790" y="26231"/>
                  </a:lnTo>
                  <a:lnTo>
                    <a:pt x="52736" y="27550"/>
                  </a:lnTo>
                  <a:lnTo>
                    <a:pt x="53632" y="28869"/>
                  </a:lnTo>
                  <a:lnTo>
                    <a:pt x="54503" y="30213"/>
                  </a:lnTo>
                  <a:lnTo>
                    <a:pt x="55324" y="31582"/>
                  </a:lnTo>
                  <a:lnTo>
                    <a:pt x="56120" y="32951"/>
                  </a:lnTo>
                  <a:lnTo>
                    <a:pt x="56867" y="34344"/>
                  </a:lnTo>
                  <a:lnTo>
                    <a:pt x="57589" y="35738"/>
                  </a:lnTo>
                  <a:lnTo>
                    <a:pt x="58261" y="37157"/>
                  </a:lnTo>
                  <a:lnTo>
                    <a:pt x="58908" y="38600"/>
                  </a:lnTo>
                  <a:lnTo>
                    <a:pt x="59505" y="40043"/>
                  </a:lnTo>
                  <a:lnTo>
                    <a:pt x="60077" y="41487"/>
                  </a:lnTo>
                  <a:lnTo>
                    <a:pt x="60600" y="42955"/>
                  </a:lnTo>
                  <a:lnTo>
                    <a:pt x="61098" y="44424"/>
                  </a:lnTo>
                  <a:lnTo>
                    <a:pt x="61571" y="45917"/>
                  </a:lnTo>
                  <a:lnTo>
                    <a:pt x="61994" y="47410"/>
                  </a:lnTo>
                  <a:lnTo>
                    <a:pt x="62367" y="48903"/>
                  </a:lnTo>
                  <a:lnTo>
                    <a:pt x="62715" y="50421"/>
                  </a:lnTo>
                  <a:lnTo>
                    <a:pt x="63039" y="51939"/>
                  </a:lnTo>
                  <a:lnTo>
                    <a:pt x="63313" y="53457"/>
                  </a:lnTo>
                  <a:lnTo>
                    <a:pt x="63537" y="54976"/>
                  </a:lnTo>
                  <a:lnTo>
                    <a:pt x="63761" y="56519"/>
                  </a:lnTo>
                  <a:lnTo>
                    <a:pt x="63910" y="58037"/>
                  </a:lnTo>
                  <a:lnTo>
                    <a:pt x="64034" y="59580"/>
                  </a:lnTo>
                  <a:lnTo>
                    <a:pt x="64134" y="61123"/>
                  </a:lnTo>
                  <a:lnTo>
                    <a:pt x="64184" y="62666"/>
                  </a:lnTo>
                  <a:lnTo>
                    <a:pt x="64209" y="64209"/>
                  </a:lnTo>
                  <a:lnTo>
                    <a:pt x="64184" y="65727"/>
                  </a:lnTo>
                  <a:lnTo>
                    <a:pt x="64134" y="67270"/>
                  </a:lnTo>
                  <a:lnTo>
                    <a:pt x="64034" y="68813"/>
                  </a:lnTo>
                  <a:lnTo>
                    <a:pt x="63910" y="70356"/>
                  </a:lnTo>
                  <a:lnTo>
                    <a:pt x="63761" y="71874"/>
                  </a:lnTo>
                  <a:lnTo>
                    <a:pt x="63537" y="73417"/>
                  </a:lnTo>
                  <a:lnTo>
                    <a:pt x="63313" y="74935"/>
                  </a:lnTo>
                  <a:lnTo>
                    <a:pt x="63039" y="76453"/>
                  </a:lnTo>
                  <a:lnTo>
                    <a:pt x="62715" y="77971"/>
                  </a:lnTo>
                  <a:lnTo>
                    <a:pt x="62367" y="79489"/>
                  </a:lnTo>
                  <a:lnTo>
                    <a:pt x="61994" y="80982"/>
                  </a:lnTo>
                  <a:lnTo>
                    <a:pt x="61571" y="82475"/>
                  </a:lnTo>
                  <a:lnTo>
                    <a:pt x="61098" y="83969"/>
                  </a:lnTo>
                  <a:lnTo>
                    <a:pt x="60600" y="85437"/>
                  </a:lnTo>
                  <a:lnTo>
                    <a:pt x="60077" y="86905"/>
                  </a:lnTo>
                  <a:lnTo>
                    <a:pt x="59505" y="88349"/>
                  </a:lnTo>
                  <a:lnTo>
                    <a:pt x="58908" y="89792"/>
                  </a:lnTo>
                  <a:lnTo>
                    <a:pt x="58261" y="91236"/>
                  </a:lnTo>
                  <a:lnTo>
                    <a:pt x="57589" y="92654"/>
                  </a:lnTo>
                  <a:lnTo>
                    <a:pt x="56867" y="94048"/>
                  </a:lnTo>
                  <a:lnTo>
                    <a:pt x="56120" y="95441"/>
                  </a:lnTo>
                  <a:lnTo>
                    <a:pt x="55324" y="96810"/>
                  </a:lnTo>
                  <a:lnTo>
                    <a:pt x="54503" y="98179"/>
                  </a:lnTo>
                  <a:lnTo>
                    <a:pt x="53632" y="99523"/>
                  </a:lnTo>
                  <a:lnTo>
                    <a:pt x="52736" y="100842"/>
                  </a:lnTo>
                  <a:lnTo>
                    <a:pt x="51790" y="102161"/>
                  </a:lnTo>
                  <a:lnTo>
                    <a:pt x="50819" y="103455"/>
                  </a:lnTo>
                  <a:lnTo>
                    <a:pt x="49824" y="104724"/>
                  </a:lnTo>
                  <a:lnTo>
                    <a:pt x="48754" y="105968"/>
                  </a:lnTo>
                  <a:lnTo>
                    <a:pt x="47684" y="107188"/>
                  </a:lnTo>
                  <a:lnTo>
                    <a:pt x="46564" y="108407"/>
                  </a:lnTo>
                  <a:lnTo>
                    <a:pt x="45394" y="109602"/>
                  </a:lnTo>
                  <a:lnTo>
                    <a:pt x="45394" y="109602"/>
                  </a:lnTo>
                  <a:lnTo>
                    <a:pt x="44224" y="110747"/>
                  </a:lnTo>
                  <a:lnTo>
                    <a:pt x="43005" y="111867"/>
                  </a:lnTo>
                  <a:lnTo>
                    <a:pt x="41786" y="112962"/>
                  </a:lnTo>
                  <a:lnTo>
                    <a:pt x="40541" y="114007"/>
                  </a:lnTo>
                  <a:lnTo>
                    <a:pt x="39247" y="115002"/>
                  </a:lnTo>
                  <a:lnTo>
                    <a:pt x="37978" y="115998"/>
                  </a:lnTo>
                  <a:lnTo>
                    <a:pt x="36659" y="116919"/>
                  </a:lnTo>
                  <a:lnTo>
                    <a:pt x="35340" y="117815"/>
                  </a:lnTo>
                  <a:lnTo>
                    <a:pt x="33996" y="118686"/>
                  </a:lnTo>
                  <a:lnTo>
                    <a:pt x="32627" y="119507"/>
                  </a:lnTo>
                  <a:lnTo>
                    <a:pt x="31258" y="120303"/>
                  </a:lnTo>
                  <a:lnTo>
                    <a:pt x="29865" y="121050"/>
                  </a:lnTo>
                  <a:lnTo>
                    <a:pt x="28471" y="121772"/>
                  </a:lnTo>
                  <a:lnTo>
                    <a:pt x="27053" y="122444"/>
                  </a:lnTo>
                  <a:lnTo>
                    <a:pt x="25609" y="123091"/>
                  </a:lnTo>
                  <a:lnTo>
                    <a:pt x="24166" y="123688"/>
                  </a:lnTo>
                  <a:lnTo>
                    <a:pt x="22722" y="124260"/>
                  </a:lnTo>
                  <a:lnTo>
                    <a:pt x="21254" y="124808"/>
                  </a:lnTo>
                  <a:lnTo>
                    <a:pt x="19761" y="125305"/>
                  </a:lnTo>
                  <a:lnTo>
                    <a:pt x="18292" y="125753"/>
                  </a:lnTo>
                  <a:lnTo>
                    <a:pt x="16799" y="126177"/>
                  </a:lnTo>
                  <a:lnTo>
                    <a:pt x="15281" y="126575"/>
                  </a:lnTo>
                  <a:lnTo>
                    <a:pt x="13788" y="126923"/>
                  </a:lnTo>
                  <a:lnTo>
                    <a:pt x="12270" y="127222"/>
                  </a:lnTo>
                  <a:lnTo>
                    <a:pt x="10752" y="127496"/>
                  </a:lnTo>
                  <a:lnTo>
                    <a:pt x="9234" y="127744"/>
                  </a:lnTo>
                  <a:lnTo>
                    <a:pt x="7691" y="127943"/>
                  </a:lnTo>
                  <a:lnTo>
                    <a:pt x="6173" y="128093"/>
                  </a:lnTo>
                  <a:lnTo>
                    <a:pt x="4630" y="128242"/>
                  </a:lnTo>
                  <a:lnTo>
                    <a:pt x="3087" y="128317"/>
                  </a:lnTo>
                  <a:lnTo>
                    <a:pt x="1544" y="128391"/>
                  </a:lnTo>
                  <a:lnTo>
                    <a:pt x="1" y="128391"/>
                  </a:lnTo>
                  <a:lnTo>
                    <a:pt x="1" y="128391"/>
                  </a:lnTo>
                  <a:lnTo>
                    <a:pt x="1" y="128391"/>
                  </a:lnTo>
                  <a:lnTo>
                    <a:pt x="12618" y="128391"/>
                  </a:lnTo>
                  <a:lnTo>
                    <a:pt x="12618" y="128391"/>
                  </a:lnTo>
                  <a:lnTo>
                    <a:pt x="13912" y="128391"/>
                  </a:lnTo>
                  <a:lnTo>
                    <a:pt x="15182" y="128342"/>
                  </a:lnTo>
                  <a:lnTo>
                    <a:pt x="16426" y="128292"/>
                  </a:lnTo>
                  <a:lnTo>
                    <a:pt x="17695" y="128192"/>
                  </a:lnTo>
                  <a:lnTo>
                    <a:pt x="18939" y="128093"/>
                  </a:lnTo>
                  <a:lnTo>
                    <a:pt x="20184" y="127968"/>
                  </a:lnTo>
                  <a:lnTo>
                    <a:pt x="21428" y="127794"/>
                  </a:lnTo>
                  <a:lnTo>
                    <a:pt x="22648" y="127620"/>
                  </a:lnTo>
                  <a:lnTo>
                    <a:pt x="23867" y="127421"/>
                  </a:lnTo>
                  <a:lnTo>
                    <a:pt x="25087" y="127197"/>
                  </a:lnTo>
                  <a:lnTo>
                    <a:pt x="26281" y="126948"/>
                  </a:lnTo>
                  <a:lnTo>
                    <a:pt x="27476" y="126674"/>
                  </a:lnTo>
                  <a:lnTo>
                    <a:pt x="28670" y="126376"/>
                  </a:lnTo>
                  <a:lnTo>
                    <a:pt x="29840" y="126052"/>
                  </a:lnTo>
                  <a:lnTo>
                    <a:pt x="31010" y="125729"/>
                  </a:lnTo>
                  <a:lnTo>
                    <a:pt x="32179" y="125380"/>
                  </a:lnTo>
                  <a:lnTo>
                    <a:pt x="33324" y="124982"/>
                  </a:lnTo>
                  <a:lnTo>
                    <a:pt x="34469" y="124584"/>
                  </a:lnTo>
                  <a:lnTo>
                    <a:pt x="35614" y="124161"/>
                  </a:lnTo>
                  <a:lnTo>
                    <a:pt x="36734" y="123713"/>
                  </a:lnTo>
                  <a:lnTo>
                    <a:pt x="37829" y="123265"/>
                  </a:lnTo>
                  <a:lnTo>
                    <a:pt x="38924" y="122792"/>
                  </a:lnTo>
                  <a:lnTo>
                    <a:pt x="40019" y="122269"/>
                  </a:lnTo>
                  <a:lnTo>
                    <a:pt x="41114" y="121747"/>
                  </a:lnTo>
                  <a:lnTo>
                    <a:pt x="42159" y="121224"/>
                  </a:lnTo>
                  <a:lnTo>
                    <a:pt x="43229" y="120652"/>
                  </a:lnTo>
                  <a:lnTo>
                    <a:pt x="44274" y="120079"/>
                  </a:lnTo>
                  <a:lnTo>
                    <a:pt x="45295" y="119482"/>
                  </a:lnTo>
                  <a:lnTo>
                    <a:pt x="46315" y="118860"/>
                  </a:lnTo>
                  <a:lnTo>
                    <a:pt x="47335" y="118213"/>
                  </a:lnTo>
                  <a:lnTo>
                    <a:pt x="48331" y="117566"/>
                  </a:lnTo>
                  <a:lnTo>
                    <a:pt x="49301" y="116894"/>
                  </a:lnTo>
                  <a:lnTo>
                    <a:pt x="50272" y="116222"/>
                  </a:lnTo>
                  <a:lnTo>
                    <a:pt x="51218" y="115500"/>
                  </a:lnTo>
                  <a:lnTo>
                    <a:pt x="52163" y="114778"/>
                  </a:lnTo>
                  <a:lnTo>
                    <a:pt x="53084" y="114057"/>
                  </a:lnTo>
                  <a:lnTo>
                    <a:pt x="54005" y="113285"/>
                  </a:lnTo>
                  <a:lnTo>
                    <a:pt x="54901" y="112514"/>
                  </a:lnTo>
                  <a:lnTo>
                    <a:pt x="55797" y="111717"/>
                  </a:lnTo>
                  <a:lnTo>
                    <a:pt x="56668" y="110921"/>
                  </a:lnTo>
                  <a:lnTo>
                    <a:pt x="57514" y="110100"/>
                  </a:lnTo>
                  <a:lnTo>
                    <a:pt x="58360" y="109278"/>
                  </a:lnTo>
                  <a:lnTo>
                    <a:pt x="59181" y="108407"/>
                  </a:lnTo>
                  <a:lnTo>
                    <a:pt x="59978" y="107561"/>
                  </a:lnTo>
                  <a:lnTo>
                    <a:pt x="60774" y="106665"/>
                  </a:lnTo>
                  <a:lnTo>
                    <a:pt x="61546" y="105769"/>
                  </a:lnTo>
                  <a:lnTo>
                    <a:pt x="62317" y="104873"/>
                  </a:lnTo>
                  <a:lnTo>
                    <a:pt x="63064" y="103928"/>
                  </a:lnTo>
                  <a:lnTo>
                    <a:pt x="63785" y="103007"/>
                  </a:lnTo>
                  <a:lnTo>
                    <a:pt x="64482" y="102036"/>
                  </a:lnTo>
                  <a:lnTo>
                    <a:pt x="65179" y="101091"/>
                  </a:lnTo>
                  <a:lnTo>
                    <a:pt x="65851" y="100095"/>
                  </a:lnTo>
                  <a:lnTo>
                    <a:pt x="66523" y="99125"/>
                  </a:lnTo>
                  <a:lnTo>
                    <a:pt x="67145" y="98104"/>
                  </a:lnTo>
                  <a:lnTo>
                    <a:pt x="67767" y="97084"/>
                  </a:lnTo>
                  <a:lnTo>
                    <a:pt x="68365" y="96064"/>
                  </a:lnTo>
                  <a:lnTo>
                    <a:pt x="68962" y="95018"/>
                  </a:lnTo>
                  <a:lnTo>
                    <a:pt x="69534" y="93973"/>
                  </a:lnTo>
                  <a:lnTo>
                    <a:pt x="70057" y="92903"/>
                  </a:lnTo>
                  <a:lnTo>
                    <a:pt x="70604" y="91833"/>
                  </a:lnTo>
                  <a:lnTo>
                    <a:pt x="71102" y="90738"/>
                  </a:lnTo>
                  <a:lnTo>
                    <a:pt x="71575" y="89643"/>
                  </a:lnTo>
                  <a:lnTo>
                    <a:pt x="72048" y="88548"/>
                  </a:lnTo>
                  <a:lnTo>
                    <a:pt x="72496" y="87428"/>
                  </a:lnTo>
                  <a:lnTo>
                    <a:pt x="72496" y="87428"/>
                  </a:lnTo>
                  <a:lnTo>
                    <a:pt x="72645" y="85362"/>
                  </a:lnTo>
                  <a:lnTo>
                    <a:pt x="72770" y="83322"/>
                  </a:lnTo>
                  <a:lnTo>
                    <a:pt x="72869" y="81331"/>
                  </a:lnTo>
                  <a:lnTo>
                    <a:pt x="72944" y="79414"/>
                  </a:lnTo>
                  <a:lnTo>
                    <a:pt x="72994" y="77573"/>
                  </a:lnTo>
                  <a:lnTo>
                    <a:pt x="72994" y="75806"/>
                  </a:lnTo>
                  <a:lnTo>
                    <a:pt x="72969" y="74113"/>
                  </a:lnTo>
                  <a:lnTo>
                    <a:pt x="72919" y="72570"/>
                  </a:lnTo>
                  <a:lnTo>
                    <a:pt x="72919" y="72570"/>
                  </a:lnTo>
                  <a:lnTo>
                    <a:pt x="72894" y="71127"/>
                  </a:lnTo>
                  <a:lnTo>
                    <a:pt x="72894" y="69559"/>
                  </a:lnTo>
                  <a:lnTo>
                    <a:pt x="72944" y="66175"/>
                  </a:lnTo>
                  <a:lnTo>
                    <a:pt x="72944" y="64358"/>
                  </a:lnTo>
                  <a:lnTo>
                    <a:pt x="72919" y="62442"/>
                  </a:lnTo>
                  <a:lnTo>
                    <a:pt x="72869" y="61471"/>
                  </a:lnTo>
                  <a:lnTo>
                    <a:pt x="72819" y="60500"/>
                  </a:lnTo>
                  <a:lnTo>
                    <a:pt x="72745" y="59505"/>
                  </a:lnTo>
                  <a:lnTo>
                    <a:pt x="72645" y="58485"/>
                  </a:lnTo>
                  <a:lnTo>
                    <a:pt x="72645" y="58485"/>
                  </a:lnTo>
                  <a:lnTo>
                    <a:pt x="72496" y="57215"/>
                  </a:lnTo>
                  <a:lnTo>
                    <a:pt x="72496" y="57215"/>
                  </a:lnTo>
                  <a:lnTo>
                    <a:pt x="72396" y="56419"/>
                  </a:lnTo>
                  <a:lnTo>
                    <a:pt x="72272" y="55647"/>
                  </a:lnTo>
                  <a:lnTo>
                    <a:pt x="72272" y="55647"/>
                  </a:lnTo>
                  <a:lnTo>
                    <a:pt x="71276" y="50222"/>
                  </a:lnTo>
                  <a:lnTo>
                    <a:pt x="70405" y="45519"/>
                  </a:lnTo>
                  <a:lnTo>
                    <a:pt x="69460" y="40417"/>
                  </a:lnTo>
                  <a:lnTo>
                    <a:pt x="68265" y="33797"/>
                  </a:lnTo>
                  <a:lnTo>
                    <a:pt x="68265" y="33797"/>
                  </a:lnTo>
                  <a:lnTo>
                    <a:pt x="67817" y="31383"/>
                  </a:lnTo>
                  <a:lnTo>
                    <a:pt x="67817" y="31383"/>
                  </a:lnTo>
                  <a:lnTo>
                    <a:pt x="67021" y="30089"/>
                  </a:lnTo>
                  <a:lnTo>
                    <a:pt x="66199" y="28820"/>
                  </a:lnTo>
                  <a:lnTo>
                    <a:pt x="65378" y="27575"/>
                  </a:lnTo>
                  <a:lnTo>
                    <a:pt x="64482" y="26356"/>
                  </a:lnTo>
                  <a:lnTo>
                    <a:pt x="63586" y="25161"/>
                  </a:lnTo>
                  <a:lnTo>
                    <a:pt x="62666" y="23967"/>
                  </a:lnTo>
                  <a:lnTo>
                    <a:pt x="61720" y="22822"/>
                  </a:lnTo>
                  <a:lnTo>
                    <a:pt x="60724" y="21677"/>
                  </a:lnTo>
                  <a:lnTo>
                    <a:pt x="60724" y="21677"/>
                  </a:lnTo>
                  <a:lnTo>
                    <a:pt x="57340" y="21926"/>
                  </a:lnTo>
                  <a:lnTo>
                    <a:pt x="57340" y="21926"/>
                  </a:lnTo>
                  <a:lnTo>
                    <a:pt x="57265" y="21254"/>
                  </a:lnTo>
                  <a:lnTo>
                    <a:pt x="57240" y="20358"/>
                  </a:lnTo>
                  <a:lnTo>
                    <a:pt x="57190" y="17969"/>
                  </a:lnTo>
                  <a:lnTo>
                    <a:pt x="57190" y="17969"/>
                  </a:lnTo>
                  <a:lnTo>
                    <a:pt x="55772" y="16650"/>
                  </a:lnTo>
                  <a:lnTo>
                    <a:pt x="54328" y="15381"/>
                  </a:lnTo>
                  <a:lnTo>
                    <a:pt x="52835" y="14136"/>
                  </a:lnTo>
                  <a:lnTo>
                    <a:pt x="51317" y="12942"/>
                  </a:lnTo>
                  <a:lnTo>
                    <a:pt x="49749" y="11822"/>
                  </a:lnTo>
                  <a:lnTo>
                    <a:pt x="48157" y="10702"/>
                  </a:lnTo>
                  <a:lnTo>
                    <a:pt x="46514" y="9657"/>
                  </a:lnTo>
                  <a:lnTo>
                    <a:pt x="44847" y="8661"/>
                  </a:lnTo>
                  <a:lnTo>
                    <a:pt x="43154" y="7716"/>
                  </a:lnTo>
                  <a:lnTo>
                    <a:pt x="41437" y="6795"/>
                  </a:lnTo>
                  <a:lnTo>
                    <a:pt x="40566" y="6372"/>
                  </a:lnTo>
                  <a:lnTo>
                    <a:pt x="39670" y="5949"/>
                  </a:lnTo>
                  <a:lnTo>
                    <a:pt x="38774" y="5550"/>
                  </a:lnTo>
                  <a:lnTo>
                    <a:pt x="37878" y="5152"/>
                  </a:lnTo>
                  <a:lnTo>
                    <a:pt x="36982" y="4779"/>
                  </a:lnTo>
                  <a:lnTo>
                    <a:pt x="36062" y="4406"/>
                  </a:lnTo>
                  <a:lnTo>
                    <a:pt x="35141" y="4057"/>
                  </a:lnTo>
                  <a:lnTo>
                    <a:pt x="34220" y="3734"/>
                  </a:lnTo>
                  <a:lnTo>
                    <a:pt x="33299" y="3385"/>
                  </a:lnTo>
                  <a:lnTo>
                    <a:pt x="32353" y="3087"/>
                  </a:lnTo>
                  <a:lnTo>
                    <a:pt x="31408" y="2788"/>
                  </a:lnTo>
                  <a:lnTo>
                    <a:pt x="30462" y="2514"/>
                  </a:lnTo>
                  <a:lnTo>
                    <a:pt x="30462" y="2514"/>
                  </a:lnTo>
                  <a:lnTo>
                    <a:pt x="30064" y="2390"/>
                  </a:lnTo>
                  <a:lnTo>
                    <a:pt x="30064" y="2390"/>
                  </a:lnTo>
                  <a:lnTo>
                    <a:pt x="28745" y="2041"/>
                  </a:lnTo>
                  <a:lnTo>
                    <a:pt x="27426" y="1718"/>
                  </a:lnTo>
                  <a:lnTo>
                    <a:pt x="26082" y="1419"/>
                  </a:lnTo>
                  <a:lnTo>
                    <a:pt x="24713" y="1145"/>
                  </a:lnTo>
                  <a:lnTo>
                    <a:pt x="24713" y="1145"/>
                  </a:lnTo>
                  <a:lnTo>
                    <a:pt x="24240" y="1046"/>
                  </a:lnTo>
                  <a:lnTo>
                    <a:pt x="24240" y="1046"/>
                  </a:lnTo>
                  <a:lnTo>
                    <a:pt x="22822" y="797"/>
                  </a:lnTo>
                  <a:lnTo>
                    <a:pt x="21378" y="598"/>
                  </a:lnTo>
                  <a:lnTo>
                    <a:pt x="19960" y="424"/>
                  </a:lnTo>
                  <a:lnTo>
                    <a:pt x="18516" y="274"/>
                  </a:lnTo>
                  <a:lnTo>
                    <a:pt x="17048" y="150"/>
                  </a:lnTo>
                  <a:lnTo>
                    <a:pt x="15580" y="75"/>
                  </a:lnTo>
                  <a:lnTo>
                    <a:pt x="14111" y="26"/>
                  </a:lnTo>
                  <a:lnTo>
                    <a:pt x="12618"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 name="Google Shape;2832;p67">
              <a:extLst>
                <a:ext uri="{FF2B5EF4-FFF2-40B4-BE49-F238E27FC236}">
                  <a16:creationId xmlns:a16="http://schemas.microsoft.com/office/drawing/2014/main" id="{F71D3C84-F5A5-8CB2-B8FD-AF34898AB561}"/>
                </a:ext>
              </a:extLst>
            </p:cNvPr>
            <p:cNvSpPr/>
            <p:nvPr/>
          </p:nvSpPr>
          <p:spPr>
            <a:xfrm>
              <a:off x="622108" y="2292240"/>
              <a:ext cx="1814821" cy="1814821"/>
            </a:xfrm>
            <a:custGeom>
              <a:avLst/>
              <a:gdLst/>
              <a:ahLst/>
              <a:cxnLst/>
              <a:rect l="l" t="t" r="r" b="b"/>
              <a:pathLst>
                <a:path w="128392" h="128392" extrusionOk="0">
                  <a:moveTo>
                    <a:pt x="64184" y="1"/>
                  </a:moveTo>
                  <a:lnTo>
                    <a:pt x="62641" y="26"/>
                  </a:lnTo>
                  <a:lnTo>
                    <a:pt x="61123" y="75"/>
                  </a:lnTo>
                  <a:lnTo>
                    <a:pt x="59580" y="175"/>
                  </a:lnTo>
                  <a:lnTo>
                    <a:pt x="58037" y="299"/>
                  </a:lnTo>
                  <a:lnTo>
                    <a:pt x="56494" y="449"/>
                  </a:lnTo>
                  <a:lnTo>
                    <a:pt x="54976" y="648"/>
                  </a:lnTo>
                  <a:lnTo>
                    <a:pt x="53457" y="897"/>
                  </a:lnTo>
                  <a:lnTo>
                    <a:pt x="51939" y="1170"/>
                  </a:lnTo>
                  <a:lnTo>
                    <a:pt x="50421" y="1494"/>
                  </a:lnTo>
                  <a:lnTo>
                    <a:pt x="48903" y="1842"/>
                  </a:lnTo>
                  <a:lnTo>
                    <a:pt x="47410" y="2216"/>
                  </a:lnTo>
                  <a:lnTo>
                    <a:pt x="45917" y="2639"/>
                  </a:lnTo>
                  <a:lnTo>
                    <a:pt x="44424" y="3112"/>
                  </a:lnTo>
                  <a:lnTo>
                    <a:pt x="42955" y="3609"/>
                  </a:lnTo>
                  <a:lnTo>
                    <a:pt x="41487" y="4132"/>
                  </a:lnTo>
                  <a:lnTo>
                    <a:pt x="40043" y="4704"/>
                  </a:lnTo>
                  <a:lnTo>
                    <a:pt x="38600" y="5302"/>
                  </a:lnTo>
                  <a:lnTo>
                    <a:pt x="37157" y="5949"/>
                  </a:lnTo>
                  <a:lnTo>
                    <a:pt x="35738" y="6621"/>
                  </a:lnTo>
                  <a:lnTo>
                    <a:pt x="34344" y="7342"/>
                  </a:lnTo>
                  <a:lnTo>
                    <a:pt x="32951" y="8089"/>
                  </a:lnTo>
                  <a:lnTo>
                    <a:pt x="31557" y="8885"/>
                  </a:lnTo>
                  <a:lnTo>
                    <a:pt x="30213" y="9707"/>
                  </a:lnTo>
                  <a:lnTo>
                    <a:pt x="28869" y="10578"/>
                  </a:lnTo>
                  <a:lnTo>
                    <a:pt x="27550" y="11473"/>
                  </a:lnTo>
                  <a:lnTo>
                    <a:pt x="26231" y="12419"/>
                  </a:lnTo>
                  <a:lnTo>
                    <a:pt x="24937" y="13390"/>
                  </a:lnTo>
                  <a:lnTo>
                    <a:pt x="23668" y="14385"/>
                  </a:lnTo>
                  <a:lnTo>
                    <a:pt x="22424" y="15430"/>
                  </a:lnTo>
                  <a:lnTo>
                    <a:pt x="21179" y="16526"/>
                  </a:lnTo>
                  <a:lnTo>
                    <a:pt x="19985" y="17645"/>
                  </a:lnTo>
                  <a:lnTo>
                    <a:pt x="18790" y="18790"/>
                  </a:lnTo>
                  <a:lnTo>
                    <a:pt x="17645" y="19985"/>
                  </a:lnTo>
                  <a:lnTo>
                    <a:pt x="16525" y="21204"/>
                  </a:lnTo>
                  <a:lnTo>
                    <a:pt x="15430" y="22424"/>
                  </a:lnTo>
                  <a:lnTo>
                    <a:pt x="14385" y="23668"/>
                  </a:lnTo>
                  <a:lnTo>
                    <a:pt x="13390" y="24937"/>
                  </a:lnTo>
                  <a:lnTo>
                    <a:pt x="12394" y="26231"/>
                  </a:lnTo>
                  <a:lnTo>
                    <a:pt x="11473" y="27550"/>
                  </a:lnTo>
                  <a:lnTo>
                    <a:pt x="10577" y="28869"/>
                  </a:lnTo>
                  <a:lnTo>
                    <a:pt x="9706" y="30213"/>
                  </a:lnTo>
                  <a:lnTo>
                    <a:pt x="8885" y="31582"/>
                  </a:lnTo>
                  <a:lnTo>
                    <a:pt x="8089" y="32951"/>
                  </a:lnTo>
                  <a:lnTo>
                    <a:pt x="7342" y="34344"/>
                  </a:lnTo>
                  <a:lnTo>
                    <a:pt x="6621" y="35738"/>
                  </a:lnTo>
                  <a:lnTo>
                    <a:pt x="5949" y="37157"/>
                  </a:lnTo>
                  <a:lnTo>
                    <a:pt x="5302" y="38600"/>
                  </a:lnTo>
                  <a:lnTo>
                    <a:pt x="4679" y="40043"/>
                  </a:lnTo>
                  <a:lnTo>
                    <a:pt x="4132" y="41487"/>
                  </a:lnTo>
                  <a:lnTo>
                    <a:pt x="3584" y="42955"/>
                  </a:lnTo>
                  <a:lnTo>
                    <a:pt x="3087" y="44424"/>
                  </a:lnTo>
                  <a:lnTo>
                    <a:pt x="2639" y="45917"/>
                  </a:lnTo>
                  <a:lnTo>
                    <a:pt x="2216" y="47410"/>
                  </a:lnTo>
                  <a:lnTo>
                    <a:pt x="1817" y="48903"/>
                  </a:lnTo>
                  <a:lnTo>
                    <a:pt x="1469" y="50421"/>
                  </a:lnTo>
                  <a:lnTo>
                    <a:pt x="1170" y="51939"/>
                  </a:lnTo>
                  <a:lnTo>
                    <a:pt x="897" y="53457"/>
                  </a:lnTo>
                  <a:lnTo>
                    <a:pt x="648" y="54976"/>
                  </a:lnTo>
                  <a:lnTo>
                    <a:pt x="449" y="56519"/>
                  </a:lnTo>
                  <a:lnTo>
                    <a:pt x="274" y="58037"/>
                  </a:lnTo>
                  <a:lnTo>
                    <a:pt x="150" y="59580"/>
                  </a:lnTo>
                  <a:lnTo>
                    <a:pt x="75" y="61123"/>
                  </a:lnTo>
                  <a:lnTo>
                    <a:pt x="1" y="62666"/>
                  </a:lnTo>
                  <a:lnTo>
                    <a:pt x="1" y="64209"/>
                  </a:lnTo>
                  <a:lnTo>
                    <a:pt x="1" y="65727"/>
                  </a:lnTo>
                  <a:lnTo>
                    <a:pt x="75" y="67270"/>
                  </a:lnTo>
                  <a:lnTo>
                    <a:pt x="150" y="68813"/>
                  </a:lnTo>
                  <a:lnTo>
                    <a:pt x="274" y="70356"/>
                  </a:lnTo>
                  <a:lnTo>
                    <a:pt x="449" y="71874"/>
                  </a:lnTo>
                  <a:lnTo>
                    <a:pt x="648" y="73417"/>
                  </a:lnTo>
                  <a:lnTo>
                    <a:pt x="897" y="74935"/>
                  </a:lnTo>
                  <a:lnTo>
                    <a:pt x="1170" y="76453"/>
                  </a:lnTo>
                  <a:lnTo>
                    <a:pt x="1469" y="77971"/>
                  </a:lnTo>
                  <a:lnTo>
                    <a:pt x="1817" y="79489"/>
                  </a:lnTo>
                  <a:lnTo>
                    <a:pt x="2216" y="80982"/>
                  </a:lnTo>
                  <a:lnTo>
                    <a:pt x="2639" y="82475"/>
                  </a:lnTo>
                  <a:lnTo>
                    <a:pt x="3087" y="83969"/>
                  </a:lnTo>
                  <a:lnTo>
                    <a:pt x="3584" y="85437"/>
                  </a:lnTo>
                  <a:lnTo>
                    <a:pt x="4132" y="86905"/>
                  </a:lnTo>
                  <a:lnTo>
                    <a:pt x="4679" y="88349"/>
                  </a:lnTo>
                  <a:lnTo>
                    <a:pt x="5302" y="89792"/>
                  </a:lnTo>
                  <a:lnTo>
                    <a:pt x="5949" y="91236"/>
                  </a:lnTo>
                  <a:lnTo>
                    <a:pt x="6621" y="92654"/>
                  </a:lnTo>
                  <a:lnTo>
                    <a:pt x="7342" y="94048"/>
                  </a:lnTo>
                  <a:lnTo>
                    <a:pt x="8089" y="95441"/>
                  </a:lnTo>
                  <a:lnTo>
                    <a:pt x="8885" y="96810"/>
                  </a:lnTo>
                  <a:lnTo>
                    <a:pt x="9706" y="98179"/>
                  </a:lnTo>
                  <a:lnTo>
                    <a:pt x="10577" y="99523"/>
                  </a:lnTo>
                  <a:lnTo>
                    <a:pt x="11473" y="100842"/>
                  </a:lnTo>
                  <a:lnTo>
                    <a:pt x="12394" y="102161"/>
                  </a:lnTo>
                  <a:lnTo>
                    <a:pt x="13390" y="103455"/>
                  </a:lnTo>
                  <a:lnTo>
                    <a:pt x="14385" y="104724"/>
                  </a:lnTo>
                  <a:lnTo>
                    <a:pt x="15430" y="105968"/>
                  </a:lnTo>
                  <a:lnTo>
                    <a:pt x="16525" y="107188"/>
                  </a:lnTo>
                  <a:lnTo>
                    <a:pt x="17645" y="108407"/>
                  </a:lnTo>
                  <a:lnTo>
                    <a:pt x="18790" y="109602"/>
                  </a:lnTo>
                  <a:lnTo>
                    <a:pt x="19985" y="110747"/>
                  </a:lnTo>
                  <a:lnTo>
                    <a:pt x="21179" y="111867"/>
                  </a:lnTo>
                  <a:lnTo>
                    <a:pt x="22424" y="112962"/>
                  </a:lnTo>
                  <a:lnTo>
                    <a:pt x="23668" y="114007"/>
                  </a:lnTo>
                  <a:lnTo>
                    <a:pt x="24937" y="115002"/>
                  </a:lnTo>
                  <a:lnTo>
                    <a:pt x="26231" y="115998"/>
                  </a:lnTo>
                  <a:lnTo>
                    <a:pt x="27550" y="116919"/>
                  </a:lnTo>
                  <a:lnTo>
                    <a:pt x="28869" y="117815"/>
                  </a:lnTo>
                  <a:lnTo>
                    <a:pt x="30213" y="118686"/>
                  </a:lnTo>
                  <a:lnTo>
                    <a:pt x="31557" y="119507"/>
                  </a:lnTo>
                  <a:lnTo>
                    <a:pt x="32951" y="120303"/>
                  </a:lnTo>
                  <a:lnTo>
                    <a:pt x="34344" y="121050"/>
                  </a:lnTo>
                  <a:lnTo>
                    <a:pt x="35738" y="121772"/>
                  </a:lnTo>
                  <a:lnTo>
                    <a:pt x="37157" y="122444"/>
                  </a:lnTo>
                  <a:lnTo>
                    <a:pt x="38600" y="123091"/>
                  </a:lnTo>
                  <a:lnTo>
                    <a:pt x="40043" y="123688"/>
                  </a:lnTo>
                  <a:lnTo>
                    <a:pt x="41487" y="124260"/>
                  </a:lnTo>
                  <a:lnTo>
                    <a:pt x="42955" y="124808"/>
                  </a:lnTo>
                  <a:lnTo>
                    <a:pt x="44424" y="125305"/>
                  </a:lnTo>
                  <a:lnTo>
                    <a:pt x="45917" y="125753"/>
                  </a:lnTo>
                  <a:lnTo>
                    <a:pt x="47410" y="126177"/>
                  </a:lnTo>
                  <a:lnTo>
                    <a:pt x="48903" y="126575"/>
                  </a:lnTo>
                  <a:lnTo>
                    <a:pt x="50421" y="126923"/>
                  </a:lnTo>
                  <a:lnTo>
                    <a:pt x="51939" y="127222"/>
                  </a:lnTo>
                  <a:lnTo>
                    <a:pt x="53457" y="127496"/>
                  </a:lnTo>
                  <a:lnTo>
                    <a:pt x="54976" y="127744"/>
                  </a:lnTo>
                  <a:lnTo>
                    <a:pt x="56494" y="127943"/>
                  </a:lnTo>
                  <a:lnTo>
                    <a:pt x="58037" y="128093"/>
                  </a:lnTo>
                  <a:lnTo>
                    <a:pt x="59580" y="128242"/>
                  </a:lnTo>
                  <a:lnTo>
                    <a:pt x="61123" y="128317"/>
                  </a:lnTo>
                  <a:lnTo>
                    <a:pt x="62641" y="128391"/>
                  </a:lnTo>
                  <a:lnTo>
                    <a:pt x="65727" y="128391"/>
                  </a:lnTo>
                  <a:lnTo>
                    <a:pt x="67270" y="128317"/>
                  </a:lnTo>
                  <a:lnTo>
                    <a:pt x="68813" y="128242"/>
                  </a:lnTo>
                  <a:lnTo>
                    <a:pt x="70356" y="128093"/>
                  </a:lnTo>
                  <a:lnTo>
                    <a:pt x="71874" y="127943"/>
                  </a:lnTo>
                  <a:lnTo>
                    <a:pt x="73417" y="127744"/>
                  </a:lnTo>
                  <a:lnTo>
                    <a:pt x="74935" y="127496"/>
                  </a:lnTo>
                  <a:lnTo>
                    <a:pt x="76453" y="127222"/>
                  </a:lnTo>
                  <a:lnTo>
                    <a:pt x="77971" y="126923"/>
                  </a:lnTo>
                  <a:lnTo>
                    <a:pt x="79464" y="126575"/>
                  </a:lnTo>
                  <a:lnTo>
                    <a:pt x="80982" y="126177"/>
                  </a:lnTo>
                  <a:lnTo>
                    <a:pt x="82475" y="125753"/>
                  </a:lnTo>
                  <a:lnTo>
                    <a:pt x="83944" y="125305"/>
                  </a:lnTo>
                  <a:lnTo>
                    <a:pt x="85437" y="124808"/>
                  </a:lnTo>
                  <a:lnTo>
                    <a:pt x="86905" y="124260"/>
                  </a:lnTo>
                  <a:lnTo>
                    <a:pt x="88349" y="123688"/>
                  </a:lnTo>
                  <a:lnTo>
                    <a:pt x="89792" y="123091"/>
                  </a:lnTo>
                  <a:lnTo>
                    <a:pt x="91236" y="122444"/>
                  </a:lnTo>
                  <a:lnTo>
                    <a:pt x="92654" y="121772"/>
                  </a:lnTo>
                  <a:lnTo>
                    <a:pt x="94048" y="121050"/>
                  </a:lnTo>
                  <a:lnTo>
                    <a:pt x="95441" y="120303"/>
                  </a:lnTo>
                  <a:lnTo>
                    <a:pt x="96810" y="119507"/>
                  </a:lnTo>
                  <a:lnTo>
                    <a:pt x="98179" y="118686"/>
                  </a:lnTo>
                  <a:lnTo>
                    <a:pt x="99523" y="117815"/>
                  </a:lnTo>
                  <a:lnTo>
                    <a:pt x="100842" y="116919"/>
                  </a:lnTo>
                  <a:lnTo>
                    <a:pt x="102161" y="115998"/>
                  </a:lnTo>
                  <a:lnTo>
                    <a:pt x="103430" y="115002"/>
                  </a:lnTo>
                  <a:lnTo>
                    <a:pt x="104724" y="114007"/>
                  </a:lnTo>
                  <a:lnTo>
                    <a:pt x="105969" y="112962"/>
                  </a:lnTo>
                  <a:lnTo>
                    <a:pt x="107188" y="111867"/>
                  </a:lnTo>
                  <a:lnTo>
                    <a:pt x="108407" y="110747"/>
                  </a:lnTo>
                  <a:lnTo>
                    <a:pt x="109577" y="109602"/>
                  </a:lnTo>
                  <a:lnTo>
                    <a:pt x="110747" y="108407"/>
                  </a:lnTo>
                  <a:lnTo>
                    <a:pt x="111867" y="107188"/>
                  </a:lnTo>
                  <a:lnTo>
                    <a:pt x="112937" y="105968"/>
                  </a:lnTo>
                  <a:lnTo>
                    <a:pt x="114007" y="104724"/>
                  </a:lnTo>
                  <a:lnTo>
                    <a:pt x="115002" y="103455"/>
                  </a:lnTo>
                  <a:lnTo>
                    <a:pt x="115973" y="102161"/>
                  </a:lnTo>
                  <a:lnTo>
                    <a:pt x="116919" y="100842"/>
                  </a:lnTo>
                  <a:lnTo>
                    <a:pt x="117815" y="99523"/>
                  </a:lnTo>
                  <a:lnTo>
                    <a:pt x="118686" y="98179"/>
                  </a:lnTo>
                  <a:lnTo>
                    <a:pt x="119507" y="96810"/>
                  </a:lnTo>
                  <a:lnTo>
                    <a:pt x="120303" y="95441"/>
                  </a:lnTo>
                  <a:lnTo>
                    <a:pt x="121050" y="94048"/>
                  </a:lnTo>
                  <a:lnTo>
                    <a:pt x="121772" y="92654"/>
                  </a:lnTo>
                  <a:lnTo>
                    <a:pt x="122444" y="91236"/>
                  </a:lnTo>
                  <a:lnTo>
                    <a:pt x="123091" y="89792"/>
                  </a:lnTo>
                  <a:lnTo>
                    <a:pt x="123688" y="88349"/>
                  </a:lnTo>
                  <a:lnTo>
                    <a:pt x="124260" y="86905"/>
                  </a:lnTo>
                  <a:lnTo>
                    <a:pt x="124783" y="85437"/>
                  </a:lnTo>
                  <a:lnTo>
                    <a:pt x="125281" y="83969"/>
                  </a:lnTo>
                  <a:lnTo>
                    <a:pt x="125754" y="82475"/>
                  </a:lnTo>
                  <a:lnTo>
                    <a:pt x="126177" y="80982"/>
                  </a:lnTo>
                  <a:lnTo>
                    <a:pt x="126550" y="79489"/>
                  </a:lnTo>
                  <a:lnTo>
                    <a:pt x="126898" y="77971"/>
                  </a:lnTo>
                  <a:lnTo>
                    <a:pt x="127222" y="76453"/>
                  </a:lnTo>
                  <a:lnTo>
                    <a:pt x="127496" y="74935"/>
                  </a:lnTo>
                  <a:lnTo>
                    <a:pt x="127720" y="73417"/>
                  </a:lnTo>
                  <a:lnTo>
                    <a:pt x="127944" y="71874"/>
                  </a:lnTo>
                  <a:lnTo>
                    <a:pt x="128093" y="70356"/>
                  </a:lnTo>
                  <a:lnTo>
                    <a:pt x="128217" y="68813"/>
                  </a:lnTo>
                  <a:lnTo>
                    <a:pt x="128317" y="67270"/>
                  </a:lnTo>
                  <a:lnTo>
                    <a:pt x="128367" y="65727"/>
                  </a:lnTo>
                  <a:lnTo>
                    <a:pt x="128392" y="64209"/>
                  </a:lnTo>
                  <a:lnTo>
                    <a:pt x="128367" y="62666"/>
                  </a:lnTo>
                  <a:lnTo>
                    <a:pt x="128317" y="61123"/>
                  </a:lnTo>
                  <a:lnTo>
                    <a:pt x="128217" y="59580"/>
                  </a:lnTo>
                  <a:lnTo>
                    <a:pt x="128093" y="58037"/>
                  </a:lnTo>
                  <a:lnTo>
                    <a:pt x="127944" y="56519"/>
                  </a:lnTo>
                  <a:lnTo>
                    <a:pt x="127720" y="54976"/>
                  </a:lnTo>
                  <a:lnTo>
                    <a:pt x="127496" y="53457"/>
                  </a:lnTo>
                  <a:lnTo>
                    <a:pt x="127222" y="51939"/>
                  </a:lnTo>
                  <a:lnTo>
                    <a:pt x="126898" y="50421"/>
                  </a:lnTo>
                  <a:lnTo>
                    <a:pt x="126550" y="48903"/>
                  </a:lnTo>
                  <a:lnTo>
                    <a:pt x="126177" y="47410"/>
                  </a:lnTo>
                  <a:lnTo>
                    <a:pt x="125754" y="45917"/>
                  </a:lnTo>
                  <a:lnTo>
                    <a:pt x="125281" y="44424"/>
                  </a:lnTo>
                  <a:lnTo>
                    <a:pt x="124783" y="42955"/>
                  </a:lnTo>
                  <a:lnTo>
                    <a:pt x="124260" y="41487"/>
                  </a:lnTo>
                  <a:lnTo>
                    <a:pt x="123688" y="40043"/>
                  </a:lnTo>
                  <a:lnTo>
                    <a:pt x="123091" y="38600"/>
                  </a:lnTo>
                  <a:lnTo>
                    <a:pt x="122444" y="37157"/>
                  </a:lnTo>
                  <a:lnTo>
                    <a:pt x="121772" y="35738"/>
                  </a:lnTo>
                  <a:lnTo>
                    <a:pt x="121050" y="34344"/>
                  </a:lnTo>
                  <a:lnTo>
                    <a:pt x="120303" y="32951"/>
                  </a:lnTo>
                  <a:lnTo>
                    <a:pt x="119507" y="31582"/>
                  </a:lnTo>
                  <a:lnTo>
                    <a:pt x="118686" y="30213"/>
                  </a:lnTo>
                  <a:lnTo>
                    <a:pt x="117815" y="28869"/>
                  </a:lnTo>
                  <a:lnTo>
                    <a:pt x="116919" y="27550"/>
                  </a:lnTo>
                  <a:lnTo>
                    <a:pt x="115973" y="26231"/>
                  </a:lnTo>
                  <a:lnTo>
                    <a:pt x="115002" y="24937"/>
                  </a:lnTo>
                  <a:lnTo>
                    <a:pt x="114007" y="23668"/>
                  </a:lnTo>
                  <a:lnTo>
                    <a:pt x="112937" y="22424"/>
                  </a:lnTo>
                  <a:lnTo>
                    <a:pt x="111867" y="21204"/>
                  </a:lnTo>
                  <a:lnTo>
                    <a:pt x="110747" y="19985"/>
                  </a:lnTo>
                  <a:lnTo>
                    <a:pt x="109577" y="18790"/>
                  </a:lnTo>
                  <a:lnTo>
                    <a:pt x="108407" y="17645"/>
                  </a:lnTo>
                  <a:lnTo>
                    <a:pt x="107188" y="16526"/>
                  </a:lnTo>
                  <a:lnTo>
                    <a:pt x="105969" y="15430"/>
                  </a:lnTo>
                  <a:lnTo>
                    <a:pt x="104724" y="14385"/>
                  </a:lnTo>
                  <a:lnTo>
                    <a:pt x="103430" y="13390"/>
                  </a:lnTo>
                  <a:lnTo>
                    <a:pt x="102161" y="12419"/>
                  </a:lnTo>
                  <a:lnTo>
                    <a:pt x="100842" y="11473"/>
                  </a:lnTo>
                  <a:lnTo>
                    <a:pt x="99523" y="10578"/>
                  </a:lnTo>
                  <a:lnTo>
                    <a:pt x="98179" y="9707"/>
                  </a:lnTo>
                  <a:lnTo>
                    <a:pt x="96810" y="8885"/>
                  </a:lnTo>
                  <a:lnTo>
                    <a:pt x="95441" y="8089"/>
                  </a:lnTo>
                  <a:lnTo>
                    <a:pt x="94048" y="7342"/>
                  </a:lnTo>
                  <a:lnTo>
                    <a:pt x="92654" y="6621"/>
                  </a:lnTo>
                  <a:lnTo>
                    <a:pt x="91236" y="5949"/>
                  </a:lnTo>
                  <a:lnTo>
                    <a:pt x="89792" y="5302"/>
                  </a:lnTo>
                  <a:lnTo>
                    <a:pt x="88349" y="4704"/>
                  </a:lnTo>
                  <a:lnTo>
                    <a:pt x="86905" y="4132"/>
                  </a:lnTo>
                  <a:lnTo>
                    <a:pt x="85437" y="3609"/>
                  </a:lnTo>
                  <a:lnTo>
                    <a:pt x="83944" y="3112"/>
                  </a:lnTo>
                  <a:lnTo>
                    <a:pt x="82475" y="2639"/>
                  </a:lnTo>
                  <a:lnTo>
                    <a:pt x="80982" y="2216"/>
                  </a:lnTo>
                  <a:lnTo>
                    <a:pt x="79464" y="1842"/>
                  </a:lnTo>
                  <a:lnTo>
                    <a:pt x="77971" y="1494"/>
                  </a:lnTo>
                  <a:lnTo>
                    <a:pt x="76453" y="1170"/>
                  </a:lnTo>
                  <a:lnTo>
                    <a:pt x="74935" y="897"/>
                  </a:lnTo>
                  <a:lnTo>
                    <a:pt x="73417" y="648"/>
                  </a:lnTo>
                  <a:lnTo>
                    <a:pt x="71874" y="449"/>
                  </a:lnTo>
                  <a:lnTo>
                    <a:pt x="70356" y="299"/>
                  </a:lnTo>
                  <a:lnTo>
                    <a:pt x="68813" y="175"/>
                  </a:lnTo>
                  <a:lnTo>
                    <a:pt x="67270" y="75"/>
                  </a:lnTo>
                  <a:lnTo>
                    <a:pt x="65727" y="26"/>
                  </a:lnTo>
                  <a:lnTo>
                    <a:pt x="64184"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 name="Google Shape;2833;p67">
              <a:extLst>
                <a:ext uri="{FF2B5EF4-FFF2-40B4-BE49-F238E27FC236}">
                  <a16:creationId xmlns:a16="http://schemas.microsoft.com/office/drawing/2014/main" id="{DA3B5C68-64AA-6687-9301-9F2B9BBB0A3A}"/>
                </a:ext>
              </a:extLst>
            </p:cNvPr>
            <p:cNvSpPr/>
            <p:nvPr/>
          </p:nvSpPr>
          <p:spPr>
            <a:xfrm>
              <a:off x="622108" y="2292240"/>
              <a:ext cx="1814821" cy="1814821"/>
            </a:xfrm>
            <a:custGeom>
              <a:avLst/>
              <a:gdLst/>
              <a:ahLst/>
              <a:cxnLst/>
              <a:rect l="l" t="t" r="r" b="b"/>
              <a:pathLst>
                <a:path w="128392" h="128392" fill="none" extrusionOk="0">
                  <a:moveTo>
                    <a:pt x="18790" y="18790"/>
                  </a:moveTo>
                  <a:lnTo>
                    <a:pt x="18790" y="18790"/>
                  </a:lnTo>
                  <a:lnTo>
                    <a:pt x="19985" y="17645"/>
                  </a:lnTo>
                  <a:lnTo>
                    <a:pt x="21179" y="16526"/>
                  </a:lnTo>
                  <a:lnTo>
                    <a:pt x="22424" y="15430"/>
                  </a:lnTo>
                  <a:lnTo>
                    <a:pt x="23668" y="14385"/>
                  </a:lnTo>
                  <a:lnTo>
                    <a:pt x="24937" y="13390"/>
                  </a:lnTo>
                  <a:lnTo>
                    <a:pt x="26231" y="12419"/>
                  </a:lnTo>
                  <a:lnTo>
                    <a:pt x="27550" y="11473"/>
                  </a:lnTo>
                  <a:lnTo>
                    <a:pt x="28869" y="10578"/>
                  </a:lnTo>
                  <a:lnTo>
                    <a:pt x="30213" y="9707"/>
                  </a:lnTo>
                  <a:lnTo>
                    <a:pt x="31557" y="8885"/>
                  </a:lnTo>
                  <a:lnTo>
                    <a:pt x="32951" y="8089"/>
                  </a:lnTo>
                  <a:lnTo>
                    <a:pt x="34344" y="7342"/>
                  </a:lnTo>
                  <a:lnTo>
                    <a:pt x="35738" y="6621"/>
                  </a:lnTo>
                  <a:lnTo>
                    <a:pt x="37157" y="5949"/>
                  </a:lnTo>
                  <a:lnTo>
                    <a:pt x="38600" y="5302"/>
                  </a:lnTo>
                  <a:lnTo>
                    <a:pt x="40043" y="4704"/>
                  </a:lnTo>
                  <a:lnTo>
                    <a:pt x="41487" y="4132"/>
                  </a:lnTo>
                  <a:lnTo>
                    <a:pt x="42955" y="3609"/>
                  </a:lnTo>
                  <a:lnTo>
                    <a:pt x="44424" y="3112"/>
                  </a:lnTo>
                  <a:lnTo>
                    <a:pt x="45917" y="2639"/>
                  </a:lnTo>
                  <a:lnTo>
                    <a:pt x="47410" y="2216"/>
                  </a:lnTo>
                  <a:lnTo>
                    <a:pt x="48903" y="1842"/>
                  </a:lnTo>
                  <a:lnTo>
                    <a:pt x="50421" y="1494"/>
                  </a:lnTo>
                  <a:lnTo>
                    <a:pt x="51939" y="1170"/>
                  </a:lnTo>
                  <a:lnTo>
                    <a:pt x="53457" y="897"/>
                  </a:lnTo>
                  <a:lnTo>
                    <a:pt x="54976" y="648"/>
                  </a:lnTo>
                  <a:lnTo>
                    <a:pt x="56494" y="449"/>
                  </a:lnTo>
                  <a:lnTo>
                    <a:pt x="58037" y="299"/>
                  </a:lnTo>
                  <a:lnTo>
                    <a:pt x="59580" y="175"/>
                  </a:lnTo>
                  <a:lnTo>
                    <a:pt x="61123" y="75"/>
                  </a:lnTo>
                  <a:lnTo>
                    <a:pt x="62641" y="26"/>
                  </a:lnTo>
                  <a:lnTo>
                    <a:pt x="64184" y="1"/>
                  </a:lnTo>
                  <a:lnTo>
                    <a:pt x="65727" y="26"/>
                  </a:lnTo>
                  <a:lnTo>
                    <a:pt x="67270" y="75"/>
                  </a:lnTo>
                  <a:lnTo>
                    <a:pt x="68813" y="175"/>
                  </a:lnTo>
                  <a:lnTo>
                    <a:pt x="70356" y="299"/>
                  </a:lnTo>
                  <a:lnTo>
                    <a:pt x="71874" y="449"/>
                  </a:lnTo>
                  <a:lnTo>
                    <a:pt x="73417" y="648"/>
                  </a:lnTo>
                  <a:lnTo>
                    <a:pt x="74935" y="897"/>
                  </a:lnTo>
                  <a:lnTo>
                    <a:pt x="76453" y="1170"/>
                  </a:lnTo>
                  <a:lnTo>
                    <a:pt x="77971" y="1494"/>
                  </a:lnTo>
                  <a:lnTo>
                    <a:pt x="79464" y="1842"/>
                  </a:lnTo>
                  <a:lnTo>
                    <a:pt x="80982" y="2216"/>
                  </a:lnTo>
                  <a:lnTo>
                    <a:pt x="82475" y="2639"/>
                  </a:lnTo>
                  <a:lnTo>
                    <a:pt x="83944" y="3112"/>
                  </a:lnTo>
                  <a:lnTo>
                    <a:pt x="85437" y="3609"/>
                  </a:lnTo>
                  <a:lnTo>
                    <a:pt x="86905" y="4132"/>
                  </a:lnTo>
                  <a:lnTo>
                    <a:pt x="88349" y="4704"/>
                  </a:lnTo>
                  <a:lnTo>
                    <a:pt x="89792" y="5302"/>
                  </a:lnTo>
                  <a:lnTo>
                    <a:pt x="91236" y="5949"/>
                  </a:lnTo>
                  <a:lnTo>
                    <a:pt x="92654" y="6621"/>
                  </a:lnTo>
                  <a:lnTo>
                    <a:pt x="94048" y="7342"/>
                  </a:lnTo>
                  <a:lnTo>
                    <a:pt x="95441" y="8089"/>
                  </a:lnTo>
                  <a:lnTo>
                    <a:pt x="96810" y="8885"/>
                  </a:lnTo>
                  <a:lnTo>
                    <a:pt x="98179" y="9707"/>
                  </a:lnTo>
                  <a:lnTo>
                    <a:pt x="99523" y="10578"/>
                  </a:lnTo>
                  <a:lnTo>
                    <a:pt x="100842" y="11473"/>
                  </a:lnTo>
                  <a:lnTo>
                    <a:pt x="102161" y="12419"/>
                  </a:lnTo>
                  <a:lnTo>
                    <a:pt x="103430" y="13390"/>
                  </a:lnTo>
                  <a:lnTo>
                    <a:pt x="104724" y="14385"/>
                  </a:lnTo>
                  <a:lnTo>
                    <a:pt x="105969" y="15430"/>
                  </a:lnTo>
                  <a:lnTo>
                    <a:pt x="107188" y="16526"/>
                  </a:lnTo>
                  <a:lnTo>
                    <a:pt x="108407" y="17645"/>
                  </a:lnTo>
                  <a:lnTo>
                    <a:pt x="109577" y="18790"/>
                  </a:lnTo>
                  <a:lnTo>
                    <a:pt x="109577" y="18790"/>
                  </a:lnTo>
                  <a:lnTo>
                    <a:pt x="110747" y="19985"/>
                  </a:lnTo>
                  <a:lnTo>
                    <a:pt x="111867" y="21204"/>
                  </a:lnTo>
                  <a:lnTo>
                    <a:pt x="112937" y="22424"/>
                  </a:lnTo>
                  <a:lnTo>
                    <a:pt x="114007" y="23668"/>
                  </a:lnTo>
                  <a:lnTo>
                    <a:pt x="115002" y="24937"/>
                  </a:lnTo>
                  <a:lnTo>
                    <a:pt x="115973" y="26231"/>
                  </a:lnTo>
                  <a:lnTo>
                    <a:pt x="116919" y="27550"/>
                  </a:lnTo>
                  <a:lnTo>
                    <a:pt x="117815" y="28869"/>
                  </a:lnTo>
                  <a:lnTo>
                    <a:pt x="118686" y="30213"/>
                  </a:lnTo>
                  <a:lnTo>
                    <a:pt x="119507" y="31582"/>
                  </a:lnTo>
                  <a:lnTo>
                    <a:pt x="120303" y="32951"/>
                  </a:lnTo>
                  <a:lnTo>
                    <a:pt x="121050" y="34344"/>
                  </a:lnTo>
                  <a:lnTo>
                    <a:pt x="121772" y="35738"/>
                  </a:lnTo>
                  <a:lnTo>
                    <a:pt x="122444" y="37157"/>
                  </a:lnTo>
                  <a:lnTo>
                    <a:pt x="123091" y="38600"/>
                  </a:lnTo>
                  <a:lnTo>
                    <a:pt x="123688" y="40043"/>
                  </a:lnTo>
                  <a:lnTo>
                    <a:pt x="124260" y="41487"/>
                  </a:lnTo>
                  <a:lnTo>
                    <a:pt x="124783" y="42955"/>
                  </a:lnTo>
                  <a:lnTo>
                    <a:pt x="125281" y="44424"/>
                  </a:lnTo>
                  <a:lnTo>
                    <a:pt x="125754" y="45917"/>
                  </a:lnTo>
                  <a:lnTo>
                    <a:pt x="126177" y="47410"/>
                  </a:lnTo>
                  <a:lnTo>
                    <a:pt x="126550" y="48903"/>
                  </a:lnTo>
                  <a:lnTo>
                    <a:pt x="126898" y="50421"/>
                  </a:lnTo>
                  <a:lnTo>
                    <a:pt x="127222" y="51939"/>
                  </a:lnTo>
                  <a:lnTo>
                    <a:pt x="127496" y="53457"/>
                  </a:lnTo>
                  <a:lnTo>
                    <a:pt x="127720" y="54976"/>
                  </a:lnTo>
                  <a:lnTo>
                    <a:pt x="127944" y="56519"/>
                  </a:lnTo>
                  <a:lnTo>
                    <a:pt x="128093" y="58037"/>
                  </a:lnTo>
                  <a:lnTo>
                    <a:pt x="128217" y="59580"/>
                  </a:lnTo>
                  <a:lnTo>
                    <a:pt x="128317" y="61123"/>
                  </a:lnTo>
                  <a:lnTo>
                    <a:pt x="128367" y="62666"/>
                  </a:lnTo>
                  <a:lnTo>
                    <a:pt x="128392" y="64209"/>
                  </a:lnTo>
                  <a:lnTo>
                    <a:pt x="128367" y="65727"/>
                  </a:lnTo>
                  <a:lnTo>
                    <a:pt x="128317" y="67270"/>
                  </a:lnTo>
                  <a:lnTo>
                    <a:pt x="128217" y="68813"/>
                  </a:lnTo>
                  <a:lnTo>
                    <a:pt x="128093" y="70356"/>
                  </a:lnTo>
                  <a:lnTo>
                    <a:pt x="127944" y="71874"/>
                  </a:lnTo>
                  <a:lnTo>
                    <a:pt x="127720" y="73417"/>
                  </a:lnTo>
                  <a:lnTo>
                    <a:pt x="127496" y="74935"/>
                  </a:lnTo>
                  <a:lnTo>
                    <a:pt x="127222" y="76453"/>
                  </a:lnTo>
                  <a:lnTo>
                    <a:pt x="126898" y="77971"/>
                  </a:lnTo>
                  <a:lnTo>
                    <a:pt x="126550" y="79489"/>
                  </a:lnTo>
                  <a:lnTo>
                    <a:pt x="126177" y="80982"/>
                  </a:lnTo>
                  <a:lnTo>
                    <a:pt x="125754" y="82475"/>
                  </a:lnTo>
                  <a:lnTo>
                    <a:pt x="125281" y="83969"/>
                  </a:lnTo>
                  <a:lnTo>
                    <a:pt x="124783" y="85437"/>
                  </a:lnTo>
                  <a:lnTo>
                    <a:pt x="124260" y="86905"/>
                  </a:lnTo>
                  <a:lnTo>
                    <a:pt x="123688" y="88349"/>
                  </a:lnTo>
                  <a:lnTo>
                    <a:pt x="123091" y="89792"/>
                  </a:lnTo>
                  <a:lnTo>
                    <a:pt x="122444" y="91236"/>
                  </a:lnTo>
                  <a:lnTo>
                    <a:pt x="121772" y="92654"/>
                  </a:lnTo>
                  <a:lnTo>
                    <a:pt x="121050" y="94048"/>
                  </a:lnTo>
                  <a:lnTo>
                    <a:pt x="120303" y="95441"/>
                  </a:lnTo>
                  <a:lnTo>
                    <a:pt x="119507" y="96810"/>
                  </a:lnTo>
                  <a:lnTo>
                    <a:pt x="118686" y="98179"/>
                  </a:lnTo>
                  <a:lnTo>
                    <a:pt x="117815" y="99523"/>
                  </a:lnTo>
                  <a:lnTo>
                    <a:pt x="116919" y="100842"/>
                  </a:lnTo>
                  <a:lnTo>
                    <a:pt x="115973" y="102161"/>
                  </a:lnTo>
                  <a:lnTo>
                    <a:pt x="115002" y="103455"/>
                  </a:lnTo>
                  <a:lnTo>
                    <a:pt x="114007" y="104724"/>
                  </a:lnTo>
                  <a:lnTo>
                    <a:pt x="112937" y="105968"/>
                  </a:lnTo>
                  <a:lnTo>
                    <a:pt x="111867" y="107188"/>
                  </a:lnTo>
                  <a:lnTo>
                    <a:pt x="110747" y="108407"/>
                  </a:lnTo>
                  <a:lnTo>
                    <a:pt x="109577" y="109602"/>
                  </a:lnTo>
                  <a:lnTo>
                    <a:pt x="109577" y="109602"/>
                  </a:lnTo>
                  <a:lnTo>
                    <a:pt x="108407" y="110747"/>
                  </a:lnTo>
                  <a:lnTo>
                    <a:pt x="107188" y="111867"/>
                  </a:lnTo>
                  <a:lnTo>
                    <a:pt x="105969" y="112962"/>
                  </a:lnTo>
                  <a:lnTo>
                    <a:pt x="104724" y="114007"/>
                  </a:lnTo>
                  <a:lnTo>
                    <a:pt x="103430" y="115002"/>
                  </a:lnTo>
                  <a:lnTo>
                    <a:pt x="102161" y="115998"/>
                  </a:lnTo>
                  <a:lnTo>
                    <a:pt x="100842" y="116919"/>
                  </a:lnTo>
                  <a:lnTo>
                    <a:pt x="99523" y="117815"/>
                  </a:lnTo>
                  <a:lnTo>
                    <a:pt x="98179" y="118686"/>
                  </a:lnTo>
                  <a:lnTo>
                    <a:pt x="96810" y="119507"/>
                  </a:lnTo>
                  <a:lnTo>
                    <a:pt x="95441" y="120303"/>
                  </a:lnTo>
                  <a:lnTo>
                    <a:pt x="94048" y="121050"/>
                  </a:lnTo>
                  <a:lnTo>
                    <a:pt x="92654" y="121772"/>
                  </a:lnTo>
                  <a:lnTo>
                    <a:pt x="91236" y="122444"/>
                  </a:lnTo>
                  <a:lnTo>
                    <a:pt x="89792" y="123091"/>
                  </a:lnTo>
                  <a:lnTo>
                    <a:pt x="88349" y="123688"/>
                  </a:lnTo>
                  <a:lnTo>
                    <a:pt x="86905" y="124260"/>
                  </a:lnTo>
                  <a:lnTo>
                    <a:pt x="85437" y="124808"/>
                  </a:lnTo>
                  <a:lnTo>
                    <a:pt x="83944" y="125305"/>
                  </a:lnTo>
                  <a:lnTo>
                    <a:pt x="82475" y="125753"/>
                  </a:lnTo>
                  <a:lnTo>
                    <a:pt x="80982" y="126177"/>
                  </a:lnTo>
                  <a:lnTo>
                    <a:pt x="79464" y="126575"/>
                  </a:lnTo>
                  <a:lnTo>
                    <a:pt x="77971" y="126923"/>
                  </a:lnTo>
                  <a:lnTo>
                    <a:pt x="76453" y="127222"/>
                  </a:lnTo>
                  <a:lnTo>
                    <a:pt x="74935" y="127496"/>
                  </a:lnTo>
                  <a:lnTo>
                    <a:pt x="73417" y="127744"/>
                  </a:lnTo>
                  <a:lnTo>
                    <a:pt x="71874" y="127943"/>
                  </a:lnTo>
                  <a:lnTo>
                    <a:pt x="70356" y="128093"/>
                  </a:lnTo>
                  <a:lnTo>
                    <a:pt x="68813" y="128242"/>
                  </a:lnTo>
                  <a:lnTo>
                    <a:pt x="67270" y="128317"/>
                  </a:lnTo>
                  <a:lnTo>
                    <a:pt x="65727" y="128391"/>
                  </a:lnTo>
                  <a:lnTo>
                    <a:pt x="64184" y="128391"/>
                  </a:lnTo>
                  <a:lnTo>
                    <a:pt x="62641" y="128391"/>
                  </a:lnTo>
                  <a:lnTo>
                    <a:pt x="61123" y="128317"/>
                  </a:lnTo>
                  <a:lnTo>
                    <a:pt x="59580" y="128242"/>
                  </a:lnTo>
                  <a:lnTo>
                    <a:pt x="58037" y="128093"/>
                  </a:lnTo>
                  <a:lnTo>
                    <a:pt x="56494" y="127943"/>
                  </a:lnTo>
                  <a:lnTo>
                    <a:pt x="54976" y="127744"/>
                  </a:lnTo>
                  <a:lnTo>
                    <a:pt x="53457" y="127496"/>
                  </a:lnTo>
                  <a:lnTo>
                    <a:pt x="51939" y="127222"/>
                  </a:lnTo>
                  <a:lnTo>
                    <a:pt x="50421" y="126923"/>
                  </a:lnTo>
                  <a:lnTo>
                    <a:pt x="48903" y="126575"/>
                  </a:lnTo>
                  <a:lnTo>
                    <a:pt x="47410" y="126177"/>
                  </a:lnTo>
                  <a:lnTo>
                    <a:pt x="45917" y="125753"/>
                  </a:lnTo>
                  <a:lnTo>
                    <a:pt x="44424" y="125305"/>
                  </a:lnTo>
                  <a:lnTo>
                    <a:pt x="42955" y="124808"/>
                  </a:lnTo>
                  <a:lnTo>
                    <a:pt x="41487" y="124260"/>
                  </a:lnTo>
                  <a:lnTo>
                    <a:pt x="40043" y="123688"/>
                  </a:lnTo>
                  <a:lnTo>
                    <a:pt x="38600" y="123091"/>
                  </a:lnTo>
                  <a:lnTo>
                    <a:pt x="37157" y="122444"/>
                  </a:lnTo>
                  <a:lnTo>
                    <a:pt x="35738" y="121772"/>
                  </a:lnTo>
                  <a:lnTo>
                    <a:pt x="34344" y="121050"/>
                  </a:lnTo>
                  <a:lnTo>
                    <a:pt x="32951" y="120303"/>
                  </a:lnTo>
                  <a:lnTo>
                    <a:pt x="31557" y="119507"/>
                  </a:lnTo>
                  <a:lnTo>
                    <a:pt x="30213" y="118686"/>
                  </a:lnTo>
                  <a:lnTo>
                    <a:pt x="28869" y="117815"/>
                  </a:lnTo>
                  <a:lnTo>
                    <a:pt x="27550" y="116919"/>
                  </a:lnTo>
                  <a:lnTo>
                    <a:pt x="26231" y="115998"/>
                  </a:lnTo>
                  <a:lnTo>
                    <a:pt x="24937" y="115002"/>
                  </a:lnTo>
                  <a:lnTo>
                    <a:pt x="23668" y="114007"/>
                  </a:lnTo>
                  <a:lnTo>
                    <a:pt x="22424" y="112962"/>
                  </a:lnTo>
                  <a:lnTo>
                    <a:pt x="21179" y="111867"/>
                  </a:lnTo>
                  <a:lnTo>
                    <a:pt x="19985" y="110747"/>
                  </a:lnTo>
                  <a:lnTo>
                    <a:pt x="18790" y="109602"/>
                  </a:lnTo>
                  <a:lnTo>
                    <a:pt x="18790" y="109602"/>
                  </a:lnTo>
                  <a:lnTo>
                    <a:pt x="17645" y="108407"/>
                  </a:lnTo>
                  <a:lnTo>
                    <a:pt x="16525" y="107188"/>
                  </a:lnTo>
                  <a:lnTo>
                    <a:pt x="15430" y="105968"/>
                  </a:lnTo>
                  <a:lnTo>
                    <a:pt x="14385" y="104724"/>
                  </a:lnTo>
                  <a:lnTo>
                    <a:pt x="13390" y="103455"/>
                  </a:lnTo>
                  <a:lnTo>
                    <a:pt x="12394" y="102161"/>
                  </a:lnTo>
                  <a:lnTo>
                    <a:pt x="11473" y="100842"/>
                  </a:lnTo>
                  <a:lnTo>
                    <a:pt x="10577" y="99523"/>
                  </a:lnTo>
                  <a:lnTo>
                    <a:pt x="9706" y="98179"/>
                  </a:lnTo>
                  <a:lnTo>
                    <a:pt x="8885" y="96810"/>
                  </a:lnTo>
                  <a:lnTo>
                    <a:pt x="8089" y="95441"/>
                  </a:lnTo>
                  <a:lnTo>
                    <a:pt x="7342" y="94048"/>
                  </a:lnTo>
                  <a:lnTo>
                    <a:pt x="6621" y="92654"/>
                  </a:lnTo>
                  <a:lnTo>
                    <a:pt x="5949" y="91236"/>
                  </a:lnTo>
                  <a:lnTo>
                    <a:pt x="5302" y="89792"/>
                  </a:lnTo>
                  <a:lnTo>
                    <a:pt x="4679" y="88349"/>
                  </a:lnTo>
                  <a:lnTo>
                    <a:pt x="4132" y="86905"/>
                  </a:lnTo>
                  <a:lnTo>
                    <a:pt x="3584" y="85437"/>
                  </a:lnTo>
                  <a:lnTo>
                    <a:pt x="3087" y="83969"/>
                  </a:lnTo>
                  <a:lnTo>
                    <a:pt x="2639" y="82475"/>
                  </a:lnTo>
                  <a:lnTo>
                    <a:pt x="2216" y="80982"/>
                  </a:lnTo>
                  <a:lnTo>
                    <a:pt x="1817" y="79489"/>
                  </a:lnTo>
                  <a:lnTo>
                    <a:pt x="1469" y="77971"/>
                  </a:lnTo>
                  <a:lnTo>
                    <a:pt x="1170" y="76453"/>
                  </a:lnTo>
                  <a:lnTo>
                    <a:pt x="897" y="74935"/>
                  </a:lnTo>
                  <a:lnTo>
                    <a:pt x="648" y="73417"/>
                  </a:lnTo>
                  <a:lnTo>
                    <a:pt x="449" y="71874"/>
                  </a:lnTo>
                  <a:lnTo>
                    <a:pt x="274" y="70356"/>
                  </a:lnTo>
                  <a:lnTo>
                    <a:pt x="150" y="68813"/>
                  </a:lnTo>
                  <a:lnTo>
                    <a:pt x="75" y="67270"/>
                  </a:lnTo>
                  <a:lnTo>
                    <a:pt x="1" y="65727"/>
                  </a:lnTo>
                  <a:lnTo>
                    <a:pt x="1" y="64209"/>
                  </a:lnTo>
                  <a:lnTo>
                    <a:pt x="1" y="62666"/>
                  </a:lnTo>
                  <a:lnTo>
                    <a:pt x="75" y="61123"/>
                  </a:lnTo>
                  <a:lnTo>
                    <a:pt x="150" y="59580"/>
                  </a:lnTo>
                  <a:lnTo>
                    <a:pt x="274" y="58037"/>
                  </a:lnTo>
                  <a:lnTo>
                    <a:pt x="449" y="56519"/>
                  </a:lnTo>
                  <a:lnTo>
                    <a:pt x="648" y="54976"/>
                  </a:lnTo>
                  <a:lnTo>
                    <a:pt x="897" y="53457"/>
                  </a:lnTo>
                  <a:lnTo>
                    <a:pt x="1170" y="51939"/>
                  </a:lnTo>
                  <a:lnTo>
                    <a:pt x="1469" y="50421"/>
                  </a:lnTo>
                  <a:lnTo>
                    <a:pt x="1817" y="48903"/>
                  </a:lnTo>
                  <a:lnTo>
                    <a:pt x="2216" y="47410"/>
                  </a:lnTo>
                  <a:lnTo>
                    <a:pt x="2639" y="45917"/>
                  </a:lnTo>
                  <a:lnTo>
                    <a:pt x="3087" y="44424"/>
                  </a:lnTo>
                  <a:lnTo>
                    <a:pt x="3584" y="42955"/>
                  </a:lnTo>
                  <a:lnTo>
                    <a:pt x="4132" y="41487"/>
                  </a:lnTo>
                  <a:lnTo>
                    <a:pt x="4679" y="40043"/>
                  </a:lnTo>
                  <a:lnTo>
                    <a:pt x="5302" y="38600"/>
                  </a:lnTo>
                  <a:lnTo>
                    <a:pt x="5949" y="37157"/>
                  </a:lnTo>
                  <a:lnTo>
                    <a:pt x="6621" y="35738"/>
                  </a:lnTo>
                  <a:lnTo>
                    <a:pt x="7342" y="34344"/>
                  </a:lnTo>
                  <a:lnTo>
                    <a:pt x="8089" y="32951"/>
                  </a:lnTo>
                  <a:lnTo>
                    <a:pt x="8885" y="31582"/>
                  </a:lnTo>
                  <a:lnTo>
                    <a:pt x="9706" y="30213"/>
                  </a:lnTo>
                  <a:lnTo>
                    <a:pt x="10577" y="28869"/>
                  </a:lnTo>
                  <a:lnTo>
                    <a:pt x="11473" y="27550"/>
                  </a:lnTo>
                  <a:lnTo>
                    <a:pt x="12394" y="26231"/>
                  </a:lnTo>
                  <a:lnTo>
                    <a:pt x="13390" y="24937"/>
                  </a:lnTo>
                  <a:lnTo>
                    <a:pt x="14385" y="23668"/>
                  </a:lnTo>
                  <a:lnTo>
                    <a:pt x="15430" y="22424"/>
                  </a:lnTo>
                  <a:lnTo>
                    <a:pt x="16525" y="21204"/>
                  </a:lnTo>
                  <a:lnTo>
                    <a:pt x="17645" y="19985"/>
                  </a:lnTo>
                  <a:lnTo>
                    <a:pt x="18790" y="1879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 name="Google Shape;2834;p67">
              <a:extLst>
                <a:ext uri="{FF2B5EF4-FFF2-40B4-BE49-F238E27FC236}">
                  <a16:creationId xmlns:a16="http://schemas.microsoft.com/office/drawing/2014/main" id="{1B65D604-E502-4498-AD35-11C74669E6FF}"/>
                </a:ext>
              </a:extLst>
            </p:cNvPr>
            <p:cNvSpPr/>
            <p:nvPr/>
          </p:nvSpPr>
          <p:spPr>
            <a:xfrm>
              <a:off x="790611" y="2460743"/>
              <a:ext cx="1292434" cy="1292434"/>
            </a:xfrm>
            <a:custGeom>
              <a:avLst/>
              <a:gdLst/>
              <a:ahLst/>
              <a:cxnLst/>
              <a:rect l="l" t="t" r="r" b="b"/>
              <a:pathLst>
                <a:path w="91435" h="91435" extrusionOk="0">
                  <a:moveTo>
                    <a:pt x="52312" y="0"/>
                  </a:moveTo>
                  <a:lnTo>
                    <a:pt x="50969" y="25"/>
                  </a:lnTo>
                  <a:lnTo>
                    <a:pt x="49600" y="75"/>
                  </a:lnTo>
                  <a:lnTo>
                    <a:pt x="48256" y="175"/>
                  </a:lnTo>
                  <a:lnTo>
                    <a:pt x="46912" y="299"/>
                  </a:lnTo>
                  <a:lnTo>
                    <a:pt x="45568" y="448"/>
                  </a:lnTo>
                  <a:lnTo>
                    <a:pt x="44224" y="648"/>
                  </a:lnTo>
                  <a:lnTo>
                    <a:pt x="42880" y="871"/>
                  </a:lnTo>
                  <a:lnTo>
                    <a:pt x="41561" y="1120"/>
                  </a:lnTo>
                  <a:lnTo>
                    <a:pt x="40242" y="1419"/>
                  </a:lnTo>
                  <a:lnTo>
                    <a:pt x="38923" y="1743"/>
                  </a:lnTo>
                  <a:lnTo>
                    <a:pt x="37604" y="2116"/>
                  </a:lnTo>
                  <a:lnTo>
                    <a:pt x="36310" y="2514"/>
                  </a:lnTo>
                  <a:lnTo>
                    <a:pt x="35016" y="2937"/>
                  </a:lnTo>
                  <a:lnTo>
                    <a:pt x="33747" y="3410"/>
                  </a:lnTo>
                  <a:lnTo>
                    <a:pt x="32453" y="3908"/>
                  </a:lnTo>
                  <a:lnTo>
                    <a:pt x="31208" y="4430"/>
                  </a:lnTo>
                  <a:lnTo>
                    <a:pt x="29964" y="5003"/>
                  </a:lnTo>
                  <a:lnTo>
                    <a:pt x="28720" y="5625"/>
                  </a:lnTo>
                  <a:lnTo>
                    <a:pt x="27500" y="6247"/>
                  </a:lnTo>
                  <a:lnTo>
                    <a:pt x="26281" y="6919"/>
                  </a:lnTo>
                  <a:lnTo>
                    <a:pt x="25086" y="7616"/>
                  </a:lnTo>
                  <a:lnTo>
                    <a:pt x="23917" y="8362"/>
                  </a:lnTo>
                  <a:lnTo>
                    <a:pt x="22747" y="9134"/>
                  </a:lnTo>
                  <a:lnTo>
                    <a:pt x="21627" y="9955"/>
                  </a:lnTo>
                  <a:lnTo>
                    <a:pt x="20482" y="10776"/>
                  </a:lnTo>
                  <a:lnTo>
                    <a:pt x="19387" y="11672"/>
                  </a:lnTo>
                  <a:lnTo>
                    <a:pt x="18292" y="12568"/>
                  </a:lnTo>
                  <a:lnTo>
                    <a:pt x="17222" y="13514"/>
                  </a:lnTo>
                  <a:lnTo>
                    <a:pt x="16177" y="14485"/>
                  </a:lnTo>
                  <a:lnTo>
                    <a:pt x="15156" y="15505"/>
                  </a:lnTo>
                  <a:lnTo>
                    <a:pt x="14161" y="16525"/>
                  </a:lnTo>
                  <a:lnTo>
                    <a:pt x="13165" y="17620"/>
                  </a:lnTo>
                  <a:lnTo>
                    <a:pt x="12294" y="18641"/>
                  </a:lnTo>
                  <a:lnTo>
                    <a:pt x="11423" y="19661"/>
                  </a:lnTo>
                  <a:lnTo>
                    <a:pt x="10627" y="20731"/>
                  </a:lnTo>
                  <a:lnTo>
                    <a:pt x="9831" y="21801"/>
                  </a:lnTo>
                  <a:lnTo>
                    <a:pt x="9059" y="22871"/>
                  </a:lnTo>
                  <a:lnTo>
                    <a:pt x="8337" y="23966"/>
                  </a:lnTo>
                  <a:lnTo>
                    <a:pt x="7641" y="25086"/>
                  </a:lnTo>
                  <a:lnTo>
                    <a:pt x="6969" y="26206"/>
                  </a:lnTo>
                  <a:lnTo>
                    <a:pt x="6347" y="27326"/>
                  </a:lnTo>
                  <a:lnTo>
                    <a:pt x="5724" y="28496"/>
                  </a:lnTo>
                  <a:lnTo>
                    <a:pt x="5152" y="29641"/>
                  </a:lnTo>
                  <a:lnTo>
                    <a:pt x="4604" y="30810"/>
                  </a:lnTo>
                  <a:lnTo>
                    <a:pt x="4107" y="31980"/>
                  </a:lnTo>
                  <a:lnTo>
                    <a:pt x="3609" y="33174"/>
                  </a:lnTo>
                  <a:lnTo>
                    <a:pt x="3161" y="34369"/>
                  </a:lnTo>
                  <a:lnTo>
                    <a:pt x="2738" y="35564"/>
                  </a:lnTo>
                  <a:lnTo>
                    <a:pt x="2340" y="36783"/>
                  </a:lnTo>
                  <a:lnTo>
                    <a:pt x="1991" y="38003"/>
                  </a:lnTo>
                  <a:lnTo>
                    <a:pt x="1668" y="39222"/>
                  </a:lnTo>
                  <a:lnTo>
                    <a:pt x="1369" y="40441"/>
                  </a:lnTo>
                  <a:lnTo>
                    <a:pt x="1095" y="41686"/>
                  </a:lnTo>
                  <a:lnTo>
                    <a:pt x="847" y="42930"/>
                  </a:lnTo>
                  <a:lnTo>
                    <a:pt x="647" y="44174"/>
                  </a:lnTo>
                  <a:lnTo>
                    <a:pt x="448" y="45419"/>
                  </a:lnTo>
                  <a:lnTo>
                    <a:pt x="299" y="46663"/>
                  </a:lnTo>
                  <a:lnTo>
                    <a:pt x="199" y="47907"/>
                  </a:lnTo>
                  <a:lnTo>
                    <a:pt x="100" y="49177"/>
                  </a:lnTo>
                  <a:lnTo>
                    <a:pt x="50" y="50421"/>
                  </a:lnTo>
                  <a:lnTo>
                    <a:pt x="0" y="51690"/>
                  </a:lnTo>
                  <a:lnTo>
                    <a:pt x="0" y="52935"/>
                  </a:lnTo>
                  <a:lnTo>
                    <a:pt x="50" y="54179"/>
                  </a:lnTo>
                  <a:lnTo>
                    <a:pt x="100" y="55448"/>
                  </a:lnTo>
                  <a:lnTo>
                    <a:pt x="199" y="56692"/>
                  </a:lnTo>
                  <a:lnTo>
                    <a:pt x="324" y="57937"/>
                  </a:lnTo>
                  <a:lnTo>
                    <a:pt x="473" y="59181"/>
                  </a:lnTo>
                  <a:lnTo>
                    <a:pt x="647" y="60425"/>
                  </a:lnTo>
                  <a:lnTo>
                    <a:pt x="847" y="61670"/>
                  </a:lnTo>
                  <a:lnTo>
                    <a:pt x="1095" y="62914"/>
                  </a:lnTo>
                  <a:lnTo>
                    <a:pt x="1369" y="64134"/>
                  </a:lnTo>
                  <a:lnTo>
                    <a:pt x="1668" y="65353"/>
                  </a:lnTo>
                  <a:lnTo>
                    <a:pt x="1991" y="66573"/>
                  </a:lnTo>
                  <a:lnTo>
                    <a:pt x="2340" y="67767"/>
                  </a:lnTo>
                  <a:lnTo>
                    <a:pt x="2738" y="68987"/>
                  </a:lnTo>
                  <a:lnTo>
                    <a:pt x="3136" y="70181"/>
                  </a:lnTo>
                  <a:lnTo>
                    <a:pt x="3584" y="71351"/>
                  </a:lnTo>
                  <a:lnTo>
                    <a:pt x="4057" y="72520"/>
                  </a:lnTo>
                  <a:lnTo>
                    <a:pt x="4580" y="73690"/>
                  </a:lnTo>
                  <a:lnTo>
                    <a:pt x="5102" y="74860"/>
                  </a:lnTo>
                  <a:lnTo>
                    <a:pt x="5675" y="76005"/>
                  </a:lnTo>
                  <a:lnTo>
                    <a:pt x="6272" y="77124"/>
                  </a:lnTo>
                  <a:lnTo>
                    <a:pt x="6894" y="78244"/>
                  </a:lnTo>
                  <a:lnTo>
                    <a:pt x="7541" y="79364"/>
                  </a:lnTo>
                  <a:lnTo>
                    <a:pt x="8213" y="80459"/>
                  </a:lnTo>
                  <a:lnTo>
                    <a:pt x="8935" y="81529"/>
                  </a:lnTo>
                  <a:lnTo>
                    <a:pt x="9656" y="82600"/>
                  </a:lnTo>
                  <a:lnTo>
                    <a:pt x="10428" y="83645"/>
                  </a:lnTo>
                  <a:lnTo>
                    <a:pt x="11224" y="84690"/>
                  </a:lnTo>
                  <a:lnTo>
                    <a:pt x="12046" y="85686"/>
                  </a:lnTo>
                  <a:lnTo>
                    <a:pt x="12917" y="86706"/>
                  </a:lnTo>
                  <a:lnTo>
                    <a:pt x="13788" y="87676"/>
                  </a:lnTo>
                  <a:lnTo>
                    <a:pt x="14708" y="88647"/>
                  </a:lnTo>
                  <a:lnTo>
                    <a:pt x="15629" y="89593"/>
                  </a:lnTo>
                  <a:lnTo>
                    <a:pt x="16600" y="90514"/>
                  </a:lnTo>
                  <a:lnTo>
                    <a:pt x="17620" y="91434"/>
                  </a:lnTo>
                  <a:lnTo>
                    <a:pt x="16799" y="90489"/>
                  </a:lnTo>
                  <a:lnTo>
                    <a:pt x="16027" y="89543"/>
                  </a:lnTo>
                  <a:lnTo>
                    <a:pt x="15256" y="88572"/>
                  </a:lnTo>
                  <a:lnTo>
                    <a:pt x="14534" y="87602"/>
                  </a:lnTo>
                  <a:lnTo>
                    <a:pt x="13813" y="86606"/>
                  </a:lnTo>
                  <a:lnTo>
                    <a:pt x="13141" y="85611"/>
                  </a:lnTo>
                  <a:lnTo>
                    <a:pt x="12494" y="84591"/>
                  </a:lnTo>
                  <a:lnTo>
                    <a:pt x="11846" y="83570"/>
                  </a:lnTo>
                  <a:lnTo>
                    <a:pt x="11249" y="82550"/>
                  </a:lnTo>
                  <a:lnTo>
                    <a:pt x="10677" y="81505"/>
                  </a:lnTo>
                  <a:lnTo>
                    <a:pt x="10129" y="80434"/>
                  </a:lnTo>
                  <a:lnTo>
                    <a:pt x="9607" y="79364"/>
                  </a:lnTo>
                  <a:lnTo>
                    <a:pt x="9109" y="78294"/>
                  </a:lnTo>
                  <a:lnTo>
                    <a:pt x="8611" y="77224"/>
                  </a:lnTo>
                  <a:lnTo>
                    <a:pt x="8163" y="76129"/>
                  </a:lnTo>
                  <a:lnTo>
                    <a:pt x="7740" y="75034"/>
                  </a:lnTo>
                  <a:lnTo>
                    <a:pt x="7342" y="73914"/>
                  </a:lnTo>
                  <a:lnTo>
                    <a:pt x="6969" y="72794"/>
                  </a:lnTo>
                  <a:lnTo>
                    <a:pt x="6620" y="71674"/>
                  </a:lnTo>
                  <a:lnTo>
                    <a:pt x="6322" y="70554"/>
                  </a:lnTo>
                  <a:lnTo>
                    <a:pt x="6023" y="69434"/>
                  </a:lnTo>
                  <a:lnTo>
                    <a:pt x="5749" y="68290"/>
                  </a:lnTo>
                  <a:lnTo>
                    <a:pt x="5500" y="67145"/>
                  </a:lnTo>
                  <a:lnTo>
                    <a:pt x="5276" y="66000"/>
                  </a:lnTo>
                  <a:lnTo>
                    <a:pt x="5102" y="64855"/>
                  </a:lnTo>
                  <a:lnTo>
                    <a:pt x="4928" y="63711"/>
                  </a:lnTo>
                  <a:lnTo>
                    <a:pt x="4779" y="62541"/>
                  </a:lnTo>
                  <a:lnTo>
                    <a:pt x="4679" y="61396"/>
                  </a:lnTo>
                  <a:lnTo>
                    <a:pt x="4580" y="60226"/>
                  </a:lnTo>
                  <a:lnTo>
                    <a:pt x="4505" y="59082"/>
                  </a:lnTo>
                  <a:lnTo>
                    <a:pt x="4480" y="57912"/>
                  </a:lnTo>
                  <a:lnTo>
                    <a:pt x="4455" y="56742"/>
                  </a:lnTo>
                  <a:lnTo>
                    <a:pt x="4480" y="55597"/>
                  </a:lnTo>
                  <a:lnTo>
                    <a:pt x="4530" y="54428"/>
                  </a:lnTo>
                  <a:lnTo>
                    <a:pt x="4580" y="53258"/>
                  </a:lnTo>
                  <a:lnTo>
                    <a:pt x="4679" y="52113"/>
                  </a:lnTo>
                  <a:lnTo>
                    <a:pt x="4779" y="50944"/>
                  </a:lnTo>
                  <a:lnTo>
                    <a:pt x="4928" y="49799"/>
                  </a:lnTo>
                  <a:lnTo>
                    <a:pt x="5102" y="48654"/>
                  </a:lnTo>
                  <a:lnTo>
                    <a:pt x="5301" y="47484"/>
                  </a:lnTo>
                  <a:lnTo>
                    <a:pt x="5500" y="46340"/>
                  </a:lnTo>
                  <a:lnTo>
                    <a:pt x="5749" y="45220"/>
                  </a:lnTo>
                  <a:lnTo>
                    <a:pt x="6023" y="44075"/>
                  </a:lnTo>
                  <a:lnTo>
                    <a:pt x="6322" y="42930"/>
                  </a:lnTo>
                  <a:lnTo>
                    <a:pt x="6645" y="41810"/>
                  </a:lnTo>
                  <a:lnTo>
                    <a:pt x="6994" y="40690"/>
                  </a:lnTo>
                  <a:lnTo>
                    <a:pt x="7367" y="39570"/>
                  </a:lnTo>
                  <a:lnTo>
                    <a:pt x="7765" y="38475"/>
                  </a:lnTo>
                  <a:lnTo>
                    <a:pt x="8188" y="37380"/>
                  </a:lnTo>
                  <a:lnTo>
                    <a:pt x="8636" y="36285"/>
                  </a:lnTo>
                  <a:lnTo>
                    <a:pt x="9109" y="35190"/>
                  </a:lnTo>
                  <a:lnTo>
                    <a:pt x="9607" y="34120"/>
                  </a:lnTo>
                  <a:lnTo>
                    <a:pt x="10129" y="33050"/>
                  </a:lnTo>
                  <a:lnTo>
                    <a:pt x="10702" y="32005"/>
                  </a:lnTo>
                  <a:lnTo>
                    <a:pt x="11274" y="30960"/>
                  </a:lnTo>
                  <a:lnTo>
                    <a:pt x="11871" y="29914"/>
                  </a:lnTo>
                  <a:lnTo>
                    <a:pt x="12494" y="28894"/>
                  </a:lnTo>
                  <a:lnTo>
                    <a:pt x="13165" y="27899"/>
                  </a:lnTo>
                  <a:lnTo>
                    <a:pt x="13837" y="26878"/>
                  </a:lnTo>
                  <a:lnTo>
                    <a:pt x="14534" y="25908"/>
                  </a:lnTo>
                  <a:lnTo>
                    <a:pt x="15281" y="24912"/>
                  </a:lnTo>
                  <a:lnTo>
                    <a:pt x="16027" y="23966"/>
                  </a:lnTo>
                  <a:lnTo>
                    <a:pt x="16824" y="23021"/>
                  </a:lnTo>
                  <a:lnTo>
                    <a:pt x="17620" y="22075"/>
                  </a:lnTo>
                  <a:lnTo>
                    <a:pt x="18616" y="21005"/>
                  </a:lnTo>
                  <a:lnTo>
                    <a:pt x="19611" y="19960"/>
                  </a:lnTo>
                  <a:lnTo>
                    <a:pt x="20632" y="18939"/>
                  </a:lnTo>
                  <a:lnTo>
                    <a:pt x="21677" y="17969"/>
                  </a:lnTo>
                  <a:lnTo>
                    <a:pt x="22747" y="17023"/>
                  </a:lnTo>
                  <a:lnTo>
                    <a:pt x="23842" y="16127"/>
                  </a:lnTo>
                  <a:lnTo>
                    <a:pt x="24937" y="15256"/>
                  </a:lnTo>
                  <a:lnTo>
                    <a:pt x="26082" y="14410"/>
                  </a:lnTo>
                  <a:lnTo>
                    <a:pt x="27227" y="13589"/>
                  </a:lnTo>
                  <a:lnTo>
                    <a:pt x="28371" y="12817"/>
                  </a:lnTo>
                  <a:lnTo>
                    <a:pt x="29566" y="12095"/>
                  </a:lnTo>
                  <a:lnTo>
                    <a:pt x="30760" y="11374"/>
                  </a:lnTo>
                  <a:lnTo>
                    <a:pt x="31955" y="10702"/>
                  </a:lnTo>
                  <a:lnTo>
                    <a:pt x="33174" y="10080"/>
                  </a:lnTo>
                  <a:lnTo>
                    <a:pt x="34419" y="9482"/>
                  </a:lnTo>
                  <a:lnTo>
                    <a:pt x="35663" y="8910"/>
                  </a:lnTo>
                  <a:lnTo>
                    <a:pt x="36932" y="8362"/>
                  </a:lnTo>
                  <a:lnTo>
                    <a:pt x="38202" y="7865"/>
                  </a:lnTo>
                  <a:lnTo>
                    <a:pt x="39471" y="7392"/>
                  </a:lnTo>
                  <a:lnTo>
                    <a:pt x="40765" y="6969"/>
                  </a:lnTo>
                  <a:lnTo>
                    <a:pt x="42059" y="6571"/>
                  </a:lnTo>
                  <a:lnTo>
                    <a:pt x="43378" y="6197"/>
                  </a:lnTo>
                  <a:lnTo>
                    <a:pt x="44697" y="5874"/>
                  </a:lnTo>
                  <a:lnTo>
                    <a:pt x="46016" y="5575"/>
                  </a:lnTo>
                  <a:lnTo>
                    <a:pt x="47360" y="5326"/>
                  </a:lnTo>
                  <a:lnTo>
                    <a:pt x="48679" y="5102"/>
                  </a:lnTo>
                  <a:lnTo>
                    <a:pt x="50023" y="4903"/>
                  </a:lnTo>
                  <a:lnTo>
                    <a:pt x="51367" y="4754"/>
                  </a:lnTo>
                  <a:lnTo>
                    <a:pt x="52711" y="4629"/>
                  </a:lnTo>
                  <a:lnTo>
                    <a:pt x="54079" y="4530"/>
                  </a:lnTo>
                  <a:lnTo>
                    <a:pt x="55423" y="4480"/>
                  </a:lnTo>
                  <a:lnTo>
                    <a:pt x="57937" y="4480"/>
                  </a:lnTo>
                  <a:lnTo>
                    <a:pt x="59082" y="4530"/>
                  </a:lnTo>
                  <a:lnTo>
                    <a:pt x="60251" y="4580"/>
                  </a:lnTo>
                  <a:lnTo>
                    <a:pt x="61396" y="4679"/>
                  </a:lnTo>
                  <a:lnTo>
                    <a:pt x="62541" y="4779"/>
                  </a:lnTo>
                  <a:lnTo>
                    <a:pt x="63711" y="4928"/>
                  </a:lnTo>
                  <a:lnTo>
                    <a:pt x="64855" y="5102"/>
                  </a:lnTo>
                  <a:lnTo>
                    <a:pt x="66000" y="5276"/>
                  </a:lnTo>
                  <a:lnTo>
                    <a:pt x="67145" y="5500"/>
                  </a:lnTo>
                  <a:lnTo>
                    <a:pt x="68265" y="5749"/>
                  </a:lnTo>
                  <a:lnTo>
                    <a:pt x="69410" y="6023"/>
                  </a:lnTo>
                  <a:lnTo>
                    <a:pt x="70530" y="6322"/>
                  </a:lnTo>
                  <a:lnTo>
                    <a:pt x="71674" y="6620"/>
                  </a:lnTo>
                  <a:lnTo>
                    <a:pt x="72794" y="6969"/>
                  </a:lnTo>
                  <a:lnTo>
                    <a:pt x="73889" y="7342"/>
                  </a:lnTo>
                  <a:lnTo>
                    <a:pt x="75009" y="7740"/>
                  </a:lnTo>
                  <a:lnTo>
                    <a:pt x="76104" y="8163"/>
                  </a:lnTo>
                  <a:lnTo>
                    <a:pt x="77199" y="8611"/>
                  </a:lnTo>
                  <a:lnTo>
                    <a:pt x="78269" y="9084"/>
                  </a:lnTo>
                  <a:lnTo>
                    <a:pt x="79364" y="9582"/>
                  </a:lnTo>
                  <a:lnTo>
                    <a:pt x="80410" y="10129"/>
                  </a:lnTo>
                  <a:lnTo>
                    <a:pt x="81480" y="10677"/>
                  </a:lnTo>
                  <a:lnTo>
                    <a:pt x="82525" y="11249"/>
                  </a:lnTo>
                  <a:lnTo>
                    <a:pt x="83570" y="11847"/>
                  </a:lnTo>
                  <a:lnTo>
                    <a:pt x="84591" y="12494"/>
                  </a:lnTo>
                  <a:lnTo>
                    <a:pt x="85611" y="13141"/>
                  </a:lnTo>
                  <a:lnTo>
                    <a:pt x="86606" y="13837"/>
                  </a:lnTo>
                  <a:lnTo>
                    <a:pt x="87602" y="14534"/>
                  </a:lnTo>
                  <a:lnTo>
                    <a:pt x="88572" y="15281"/>
                  </a:lnTo>
                  <a:lnTo>
                    <a:pt x="89543" y="16028"/>
                  </a:lnTo>
                  <a:lnTo>
                    <a:pt x="90514" y="16824"/>
                  </a:lnTo>
                  <a:lnTo>
                    <a:pt x="91434" y="17645"/>
                  </a:lnTo>
                  <a:lnTo>
                    <a:pt x="90389" y="16475"/>
                  </a:lnTo>
                  <a:lnTo>
                    <a:pt x="89294" y="15331"/>
                  </a:lnTo>
                  <a:lnTo>
                    <a:pt x="88149" y="14236"/>
                  </a:lnTo>
                  <a:lnTo>
                    <a:pt x="86980" y="13166"/>
                  </a:lnTo>
                  <a:lnTo>
                    <a:pt x="86059" y="12369"/>
                  </a:lnTo>
                  <a:lnTo>
                    <a:pt x="85088" y="11573"/>
                  </a:lnTo>
                  <a:lnTo>
                    <a:pt x="84118" y="10801"/>
                  </a:lnTo>
                  <a:lnTo>
                    <a:pt x="83147" y="10080"/>
                  </a:lnTo>
                  <a:lnTo>
                    <a:pt x="82152" y="9358"/>
                  </a:lnTo>
                  <a:lnTo>
                    <a:pt x="81156" y="8686"/>
                  </a:lnTo>
                  <a:lnTo>
                    <a:pt x="80136" y="8014"/>
                  </a:lnTo>
                  <a:lnTo>
                    <a:pt x="79115" y="7392"/>
                  </a:lnTo>
                  <a:lnTo>
                    <a:pt x="78070" y="6795"/>
                  </a:lnTo>
                  <a:lnTo>
                    <a:pt x="77025" y="6197"/>
                  </a:lnTo>
                  <a:lnTo>
                    <a:pt x="75955" y="5650"/>
                  </a:lnTo>
                  <a:lnTo>
                    <a:pt x="74885" y="5127"/>
                  </a:lnTo>
                  <a:lnTo>
                    <a:pt x="73815" y="4629"/>
                  </a:lnTo>
                  <a:lnTo>
                    <a:pt x="72744" y="4157"/>
                  </a:lnTo>
                  <a:lnTo>
                    <a:pt x="71649" y="3709"/>
                  </a:lnTo>
                  <a:lnTo>
                    <a:pt x="70554" y="3286"/>
                  </a:lnTo>
                  <a:lnTo>
                    <a:pt x="69435" y="2887"/>
                  </a:lnTo>
                  <a:lnTo>
                    <a:pt x="68315" y="2514"/>
                  </a:lnTo>
                  <a:lnTo>
                    <a:pt x="67195" y="2166"/>
                  </a:lnTo>
                  <a:lnTo>
                    <a:pt x="66075" y="1842"/>
                  </a:lnTo>
                  <a:lnTo>
                    <a:pt x="64955" y="1543"/>
                  </a:lnTo>
                  <a:lnTo>
                    <a:pt x="63810" y="1295"/>
                  </a:lnTo>
                  <a:lnTo>
                    <a:pt x="62690" y="1046"/>
                  </a:lnTo>
                  <a:lnTo>
                    <a:pt x="61545" y="822"/>
                  </a:lnTo>
                  <a:lnTo>
                    <a:pt x="60401" y="623"/>
                  </a:lnTo>
                  <a:lnTo>
                    <a:pt x="59256" y="473"/>
                  </a:lnTo>
                  <a:lnTo>
                    <a:pt x="58086" y="324"/>
                  </a:lnTo>
                  <a:lnTo>
                    <a:pt x="56941" y="224"/>
                  </a:lnTo>
                  <a:lnTo>
                    <a:pt x="55797" y="125"/>
                  </a:lnTo>
                  <a:lnTo>
                    <a:pt x="54627" y="50"/>
                  </a:lnTo>
                  <a:lnTo>
                    <a:pt x="53482" y="25"/>
                  </a:lnTo>
                  <a:lnTo>
                    <a:pt x="52312" y="0"/>
                  </a:lnTo>
                  <a:close/>
                </a:path>
              </a:pathLst>
            </a:custGeom>
            <a:solidFill>
              <a:srgbClr val="DA9A3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 name="Google Shape;2835;p67">
              <a:extLst>
                <a:ext uri="{FF2B5EF4-FFF2-40B4-BE49-F238E27FC236}">
                  <a16:creationId xmlns:a16="http://schemas.microsoft.com/office/drawing/2014/main" id="{B5089454-07FD-FC02-52E6-7F02AD04E2A9}"/>
                </a:ext>
              </a:extLst>
            </p:cNvPr>
            <p:cNvSpPr/>
            <p:nvPr/>
          </p:nvSpPr>
          <p:spPr>
            <a:xfrm>
              <a:off x="790611" y="2460743"/>
              <a:ext cx="1292434" cy="1292434"/>
            </a:xfrm>
            <a:custGeom>
              <a:avLst/>
              <a:gdLst/>
              <a:ahLst/>
              <a:cxnLst/>
              <a:rect l="l" t="t" r="r" b="b"/>
              <a:pathLst>
                <a:path w="91435" h="91435" fill="none" extrusionOk="0">
                  <a:moveTo>
                    <a:pt x="52312" y="0"/>
                  </a:moveTo>
                  <a:lnTo>
                    <a:pt x="52312" y="0"/>
                  </a:lnTo>
                  <a:lnTo>
                    <a:pt x="50969" y="25"/>
                  </a:lnTo>
                  <a:lnTo>
                    <a:pt x="49600" y="75"/>
                  </a:lnTo>
                  <a:lnTo>
                    <a:pt x="48256" y="175"/>
                  </a:lnTo>
                  <a:lnTo>
                    <a:pt x="46912" y="299"/>
                  </a:lnTo>
                  <a:lnTo>
                    <a:pt x="45568" y="448"/>
                  </a:lnTo>
                  <a:lnTo>
                    <a:pt x="44224" y="648"/>
                  </a:lnTo>
                  <a:lnTo>
                    <a:pt x="42880" y="871"/>
                  </a:lnTo>
                  <a:lnTo>
                    <a:pt x="41561" y="1120"/>
                  </a:lnTo>
                  <a:lnTo>
                    <a:pt x="40242" y="1419"/>
                  </a:lnTo>
                  <a:lnTo>
                    <a:pt x="38923" y="1743"/>
                  </a:lnTo>
                  <a:lnTo>
                    <a:pt x="37604" y="2116"/>
                  </a:lnTo>
                  <a:lnTo>
                    <a:pt x="36310" y="2514"/>
                  </a:lnTo>
                  <a:lnTo>
                    <a:pt x="35016" y="2937"/>
                  </a:lnTo>
                  <a:lnTo>
                    <a:pt x="33747" y="3410"/>
                  </a:lnTo>
                  <a:lnTo>
                    <a:pt x="32453" y="3908"/>
                  </a:lnTo>
                  <a:lnTo>
                    <a:pt x="31208" y="4430"/>
                  </a:lnTo>
                  <a:lnTo>
                    <a:pt x="29964" y="5003"/>
                  </a:lnTo>
                  <a:lnTo>
                    <a:pt x="28720" y="5625"/>
                  </a:lnTo>
                  <a:lnTo>
                    <a:pt x="27500" y="6247"/>
                  </a:lnTo>
                  <a:lnTo>
                    <a:pt x="26281" y="6919"/>
                  </a:lnTo>
                  <a:lnTo>
                    <a:pt x="25086" y="7616"/>
                  </a:lnTo>
                  <a:lnTo>
                    <a:pt x="23917" y="8362"/>
                  </a:lnTo>
                  <a:lnTo>
                    <a:pt x="22747" y="9134"/>
                  </a:lnTo>
                  <a:lnTo>
                    <a:pt x="21627" y="9955"/>
                  </a:lnTo>
                  <a:lnTo>
                    <a:pt x="20482" y="10776"/>
                  </a:lnTo>
                  <a:lnTo>
                    <a:pt x="19387" y="11672"/>
                  </a:lnTo>
                  <a:lnTo>
                    <a:pt x="18292" y="12568"/>
                  </a:lnTo>
                  <a:lnTo>
                    <a:pt x="17222" y="13514"/>
                  </a:lnTo>
                  <a:lnTo>
                    <a:pt x="16177" y="14485"/>
                  </a:lnTo>
                  <a:lnTo>
                    <a:pt x="15156" y="15505"/>
                  </a:lnTo>
                  <a:lnTo>
                    <a:pt x="14161" y="16525"/>
                  </a:lnTo>
                  <a:lnTo>
                    <a:pt x="13165" y="17620"/>
                  </a:lnTo>
                  <a:lnTo>
                    <a:pt x="13165" y="17620"/>
                  </a:lnTo>
                  <a:lnTo>
                    <a:pt x="12294" y="18641"/>
                  </a:lnTo>
                  <a:lnTo>
                    <a:pt x="11423" y="19661"/>
                  </a:lnTo>
                  <a:lnTo>
                    <a:pt x="10627" y="20731"/>
                  </a:lnTo>
                  <a:lnTo>
                    <a:pt x="9831" y="21801"/>
                  </a:lnTo>
                  <a:lnTo>
                    <a:pt x="9059" y="22871"/>
                  </a:lnTo>
                  <a:lnTo>
                    <a:pt x="8337" y="23966"/>
                  </a:lnTo>
                  <a:lnTo>
                    <a:pt x="7641" y="25086"/>
                  </a:lnTo>
                  <a:lnTo>
                    <a:pt x="6969" y="26206"/>
                  </a:lnTo>
                  <a:lnTo>
                    <a:pt x="6347" y="27326"/>
                  </a:lnTo>
                  <a:lnTo>
                    <a:pt x="5724" y="28496"/>
                  </a:lnTo>
                  <a:lnTo>
                    <a:pt x="5152" y="29641"/>
                  </a:lnTo>
                  <a:lnTo>
                    <a:pt x="4604" y="30810"/>
                  </a:lnTo>
                  <a:lnTo>
                    <a:pt x="4107" y="31980"/>
                  </a:lnTo>
                  <a:lnTo>
                    <a:pt x="3609" y="33174"/>
                  </a:lnTo>
                  <a:lnTo>
                    <a:pt x="3161" y="34369"/>
                  </a:lnTo>
                  <a:lnTo>
                    <a:pt x="2738" y="35564"/>
                  </a:lnTo>
                  <a:lnTo>
                    <a:pt x="2340" y="36783"/>
                  </a:lnTo>
                  <a:lnTo>
                    <a:pt x="1991" y="38003"/>
                  </a:lnTo>
                  <a:lnTo>
                    <a:pt x="1668" y="39222"/>
                  </a:lnTo>
                  <a:lnTo>
                    <a:pt x="1369" y="40441"/>
                  </a:lnTo>
                  <a:lnTo>
                    <a:pt x="1095" y="41686"/>
                  </a:lnTo>
                  <a:lnTo>
                    <a:pt x="847" y="42930"/>
                  </a:lnTo>
                  <a:lnTo>
                    <a:pt x="647" y="44174"/>
                  </a:lnTo>
                  <a:lnTo>
                    <a:pt x="448" y="45419"/>
                  </a:lnTo>
                  <a:lnTo>
                    <a:pt x="299" y="46663"/>
                  </a:lnTo>
                  <a:lnTo>
                    <a:pt x="199" y="47907"/>
                  </a:lnTo>
                  <a:lnTo>
                    <a:pt x="100" y="49177"/>
                  </a:lnTo>
                  <a:lnTo>
                    <a:pt x="50" y="50421"/>
                  </a:lnTo>
                  <a:lnTo>
                    <a:pt x="0" y="51690"/>
                  </a:lnTo>
                  <a:lnTo>
                    <a:pt x="0" y="52935"/>
                  </a:lnTo>
                  <a:lnTo>
                    <a:pt x="50" y="54179"/>
                  </a:lnTo>
                  <a:lnTo>
                    <a:pt x="100" y="55448"/>
                  </a:lnTo>
                  <a:lnTo>
                    <a:pt x="199" y="56692"/>
                  </a:lnTo>
                  <a:lnTo>
                    <a:pt x="324" y="57937"/>
                  </a:lnTo>
                  <a:lnTo>
                    <a:pt x="473" y="59181"/>
                  </a:lnTo>
                  <a:lnTo>
                    <a:pt x="647" y="60425"/>
                  </a:lnTo>
                  <a:lnTo>
                    <a:pt x="847" y="61670"/>
                  </a:lnTo>
                  <a:lnTo>
                    <a:pt x="1095" y="62914"/>
                  </a:lnTo>
                  <a:lnTo>
                    <a:pt x="1369" y="64134"/>
                  </a:lnTo>
                  <a:lnTo>
                    <a:pt x="1668" y="65353"/>
                  </a:lnTo>
                  <a:lnTo>
                    <a:pt x="1991" y="66573"/>
                  </a:lnTo>
                  <a:lnTo>
                    <a:pt x="2340" y="67767"/>
                  </a:lnTo>
                  <a:lnTo>
                    <a:pt x="2738" y="68987"/>
                  </a:lnTo>
                  <a:lnTo>
                    <a:pt x="3136" y="70181"/>
                  </a:lnTo>
                  <a:lnTo>
                    <a:pt x="3584" y="71351"/>
                  </a:lnTo>
                  <a:lnTo>
                    <a:pt x="4057" y="72520"/>
                  </a:lnTo>
                  <a:lnTo>
                    <a:pt x="4580" y="73690"/>
                  </a:lnTo>
                  <a:lnTo>
                    <a:pt x="5102" y="74860"/>
                  </a:lnTo>
                  <a:lnTo>
                    <a:pt x="5675" y="76005"/>
                  </a:lnTo>
                  <a:lnTo>
                    <a:pt x="6272" y="77124"/>
                  </a:lnTo>
                  <a:lnTo>
                    <a:pt x="6894" y="78244"/>
                  </a:lnTo>
                  <a:lnTo>
                    <a:pt x="7541" y="79364"/>
                  </a:lnTo>
                  <a:lnTo>
                    <a:pt x="8213" y="80459"/>
                  </a:lnTo>
                  <a:lnTo>
                    <a:pt x="8935" y="81529"/>
                  </a:lnTo>
                  <a:lnTo>
                    <a:pt x="9656" y="82600"/>
                  </a:lnTo>
                  <a:lnTo>
                    <a:pt x="10428" y="83645"/>
                  </a:lnTo>
                  <a:lnTo>
                    <a:pt x="11224" y="84690"/>
                  </a:lnTo>
                  <a:lnTo>
                    <a:pt x="12046" y="85686"/>
                  </a:lnTo>
                  <a:lnTo>
                    <a:pt x="12917" y="86706"/>
                  </a:lnTo>
                  <a:lnTo>
                    <a:pt x="13788" y="87676"/>
                  </a:lnTo>
                  <a:lnTo>
                    <a:pt x="14708" y="88647"/>
                  </a:lnTo>
                  <a:lnTo>
                    <a:pt x="15629" y="89593"/>
                  </a:lnTo>
                  <a:lnTo>
                    <a:pt x="16600" y="90514"/>
                  </a:lnTo>
                  <a:lnTo>
                    <a:pt x="17620" y="91434"/>
                  </a:lnTo>
                  <a:lnTo>
                    <a:pt x="17620" y="91434"/>
                  </a:lnTo>
                  <a:lnTo>
                    <a:pt x="16799" y="90489"/>
                  </a:lnTo>
                  <a:lnTo>
                    <a:pt x="16027" y="89543"/>
                  </a:lnTo>
                  <a:lnTo>
                    <a:pt x="15256" y="88572"/>
                  </a:lnTo>
                  <a:lnTo>
                    <a:pt x="14534" y="87602"/>
                  </a:lnTo>
                  <a:lnTo>
                    <a:pt x="13813" y="86606"/>
                  </a:lnTo>
                  <a:lnTo>
                    <a:pt x="13141" y="85611"/>
                  </a:lnTo>
                  <a:lnTo>
                    <a:pt x="12494" y="84591"/>
                  </a:lnTo>
                  <a:lnTo>
                    <a:pt x="11846" y="83570"/>
                  </a:lnTo>
                  <a:lnTo>
                    <a:pt x="11249" y="82550"/>
                  </a:lnTo>
                  <a:lnTo>
                    <a:pt x="10677" y="81505"/>
                  </a:lnTo>
                  <a:lnTo>
                    <a:pt x="10129" y="80434"/>
                  </a:lnTo>
                  <a:lnTo>
                    <a:pt x="9607" y="79364"/>
                  </a:lnTo>
                  <a:lnTo>
                    <a:pt x="9109" y="78294"/>
                  </a:lnTo>
                  <a:lnTo>
                    <a:pt x="8611" y="77224"/>
                  </a:lnTo>
                  <a:lnTo>
                    <a:pt x="8163" y="76129"/>
                  </a:lnTo>
                  <a:lnTo>
                    <a:pt x="7740" y="75034"/>
                  </a:lnTo>
                  <a:lnTo>
                    <a:pt x="7342" y="73914"/>
                  </a:lnTo>
                  <a:lnTo>
                    <a:pt x="6969" y="72794"/>
                  </a:lnTo>
                  <a:lnTo>
                    <a:pt x="6620" y="71674"/>
                  </a:lnTo>
                  <a:lnTo>
                    <a:pt x="6322" y="70554"/>
                  </a:lnTo>
                  <a:lnTo>
                    <a:pt x="6023" y="69434"/>
                  </a:lnTo>
                  <a:lnTo>
                    <a:pt x="5749" y="68290"/>
                  </a:lnTo>
                  <a:lnTo>
                    <a:pt x="5500" y="67145"/>
                  </a:lnTo>
                  <a:lnTo>
                    <a:pt x="5276" y="66000"/>
                  </a:lnTo>
                  <a:lnTo>
                    <a:pt x="5102" y="64855"/>
                  </a:lnTo>
                  <a:lnTo>
                    <a:pt x="4928" y="63711"/>
                  </a:lnTo>
                  <a:lnTo>
                    <a:pt x="4779" y="62541"/>
                  </a:lnTo>
                  <a:lnTo>
                    <a:pt x="4679" y="61396"/>
                  </a:lnTo>
                  <a:lnTo>
                    <a:pt x="4580" y="60226"/>
                  </a:lnTo>
                  <a:lnTo>
                    <a:pt x="4505" y="59082"/>
                  </a:lnTo>
                  <a:lnTo>
                    <a:pt x="4480" y="57912"/>
                  </a:lnTo>
                  <a:lnTo>
                    <a:pt x="4455" y="56742"/>
                  </a:lnTo>
                  <a:lnTo>
                    <a:pt x="4480" y="55597"/>
                  </a:lnTo>
                  <a:lnTo>
                    <a:pt x="4530" y="54428"/>
                  </a:lnTo>
                  <a:lnTo>
                    <a:pt x="4580" y="53258"/>
                  </a:lnTo>
                  <a:lnTo>
                    <a:pt x="4679" y="52113"/>
                  </a:lnTo>
                  <a:lnTo>
                    <a:pt x="4779" y="50944"/>
                  </a:lnTo>
                  <a:lnTo>
                    <a:pt x="4928" y="49799"/>
                  </a:lnTo>
                  <a:lnTo>
                    <a:pt x="5102" y="48654"/>
                  </a:lnTo>
                  <a:lnTo>
                    <a:pt x="5301" y="47484"/>
                  </a:lnTo>
                  <a:lnTo>
                    <a:pt x="5500" y="46340"/>
                  </a:lnTo>
                  <a:lnTo>
                    <a:pt x="5749" y="45220"/>
                  </a:lnTo>
                  <a:lnTo>
                    <a:pt x="6023" y="44075"/>
                  </a:lnTo>
                  <a:lnTo>
                    <a:pt x="6322" y="42930"/>
                  </a:lnTo>
                  <a:lnTo>
                    <a:pt x="6645" y="41810"/>
                  </a:lnTo>
                  <a:lnTo>
                    <a:pt x="6994" y="40690"/>
                  </a:lnTo>
                  <a:lnTo>
                    <a:pt x="7367" y="39570"/>
                  </a:lnTo>
                  <a:lnTo>
                    <a:pt x="7765" y="38475"/>
                  </a:lnTo>
                  <a:lnTo>
                    <a:pt x="8188" y="37380"/>
                  </a:lnTo>
                  <a:lnTo>
                    <a:pt x="8636" y="36285"/>
                  </a:lnTo>
                  <a:lnTo>
                    <a:pt x="9109" y="35190"/>
                  </a:lnTo>
                  <a:lnTo>
                    <a:pt x="9607" y="34120"/>
                  </a:lnTo>
                  <a:lnTo>
                    <a:pt x="10129" y="33050"/>
                  </a:lnTo>
                  <a:lnTo>
                    <a:pt x="10702" y="32005"/>
                  </a:lnTo>
                  <a:lnTo>
                    <a:pt x="11274" y="30960"/>
                  </a:lnTo>
                  <a:lnTo>
                    <a:pt x="11871" y="29914"/>
                  </a:lnTo>
                  <a:lnTo>
                    <a:pt x="12494" y="28894"/>
                  </a:lnTo>
                  <a:lnTo>
                    <a:pt x="13165" y="27899"/>
                  </a:lnTo>
                  <a:lnTo>
                    <a:pt x="13837" y="26878"/>
                  </a:lnTo>
                  <a:lnTo>
                    <a:pt x="14534" y="25908"/>
                  </a:lnTo>
                  <a:lnTo>
                    <a:pt x="15281" y="24912"/>
                  </a:lnTo>
                  <a:lnTo>
                    <a:pt x="16027" y="23966"/>
                  </a:lnTo>
                  <a:lnTo>
                    <a:pt x="16824" y="23021"/>
                  </a:lnTo>
                  <a:lnTo>
                    <a:pt x="17620" y="22075"/>
                  </a:lnTo>
                  <a:lnTo>
                    <a:pt x="17620" y="22075"/>
                  </a:lnTo>
                  <a:lnTo>
                    <a:pt x="18616" y="21005"/>
                  </a:lnTo>
                  <a:lnTo>
                    <a:pt x="19611" y="19960"/>
                  </a:lnTo>
                  <a:lnTo>
                    <a:pt x="20632" y="18939"/>
                  </a:lnTo>
                  <a:lnTo>
                    <a:pt x="21677" y="17969"/>
                  </a:lnTo>
                  <a:lnTo>
                    <a:pt x="22747" y="17023"/>
                  </a:lnTo>
                  <a:lnTo>
                    <a:pt x="23842" y="16127"/>
                  </a:lnTo>
                  <a:lnTo>
                    <a:pt x="24937" y="15256"/>
                  </a:lnTo>
                  <a:lnTo>
                    <a:pt x="26082" y="14410"/>
                  </a:lnTo>
                  <a:lnTo>
                    <a:pt x="27227" y="13589"/>
                  </a:lnTo>
                  <a:lnTo>
                    <a:pt x="28371" y="12817"/>
                  </a:lnTo>
                  <a:lnTo>
                    <a:pt x="29566" y="12095"/>
                  </a:lnTo>
                  <a:lnTo>
                    <a:pt x="30760" y="11374"/>
                  </a:lnTo>
                  <a:lnTo>
                    <a:pt x="31955" y="10702"/>
                  </a:lnTo>
                  <a:lnTo>
                    <a:pt x="33174" y="10080"/>
                  </a:lnTo>
                  <a:lnTo>
                    <a:pt x="34419" y="9482"/>
                  </a:lnTo>
                  <a:lnTo>
                    <a:pt x="35663" y="8910"/>
                  </a:lnTo>
                  <a:lnTo>
                    <a:pt x="36932" y="8362"/>
                  </a:lnTo>
                  <a:lnTo>
                    <a:pt x="38202" y="7865"/>
                  </a:lnTo>
                  <a:lnTo>
                    <a:pt x="39471" y="7392"/>
                  </a:lnTo>
                  <a:lnTo>
                    <a:pt x="40765" y="6969"/>
                  </a:lnTo>
                  <a:lnTo>
                    <a:pt x="42059" y="6571"/>
                  </a:lnTo>
                  <a:lnTo>
                    <a:pt x="43378" y="6197"/>
                  </a:lnTo>
                  <a:lnTo>
                    <a:pt x="44697" y="5874"/>
                  </a:lnTo>
                  <a:lnTo>
                    <a:pt x="46016" y="5575"/>
                  </a:lnTo>
                  <a:lnTo>
                    <a:pt x="47360" y="5326"/>
                  </a:lnTo>
                  <a:lnTo>
                    <a:pt x="48679" y="5102"/>
                  </a:lnTo>
                  <a:lnTo>
                    <a:pt x="50023" y="4903"/>
                  </a:lnTo>
                  <a:lnTo>
                    <a:pt x="51367" y="4754"/>
                  </a:lnTo>
                  <a:lnTo>
                    <a:pt x="52711" y="4629"/>
                  </a:lnTo>
                  <a:lnTo>
                    <a:pt x="54079" y="4530"/>
                  </a:lnTo>
                  <a:lnTo>
                    <a:pt x="55423" y="4480"/>
                  </a:lnTo>
                  <a:lnTo>
                    <a:pt x="56767" y="4480"/>
                  </a:lnTo>
                  <a:lnTo>
                    <a:pt x="56767" y="4480"/>
                  </a:lnTo>
                  <a:lnTo>
                    <a:pt x="57937" y="4480"/>
                  </a:lnTo>
                  <a:lnTo>
                    <a:pt x="59082" y="4530"/>
                  </a:lnTo>
                  <a:lnTo>
                    <a:pt x="60251" y="4580"/>
                  </a:lnTo>
                  <a:lnTo>
                    <a:pt x="61396" y="4679"/>
                  </a:lnTo>
                  <a:lnTo>
                    <a:pt x="62541" y="4779"/>
                  </a:lnTo>
                  <a:lnTo>
                    <a:pt x="63711" y="4928"/>
                  </a:lnTo>
                  <a:lnTo>
                    <a:pt x="64855" y="5102"/>
                  </a:lnTo>
                  <a:lnTo>
                    <a:pt x="66000" y="5276"/>
                  </a:lnTo>
                  <a:lnTo>
                    <a:pt x="67145" y="5500"/>
                  </a:lnTo>
                  <a:lnTo>
                    <a:pt x="68265" y="5749"/>
                  </a:lnTo>
                  <a:lnTo>
                    <a:pt x="69410" y="6023"/>
                  </a:lnTo>
                  <a:lnTo>
                    <a:pt x="70530" y="6322"/>
                  </a:lnTo>
                  <a:lnTo>
                    <a:pt x="71674" y="6620"/>
                  </a:lnTo>
                  <a:lnTo>
                    <a:pt x="72794" y="6969"/>
                  </a:lnTo>
                  <a:lnTo>
                    <a:pt x="73889" y="7342"/>
                  </a:lnTo>
                  <a:lnTo>
                    <a:pt x="75009" y="7740"/>
                  </a:lnTo>
                  <a:lnTo>
                    <a:pt x="76104" y="8163"/>
                  </a:lnTo>
                  <a:lnTo>
                    <a:pt x="77199" y="8611"/>
                  </a:lnTo>
                  <a:lnTo>
                    <a:pt x="78269" y="9084"/>
                  </a:lnTo>
                  <a:lnTo>
                    <a:pt x="79364" y="9582"/>
                  </a:lnTo>
                  <a:lnTo>
                    <a:pt x="80410" y="10129"/>
                  </a:lnTo>
                  <a:lnTo>
                    <a:pt x="81480" y="10677"/>
                  </a:lnTo>
                  <a:lnTo>
                    <a:pt x="82525" y="11249"/>
                  </a:lnTo>
                  <a:lnTo>
                    <a:pt x="83570" y="11847"/>
                  </a:lnTo>
                  <a:lnTo>
                    <a:pt x="84591" y="12494"/>
                  </a:lnTo>
                  <a:lnTo>
                    <a:pt x="85611" y="13141"/>
                  </a:lnTo>
                  <a:lnTo>
                    <a:pt x="86606" y="13837"/>
                  </a:lnTo>
                  <a:lnTo>
                    <a:pt x="87602" y="14534"/>
                  </a:lnTo>
                  <a:lnTo>
                    <a:pt x="88572" y="15281"/>
                  </a:lnTo>
                  <a:lnTo>
                    <a:pt x="89543" y="16028"/>
                  </a:lnTo>
                  <a:lnTo>
                    <a:pt x="90514" y="16824"/>
                  </a:lnTo>
                  <a:lnTo>
                    <a:pt x="91434" y="17645"/>
                  </a:lnTo>
                  <a:lnTo>
                    <a:pt x="91434" y="17645"/>
                  </a:lnTo>
                  <a:lnTo>
                    <a:pt x="90389" y="16475"/>
                  </a:lnTo>
                  <a:lnTo>
                    <a:pt x="89294" y="15331"/>
                  </a:lnTo>
                  <a:lnTo>
                    <a:pt x="88149" y="14236"/>
                  </a:lnTo>
                  <a:lnTo>
                    <a:pt x="86980" y="13166"/>
                  </a:lnTo>
                  <a:lnTo>
                    <a:pt x="86980" y="13166"/>
                  </a:lnTo>
                  <a:lnTo>
                    <a:pt x="86059" y="12369"/>
                  </a:lnTo>
                  <a:lnTo>
                    <a:pt x="85088" y="11573"/>
                  </a:lnTo>
                  <a:lnTo>
                    <a:pt x="84118" y="10801"/>
                  </a:lnTo>
                  <a:lnTo>
                    <a:pt x="83147" y="10080"/>
                  </a:lnTo>
                  <a:lnTo>
                    <a:pt x="82152" y="9358"/>
                  </a:lnTo>
                  <a:lnTo>
                    <a:pt x="81156" y="8686"/>
                  </a:lnTo>
                  <a:lnTo>
                    <a:pt x="80136" y="8014"/>
                  </a:lnTo>
                  <a:lnTo>
                    <a:pt x="79115" y="7392"/>
                  </a:lnTo>
                  <a:lnTo>
                    <a:pt x="78070" y="6795"/>
                  </a:lnTo>
                  <a:lnTo>
                    <a:pt x="77025" y="6197"/>
                  </a:lnTo>
                  <a:lnTo>
                    <a:pt x="75955" y="5650"/>
                  </a:lnTo>
                  <a:lnTo>
                    <a:pt x="74885" y="5127"/>
                  </a:lnTo>
                  <a:lnTo>
                    <a:pt x="73815" y="4629"/>
                  </a:lnTo>
                  <a:lnTo>
                    <a:pt x="72744" y="4157"/>
                  </a:lnTo>
                  <a:lnTo>
                    <a:pt x="71649" y="3709"/>
                  </a:lnTo>
                  <a:lnTo>
                    <a:pt x="70554" y="3286"/>
                  </a:lnTo>
                  <a:lnTo>
                    <a:pt x="69435" y="2887"/>
                  </a:lnTo>
                  <a:lnTo>
                    <a:pt x="68315" y="2514"/>
                  </a:lnTo>
                  <a:lnTo>
                    <a:pt x="67195" y="2166"/>
                  </a:lnTo>
                  <a:lnTo>
                    <a:pt x="66075" y="1842"/>
                  </a:lnTo>
                  <a:lnTo>
                    <a:pt x="64955" y="1543"/>
                  </a:lnTo>
                  <a:lnTo>
                    <a:pt x="63810" y="1295"/>
                  </a:lnTo>
                  <a:lnTo>
                    <a:pt x="62690" y="1046"/>
                  </a:lnTo>
                  <a:lnTo>
                    <a:pt x="61545" y="822"/>
                  </a:lnTo>
                  <a:lnTo>
                    <a:pt x="60401" y="623"/>
                  </a:lnTo>
                  <a:lnTo>
                    <a:pt x="59256" y="473"/>
                  </a:lnTo>
                  <a:lnTo>
                    <a:pt x="58086" y="324"/>
                  </a:lnTo>
                  <a:lnTo>
                    <a:pt x="56941" y="224"/>
                  </a:lnTo>
                  <a:lnTo>
                    <a:pt x="55797" y="125"/>
                  </a:lnTo>
                  <a:lnTo>
                    <a:pt x="54627" y="50"/>
                  </a:lnTo>
                  <a:lnTo>
                    <a:pt x="53482" y="25"/>
                  </a:lnTo>
                  <a:lnTo>
                    <a:pt x="52312"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4" name="Google Shape;2836;p67">
              <a:extLst>
                <a:ext uri="{FF2B5EF4-FFF2-40B4-BE49-F238E27FC236}">
                  <a16:creationId xmlns:a16="http://schemas.microsoft.com/office/drawing/2014/main" id="{CD5A8C9A-5BE6-4374-5AFE-E1ED12FBDFCF}"/>
                </a:ext>
              </a:extLst>
            </p:cNvPr>
            <p:cNvSpPr/>
            <p:nvPr/>
          </p:nvSpPr>
          <p:spPr>
            <a:xfrm>
              <a:off x="1233136" y="2771713"/>
              <a:ext cx="689152" cy="910407"/>
            </a:xfrm>
            <a:custGeom>
              <a:avLst/>
              <a:gdLst/>
              <a:ahLst/>
              <a:cxnLst/>
              <a:rect l="l" t="t" r="r" b="b"/>
              <a:pathLst>
                <a:path w="48755" h="64408" extrusionOk="0">
                  <a:moveTo>
                    <a:pt x="25833" y="17869"/>
                  </a:moveTo>
                  <a:lnTo>
                    <a:pt x="26655" y="17894"/>
                  </a:lnTo>
                  <a:lnTo>
                    <a:pt x="27401" y="17944"/>
                  </a:lnTo>
                  <a:lnTo>
                    <a:pt x="28098" y="18043"/>
                  </a:lnTo>
                  <a:lnTo>
                    <a:pt x="28720" y="18168"/>
                  </a:lnTo>
                  <a:lnTo>
                    <a:pt x="29268" y="18342"/>
                  </a:lnTo>
                  <a:lnTo>
                    <a:pt x="29766" y="18541"/>
                  </a:lnTo>
                  <a:lnTo>
                    <a:pt x="29990" y="18665"/>
                  </a:lnTo>
                  <a:lnTo>
                    <a:pt x="30214" y="18790"/>
                  </a:lnTo>
                  <a:lnTo>
                    <a:pt x="30413" y="18914"/>
                  </a:lnTo>
                  <a:lnTo>
                    <a:pt x="30587" y="19064"/>
                  </a:lnTo>
                  <a:lnTo>
                    <a:pt x="30910" y="19387"/>
                  </a:lnTo>
                  <a:lnTo>
                    <a:pt x="31184" y="19760"/>
                  </a:lnTo>
                  <a:lnTo>
                    <a:pt x="31433" y="20134"/>
                  </a:lnTo>
                  <a:lnTo>
                    <a:pt x="31632" y="20557"/>
                  </a:lnTo>
                  <a:lnTo>
                    <a:pt x="31781" y="20980"/>
                  </a:lnTo>
                  <a:lnTo>
                    <a:pt x="31881" y="21428"/>
                  </a:lnTo>
                  <a:lnTo>
                    <a:pt x="31956" y="21876"/>
                  </a:lnTo>
                  <a:lnTo>
                    <a:pt x="31956" y="22349"/>
                  </a:lnTo>
                  <a:lnTo>
                    <a:pt x="31956" y="22846"/>
                  </a:lnTo>
                  <a:lnTo>
                    <a:pt x="31906" y="23319"/>
                  </a:lnTo>
                  <a:lnTo>
                    <a:pt x="31806" y="23792"/>
                  </a:lnTo>
                  <a:lnTo>
                    <a:pt x="31657" y="24240"/>
                  </a:lnTo>
                  <a:lnTo>
                    <a:pt x="31458" y="24663"/>
                  </a:lnTo>
                  <a:lnTo>
                    <a:pt x="31209" y="25086"/>
                  </a:lnTo>
                  <a:lnTo>
                    <a:pt x="30910" y="25459"/>
                  </a:lnTo>
                  <a:lnTo>
                    <a:pt x="30587" y="25808"/>
                  </a:lnTo>
                  <a:lnTo>
                    <a:pt x="30413" y="25957"/>
                  </a:lnTo>
                  <a:lnTo>
                    <a:pt x="30214" y="26107"/>
                  </a:lnTo>
                  <a:lnTo>
                    <a:pt x="29990" y="26231"/>
                  </a:lnTo>
                  <a:lnTo>
                    <a:pt x="29766" y="26355"/>
                  </a:lnTo>
                  <a:lnTo>
                    <a:pt x="29517" y="26455"/>
                  </a:lnTo>
                  <a:lnTo>
                    <a:pt x="29268" y="26555"/>
                  </a:lnTo>
                  <a:lnTo>
                    <a:pt x="28695" y="26729"/>
                  </a:lnTo>
                  <a:lnTo>
                    <a:pt x="28048" y="26853"/>
                  </a:lnTo>
                  <a:lnTo>
                    <a:pt x="27352" y="26953"/>
                  </a:lnTo>
                  <a:lnTo>
                    <a:pt x="26580" y="27002"/>
                  </a:lnTo>
                  <a:lnTo>
                    <a:pt x="25734" y="27027"/>
                  </a:lnTo>
                  <a:lnTo>
                    <a:pt x="19263" y="27027"/>
                  </a:lnTo>
                  <a:lnTo>
                    <a:pt x="19263" y="17869"/>
                  </a:lnTo>
                  <a:close/>
                  <a:moveTo>
                    <a:pt x="26804" y="36186"/>
                  </a:moveTo>
                  <a:lnTo>
                    <a:pt x="27750" y="36211"/>
                  </a:lnTo>
                  <a:lnTo>
                    <a:pt x="28621" y="36285"/>
                  </a:lnTo>
                  <a:lnTo>
                    <a:pt x="29417" y="36385"/>
                  </a:lnTo>
                  <a:lnTo>
                    <a:pt x="30139" y="36509"/>
                  </a:lnTo>
                  <a:lnTo>
                    <a:pt x="30786" y="36708"/>
                  </a:lnTo>
                  <a:lnTo>
                    <a:pt x="31085" y="36808"/>
                  </a:lnTo>
                  <a:lnTo>
                    <a:pt x="31358" y="36932"/>
                  </a:lnTo>
                  <a:lnTo>
                    <a:pt x="31632" y="37057"/>
                  </a:lnTo>
                  <a:lnTo>
                    <a:pt x="31856" y="37181"/>
                  </a:lnTo>
                  <a:lnTo>
                    <a:pt x="32080" y="37330"/>
                  </a:lnTo>
                  <a:lnTo>
                    <a:pt x="32279" y="37480"/>
                  </a:lnTo>
                  <a:lnTo>
                    <a:pt x="32652" y="37828"/>
                  </a:lnTo>
                  <a:lnTo>
                    <a:pt x="32976" y="38202"/>
                  </a:lnTo>
                  <a:lnTo>
                    <a:pt x="33250" y="38600"/>
                  </a:lnTo>
                  <a:lnTo>
                    <a:pt x="33474" y="39023"/>
                  </a:lnTo>
                  <a:lnTo>
                    <a:pt x="33648" y="39471"/>
                  </a:lnTo>
                  <a:lnTo>
                    <a:pt x="33772" y="39944"/>
                  </a:lnTo>
                  <a:lnTo>
                    <a:pt x="33847" y="40416"/>
                  </a:lnTo>
                  <a:lnTo>
                    <a:pt x="33847" y="40914"/>
                  </a:lnTo>
                  <a:lnTo>
                    <a:pt x="33872" y="41188"/>
                  </a:lnTo>
                  <a:lnTo>
                    <a:pt x="33847" y="41437"/>
                  </a:lnTo>
                  <a:lnTo>
                    <a:pt x="33822" y="41711"/>
                  </a:lnTo>
                  <a:lnTo>
                    <a:pt x="33797" y="41959"/>
                  </a:lnTo>
                  <a:lnTo>
                    <a:pt x="33673" y="42457"/>
                  </a:lnTo>
                  <a:lnTo>
                    <a:pt x="33499" y="42955"/>
                  </a:lnTo>
                  <a:lnTo>
                    <a:pt x="33275" y="43428"/>
                  </a:lnTo>
                  <a:lnTo>
                    <a:pt x="32976" y="43851"/>
                  </a:lnTo>
                  <a:lnTo>
                    <a:pt x="32827" y="44050"/>
                  </a:lnTo>
                  <a:lnTo>
                    <a:pt x="32652" y="44249"/>
                  </a:lnTo>
                  <a:lnTo>
                    <a:pt x="32478" y="44448"/>
                  </a:lnTo>
                  <a:lnTo>
                    <a:pt x="32279" y="44622"/>
                  </a:lnTo>
                  <a:lnTo>
                    <a:pt x="32055" y="44796"/>
                  </a:lnTo>
                  <a:lnTo>
                    <a:pt x="31831" y="44946"/>
                  </a:lnTo>
                  <a:lnTo>
                    <a:pt x="31607" y="45095"/>
                  </a:lnTo>
                  <a:lnTo>
                    <a:pt x="31333" y="45220"/>
                  </a:lnTo>
                  <a:lnTo>
                    <a:pt x="31060" y="45344"/>
                  </a:lnTo>
                  <a:lnTo>
                    <a:pt x="30761" y="45444"/>
                  </a:lnTo>
                  <a:lnTo>
                    <a:pt x="30462" y="45568"/>
                  </a:lnTo>
                  <a:lnTo>
                    <a:pt x="30139" y="45643"/>
                  </a:lnTo>
                  <a:lnTo>
                    <a:pt x="29417" y="45792"/>
                  </a:lnTo>
                  <a:lnTo>
                    <a:pt x="28621" y="45892"/>
                  </a:lnTo>
                  <a:lnTo>
                    <a:pt x="27775" y="45966"/>
                  </a:lnTo>
                  <a:lnTo>
                    <a:pt x="26854" y="45991"/>
                  </a:lnTo>
                  <a:lnTo>
                    <a:pt x="19263" y="45991"/>
                  </a:lnTo>
                  <a:lnTo>
                    <a:pt x="19263" y="36186"/>
                  </a:lnTo>
                  <a:close/>
                  <a:moveTo>
                    <a:pt x="11748" y="0"/>
                  </a:moveTo>
                  <a:lnTo>
                    <a:pt x="11748" y="8113"/>
                  </a:lnTo>
                  <a:lnTo>
                    <a:pt x="1" y="8113"/>
                  </a:lnTo>
                  <a:lnTo>
                    <a:pt x="1" y="17869"/>
                  </a:lnTo>
                  <a:lnTo>
                    <a:pt x="4232" y="17869"/>
                  </a:lnTo>
                  <a:lnTo>
                    <a:pt x="4232" y="46539"/>
                  </a:lnTo>
                  <a:lnTo>
                    <a:pt x="1" y="46539"/>
                  </a:lnTo>
                  <a:lnTo>
                    <a:pt x="1" y="56319"/>
                  </a:lnTo>
                  <a:lnTo>
                    <a:pt x="11748" y="56319"/>
                  </a:lnTo>
                  <a:lnTo>
                    <a:pt x="11748" y="64407"/>
                  </a:lnTo>
                  <a:lnTo>
                    <a:pt x="17148" y="64407"/>
                  </a:lnTo>
                  <a:lnTo>
                    <a:pt x="17148" y="56319"/>
                  </a:lnTo>
                  <a:lnTo>
                    <a:pt x="23842" y="56319"/>
                  </a:lnTo>
                  <a:lnTo>
                    <a:pt x="23842" y="64407"/>
                  </a:lnTo>
                  <a:lnTo>
                    <a:pt x="29268" y="64407"/>
                  </a:lnTo>
                  <a:lnTo>
                    <a:pt x="29268" y="56319"/>
                  </a:lnTo>
                  <a:lnTo>
                    <a:pt x="29940" y="56319"/>
                  </a:lnTo>
                  <a:lnTo>
                    <a:pt x="31607" y="56220"/>
                  </a:lnTo>
                  <a:lnTo>
                    <a:pt x="33299" y="56070"/>
                  </a:lnTo>
                  <a:lnTo>
                    <a:pt x="34942" y="55896"/>
                  </a:lnTo>
                  <a:lnTo>
                    <a:pt x="36609" y="55647"/>
                  </a:lnTo>
                  <a:lnTo>
                    <a:pt x="37530" y="55523"/>
                  </a:lnTo>
                  <a:lnTo>
                    <a:pt x="38376" y="55373"/>
                  </a:lnTo>
                  <a:lnTo>
                    <a:pt x="39173" y="55199"/>
                  </a:lnTo>
                  <a:lnTo>
                    <a:pt x="39919" y="55025"/>
                  </a:lnTo>
                  <a:lnTo>
                    <a:pt x="40591" y="54826"/>
                  </a:lnTo>
                  <a:lnTo>
                    <a:pt x="41213" y="54577"/>
                  </a:lnTo>
                  <a:lnTo>
                    <a:pt x="41786" y="54353"/>
                  </a:lnTo>
                  <a:lnTo>
                    <a:pt x="42284" y="54079"/>
                  </a:lnTo>
                  <a:lnTo>
                    <a:pt x="43005" y="53631"/>
                  </a:lnTo>
                  <a:lnTo>
                    <a:pt x="43702" y="53134"/>
                  </a:lnTo>
                  <a:lnTo>
                    <a:pt x="44349" y="52611"/>
                  </a:lnTo>
                  <a:lnTo>
                    <a:pt x="44971" y="52039"/>
                  </a:lnTo>
                  <a:lnTo>
                    <a:pt x="45544" y="51416"/>
                  </a:lnTo>
                  <a:lnTo>
                    <a:pt x="46091" y="50769"/>
                  </a:lnTo>
                  <a:lnTo>
                    <a:pt x="46589" y="50072"/>
                  </a:lnTo>
                  <a:lnTo>
                    <a:pt x="47037" y="49351"/>
                  </a:lnTo>
                  <a:lnTo>
                    <a:pt x="47460" y="48554"/>
                  </a:lnTo>
                  <a:lnTo>
                    <a:pt x="47808" y="47758"/>
                  </a:lnTo>
                  <a:lnTo>
                    <a:pt x="48107" y="46937"/>
                  </a:lnTo>
                  <a:lnTo>
                    <a:pt x="48356" y="46091"/>
                  </a:lnTo>
                  <a:lnTo>
                    <a:pt x="48530" y="45244"/>
                  </a:lnTo>
                  <a:lnTo>
                    <a:pt x="48679" y="44373"/>
                  </a:lnTo>
                  <a:lnTo>
                    <a:pt x="48729" y="43477"/>
                  </a:lnTo>
                  <a:lnTo>
                    <a:pt x="48754" y="42606"/>
                  </a:lnTo>
                  <a:lnTo>
                    <a:pt x="48754" y="42034"/>
                  </a:lnTo>
                  <a:lnTo>
                    <a:pt x="48729" y="41487"/>
                  </a:lnTo>
                  <a:lnTo>
                    <a:pt x="48679" y="40939"/>
                  </a:lnTo>
                  <a:lnTo>
                    <a:pt x="48605" y="40392"/>
                  </a:lnTo>
                  <a:lnTo>
                    <a:pt x="48530" y="39869"/>
                  </a:lnTo>
                  <a:lnTo>
                    <a:pt x="48431" y="39371"/>
                  </a:lnTo>
                  <a:lnTo>
                    <a:pt x="48306" y="38873"/>
                  </a:lnTo>
                  <a:lnTo>
                    <a:pt x="48157" y="38401"/>
                  </a:lnTo>
                  <a:lnTo>
                    <a:pt x="48008" y="37928"/>
                  </a:lnTo>
                  <a:lnTo>
                    <a:pt x="47833" y="37455"/>
                  </a:lnTo>
                  <a:lnTo>
                    <a:pt x="47609" y="37007"/>
                  </a:lnTo>
                  <a:lnTo>
                    <a:pt x="47410" y="36584"/>
                  </a:lnTo>
                  <a:lnTo>
                    <a:pt x="47161" y="36161"/>
                  </a:lnTo>
                  <a:lnTo>
                    <a:pt x="46913" y="35738"/>
                  </a:lnTo>
                  <a:lnTo>
                    <a:pt x="46639" y="35340"/>
                  </a:lnTo>
                  <a:lnTo>
                    <a:pt x="46340" y="34966"/>
                  </a:lnTo>
                  <a:lnTo>
                    <a:pt x="46017" y="34593"/>
                  </a:lnTo>
                  <a:lnTo>
                    <a:pt x="45668" y="34220"/>
                  </a:lnTo>
                  <a:lnTo>
                    <a:pt x="45320" y="33871"/>
                  </a:lnTo>
                  <a:lnTo>
                    <a:pt x="44946" y="33548"/>
                  </a:lnTo>
                  <a:lnTo>
                    <a:pt x="44523" y="33224"/>
                  </a:lnTo>
                  <a:lnTo>
                    <a:pt x="44100" y="32926"/>
                  </a:lnTo>
                  <a:lnTo>
                    <a:pt x="43652" y="32652"/>
                  </a:lnTo>
                  <a:lnTo>
                    <a:pt x="43204" y="32353"/>
                  </a:lnTo>
                  <a:lnTo>
                    <a:pt x="42707" y="32104"/>
                  </a:lnTo>
                  <a:lnTo>
                    <a:pt x="42184" y="31855"/>
                  </a:lnTo>
                  <a:lnTo>
                    <a:pt x="41661" y="31631"/>
                  </a:lnTo>
                  <a:lnTo>
                    <a:pt x="41114" y="31407"/>
                  </a:lnTo>
                  <a:lnTo>
                    <a:pt x="40542" y="31208"/>
                  </a:lnTo>
                  <a:lnTo>
                    <a:pt x="39944" y="31009"/>
                  </a:lnTo>
                  <a:lnTo>
                    <a:pt x="39322" y="30835"/>
                  </a:lnTo>
                  <a:lnTo>
                    <a:pt x="38675" y="30661"/>
                  </a:lnTo>
                  <a:lnTo>
                    <a:pt x="39422" y="30412"/>
                  </a:lnTo>
                  <a:lnTo>
                    <a:pt x="40143" y="30113"/>
                  </a:lnTo>
                  <a:lnTo>
                    <a:pt x="40815" y="29790"/>
                  </a:lnTo>
                  <a:lnTo>
                    <a:pt x="41487" y="29392"/>
                  </a:lnTo>
                  <a:lnTo>
                    <a:pt x="42134" y="28969"/>
                  </a:lnTo>
                  <a:lnTo>
                    <a:pt x="42756" y="28496"/>
                  </a:lnTo>
                  <a:lnTo>
                    <a:pt x="43329" y="27998"/>
                  </a:lnTo>
                  <a:lnTo>
                    <a:pt x="43876" y="27450"/>
                  </a:lnTo>
                  <a:lnTo>
                    <a:pt x="44200" y="27052"/>
                  </a:lnTo>
                  <a:lnTo>
                    <a:pt x="44499" y="26654"/>
                  </a:lnTo>
                  <a:lnTo>
                    <a:pt x="44797" y="26256"/>
                  </a:lnTo>
                  <a:lnTo>
                    <a:pt x="45046" y="25833"/>
                  </a:lnTo>
                  <a:lnTo>
                    <a:pt x="45295" y="25385"/>
                  </a:lnTo>
                  <a:lnTo>
                    <a:pt x="45519" y="24937"/>
                  </a:lnTo>
                  <a:lnTo>
                    <a:pt x="45718" y="24489"/>
                  </a:lnTo>
                  <a:lnTo>
                    <a:pt x="45892" y="24016"/>
                  </a:lnTo>
                  <a:lnTo>
                    <a:pt x="46066" y="23568"/>
                  </a:lnTo>
                  <a:lnTo>
                    <a:pt x="46191" y="23070"/>
                  </a:lnTo>
                  <a:lnTo>
                    <a:pt x="46315" y="22598"/>
                  </a:lnTo>
                  <a:lnTo>
                    <a:pt x="46415" y="22100"/>
                  </a:lnTo>
                  <a:lnTo>
                    <a:pt x="46465" y="21602"/>
                  </a:lnTo>
                  <a:lnTo>
                    <a:pt x="46514" y="21104"/>
                  </a:lnTo>
                  <a:lnTo>
                    <a:pt x="46539" y="20607"/>
                  </a:lnTo>
                  <a:lnTo>
                    <a:pt x="46539" y="20109"/>
                  </a:lnTo>
                  <a:lnTo>
                    <a:pt x="46539" y="19512"/>
                  </a:lnTo>
                  <a:lnTo>
                    <a:pt x="46514" y="18889"/>
                  </a:lnTo>
                  <a:lnTo>
                    <a:pt x="46440" y="18292"/>
                  </a:lnTo>
                  <a:lnTo>
                    <a:pt x="46340" y="17695"/>
                  </a:lnTo>
                  <a:lnTo>
                    <a:pt x="46191" y="17122"/>
                  </a:lnTo>
                  <a:lnTo>
                    <a:pt x="46042" y="16550"/>
                  </a:lnTo>
                  <a:lnTo>
                    <a:pt x="45842" y="15978"/>
                  </a:lnTo>
                  <a:lnTo>
                    <a:pt x="45618" y="15405"/>
                  </a:lnTo>
                  <a:lnTo>
                    <a:pt x="45370" y="14883"/>
                  </a:lnTo>
                  <a:lnTo>
                    <a:pt x="45096" y="14335"/>
                  </a:lnTo>
                  <a:lnTo>
                    <a:pt x="44772" y="13837"/>
                  </a:lnTo>
                  <a:lnTo>
                    <a:pt x="44424" y="13340"/>
                  </a:lnTo>
                  <a:lnTo>
                    <a:pt x="44075" y="12867"/>
                  </a:lnTo>
                  <a:lnTo>
                    <a:pt x="43677" y="12394"/>
                  </a:lnTo>
                  <a:lnTo>
                    <a:pt x="43254" y="11946"/>
                  </a:lnTo>
                  <a:lnTo>
                    <a:pt x="42806" y="11548"/>
                  </a:lnTo>
                  <a:lnTo>
                    <a:pt x="42333" y="11125"/>
                  </a:lnTo>
                  <a:lnTo>
                    <a:pt x="41836" y="10727"/>
                  </a:lnTo>
                  <a:lnTo>
                    <a:pt x="41313" y="10378"/>
                  </a:lnTo>
                  <a:lnTo>
                    <a:pt x="40741" y="10030"/>
                  </a:lnTo>
                  <a:lnTo>
                    <a:pt x="40168" y="9731"/>
                  </a:lnTo>
                  <a:lnTo>
                    <a:pt x="39571" y="9457"/>
                  </a:lnTo>
                  <a:lnTo>
                    <a:pt x="38924" y="9184"/>
                  </a:lnTo>
                  <a:lnTo>
                    <a:pt x="38277" y="8960"/>
                  </a:lnTo>
                  <a:lnTo>
                    <a:pt x="37580" y="8760"/>
                  </a:lnTo>
                  <a:lnTo>
                    <a:pt x="36883" y="8586"/>
                  </a:lnTo>
                  <a:lnTo>
                    <a:pt x="36161" y="8437"/>
                  </a:lnTo>
                  <a:lnTo>
                    <a:pt x="35390" y="8313"/>
                  </a:lnTo>
                  <a:lnTo>
                    <a:pt x="34618" y="8238"/>
                  </a:lnTo>
                  <a:lnTo>
                    <a:pt x="33797" y="8163"/>
                  </a:lnTo>
                  <a:lnTo>
                    <a:pt x="32976" y="8113"/>
                  </a:lnTo>
                  <a:lnTo>
                    <a:pt x="29268" y="8113"/>
                  </a:lnTo>
                  <a:lnTo>
                    <a:pt x="29268" y="0"/>
                  </a:lnTo>
                  <a:lnTo>
                    <a:pt x="23842" y="0"/>
                  </a:lnTo>
                  <a:lnTo>
                    <a:pt x="23842" y="8113"/>
                  </a:lnTo>
                  <a:lnTo>
                    <a:pt x="17148" y="8113"/>
                  </a:lnTo>
                  <a:lnTo>
                    <a:pt x="17148" y="0"/>
                  </a:lnTo>
                  <a:close/>
                </a:path>
              </a:pathLst>
            </a:custGeom>
            <a:solidFill>
              <a:srgbClr val="DA9A37"/>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 name="Google Shape;2837;p67">
              <a:extLst>
                <a:ext uri="{FF2B5EF4-FFF2-40B4-BE49-F238E27FC236}">
                  <a16:creationId xmlns:a16="http://schemas.microsoft.com/office/drawing/2014/main" id="{FEA40477-7EF0-77B1-B6FD-87F307D12717}"/>
                </a:ext>
              </a:extLst>
            </p:cNvPr>
            <p:cNvSpPr/>
            <p:nvPr/>
          </p:nvSpPr>
          <p:spPr>
            <a:xfrm>
              <a:off x="1505418" y="3283188"/>
              <a:ext cx="206498" cy="138622"/>
            </a:xfrm>
            <a:custGeom>
              <a:avLst/>
              <a:gdLst/>
              <a:ahLst/>
              <a:cxnLst/>
              <a:rect l="l" t="t" r="r" b="b"/>
              <a:pathLst>
                <a:path w="14609" h="9807" fill="none" extrusionOk="0">
                  <a:moveTo>
                    <a:pt x="0" y="9806"/>
                  </a:moveTo>
                  <a:lnTo>
                    <a:pt x="0" y="1"/>
                  </a:lnTo>
                  <a:lnTo>
                    <a:pt x="7541" y="1"/>
                  </a:lnTo>
                  <a:lnTo>
                    <a:pt x="7541" y="1"/>
                  </a:lnTo>
                  <a:lnTo>
                    <a:pt x="8487" y="26"/>
                  </a:lnTo>
                  <a:lnTo>
                    <a:pt x="9358" y="100"/>
                  </a:lnTo>
                  <a:lnTo>
                    <a:pt x="10154" y="200"/>
                  </a:lnTo>
                  <a:lnTo>
                    <a:pt x="10876" y="324"/>
                  </a:lnTo>
                  <a:lnTo>
                    <a:pt x="11523" y="523"/>
                  </a:lnTo>
                  <a:lnTo>
                    <a:pt x="11822" y="623"/>
                  </a:lnTo>
                  <a:lnTo>
                    <a:pt x="12095" y="747"/>
                  </a:lnTo>
                  <a:lnTo>
                    <a:pt x="12369" y="872"/>
                  </a:lnTo>
                  <a:lnTo>
                    <a:pt x="12593" y="996"/>
                  </a:lnTo>
                  <a:lnTo>
                    <a:pt x="12817" y="1145"/>
                  </a:lnTo>
                  <a:lnTo>
                    <a:pt x="13016" y="1295"/>
                  </a:lnTo>
                  <a:lnTo>
                    <a:pt x="13016" y="1295"/>
                  </a:lnTo>
                  <a:lnTo>
                    <a:pt x="13389" y="1643"/>
                  </a:lnTo>
                  <a:lnTo>
                    <a:pt x="13713" y="2017"/>
                  </a:lnTo>
                  <a:lnTo>
                    <a:pt x="13987" y="2415"/>
                  </a:lnTo>
                  <a:lnTo>
                    <a:pt x="14211" y="2838"/>
                  </a:lnTo>
                  <a:lnTo>
                    <a:pt x="14385" y="3286"/>
                  </a:lnTo>
                  <a:lnTo>
                    <a:pt x="14509" y="3759"/>
                  </a:lnTo>
                  <a:lnTo>
                    <a:pt x="14584" y="4231"/>
                  </a:lnTo>
                  <a:lnTo>
                    <a:pt x="14584" y="4729"/>
                  </a:lnTo>
                  <a:lnTo>
                    <a:pt x="14584" y="4729"/>
                  </a:lnTo>
                  <a:lnTo>
                    <a:pt x="14609" y="5003"/>
                  </a:lnTo>
                  <a:lnTo>
                    <a:pt x="14584" y="5252"/>
                  </a:lnTo>
                  <a:lnTo>
                    <a:pt x="14559" y="5526"/>
                  </a:lnTo>
                  <a:lnTo>
                    <a:pt x="14534" y="5774"/>
                  </a:lnTo>
                  <a:lnTo>
                    <a:pt x="14410" y="6272"/>
                  </a:lnTo>
                  <a:lnTo>
                    <a:pt x="14236" y="6770"/>
                  </a:lnTo>
                  <a:lnTo>
                    <a:pt x="14012" y="7243"/>
                  </a:lnTo>
                  <a:lnTo>
                    <a:pt x="13713" y="7666"/>
                  </a:lnTo>
                  <a:lnTo>
                    <a:pt x="13564" y="7865"/>
                  </a:lnTo>
                  <a:lnTo>
                    <a:pt x="13389" y="8064"/>
                  </a:lnTo>
                  <a:lnTo>
                    <a:pt x="13215" y="8263"/>
                  </a:lnTo>
                  <a:lnTo>
                    <a:pt x="13016" y="8437"/>
                  </a:lnTo>
                  <a:lnTo>
                    <a:pt x="13016" y="8437"/>
                  </a:lnTo>
                  <a:lnTo>
                    <a:pt x="12792" y="8611"/>
                  </a:lnTo>
                  <a:lnTo>
                    <a:pt x="12568" y="8761"/>
                  </a:lnTo>
                  <a:lnTo>
                    <a:pt x="12344" y="8910"/>
                  </a:lnTo>
                  <a:lnTo>
                    <a:pt x="12070" y="9035"/>
                  </a:lnTo>
                  <a:lnTo>
                    <a:pt x="11797" y="9159"/>
                  </a:lnTo>
                  <a:lnTo>
                    <a:pt x="11498" y="9259"/>
                  </a:lnTo>
                  <a:lnTo>
                    <a:pt x="11199" y="9383"/>
                  </a:lnTo>
                  <a:lnTo>
                    <a:pt x="10876" y="9458"/>
                  </a:lnTo>
                  <a:lnTo>
                    <a:pt x="10154" y="9607"/>
                  </a:lnTo>
                  <a:lnTo>
                    <a:pt x="9358" y="9707"/>
                  </a:lnTo>
                  <a:lnTo>
                    <a:pt x="8512" y="9781"/>
                  </a:lnTo>
                  <a:lnTo>
                    <a:pt x="7591" y="9806"/>
                  </a:lnTo>
                  <a:lnTo>
                    <a:pt x="0" y="9806"/>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6" name="Google Shape;2838;p67">
              <a:extLst>
                <a:ext uri="{FF2B5EF4-FFF2-40B4-BE49-F238E27FC236}">
                  <a16:creationId xmlns:a16="http://schemas.microsoft.com/office/drawing/2014/main" id="{3B8EDB17-CD53-E385-2981-E0071DF1647B}"/>
                </a:ext>
              </a:extLst>
            </p:cNvPr>
            <p:cNvSpPr/>
            <p:nvPr/>
          </p:nvSpPr>
          <p:spPr>
            <a:xfrm>
              <a:off x="1505418" y="3024291"/>
              <a:ext cx="179416" cy="129462"/>
            </a:xfrm>
            <a:custGeom>
              <a:avLst/>
              <a:gdLst/>
              <a:ahLst/>
              <a:cxnLst/>
              <a:rect l="l" t="t" r="r" b="b"/>
              <a:pathLst>
                <a:path w="12693" h="9159" fill="none" extrusionOk="0">
                  <a:moveTo>
                    <a:pt x="0" y="9158"/>
                  </a:moveTo>
                  <a:lnTo>
                    <a:pt x="0" y="0"/>
                  </a:lnTo>
                  <a:lnTo>
                    <a:pt x="6570" y="0"/>
                  </a:lnTo>
                  <a:lnTo>
                    <a:pt x="6570" y="0"/>
                  </a:lnTo>
                  <a:lnTo>
                    <a:pt x="7392" y="25"/>
                  </a:lnTo>
                  <a:lnTo>
                    <a:pt x="8138" y="75"/>
                  </a:lnTo>
                  <a:lnTo>
                    <a:pt x="8835" y="174"/>
                  </a:lnTo>
                  <a:lnTo>
                    <a:pt x="9457" y="299"/>
                  </a:lnTo>
                  <a:lnTo>
                    <a:pt x="10005" y="473"/>
                  </a:lnTo>
                  <a:lnTo>
                    <a:pt x="10503" y="672"/>
                  </a:lnTo>
                  <a:lnTo>
                    <a:pt x="10727" y="796"/>
                  </a:lnTo>
                  <a:lnTo>
                    <a:pt x="10951" y="921"/>
                  </a:lnTo>
                  <a:lnTo>
                    <a:pt x="11150" y="1045"/>
                  </a:lnTo>
                  <a:lnTo>
                    <a:pt x="11324" y="1195"/>
                  </a:lnTo>
                  <a:lnTo>
                    <a:pt x="11324" y="1195"/>
                  </a:lnTo>
                  <a:lnTo>
                    <a:pt x="11647" y="1518"/>
                  </a:lnTo>
                  <a:lnTo>
                    <a:pt x="11921" y="1891"/>
                  </a:lnTo>
                  <a:lnTo>
                    <a:pt x="12170" y="2265"/>
                  </a:lnTo>
                  <a:lnTo>
                    <a:pt x="12369" y="2688"/>
                  </a:lnTo>
                  <a:lnTo>
                    <a:pt x="12518" y="3111"/>
                  </a:lnTo>
                  <a:lnTo>
                    <a:pt x="12618" y="3559"/>
                  </a:lnTo>
                  <a:lnTo>
                    <a:pt x="12693" y="4007"/>
                  </a:lnTo>
                  <a:lnTo>
                    <a:pt x="12693" y="4480"/>
                  </a:lnTo>
                  <a:lnTo>
                    <a:pt x="12693" y="4480"/>
                  </a:lnTo>
                  <a:lnTo>
                    <a:pt x="12693" y="4977"/>
                  </a:lnTo>
                  <a:lnTo>
                    <a:pt x="12643" y="5450"/>
                  </a:lnTo>
                  <a:lnTo>
                    <a:pt x="12543" y="5923"/>
                  </a:lnTo>
                  <a:lnTo>
                    <a:pt x="12394" y="6371"/>
                  </a:lnTo>
                  <a:lnTo>
                    <a:pt x="12195" y="6794"/>
                  </a:lnTo>
                  <a:lnTo>
                    <a:pt x="11946" y="7217"/>
                  </a:lnTo>
                  <a:lnTo>
                    <a:pt x="11647" y="7590"/>
                  </a:lnTo>
                  <a:lnTo>
                    <a:pt x="11324" y="7939"/>
                  </a:lnTo>
                  <a:lnTo>
                    <a:pt x="11324" y="7939"/>
                  </a:lnTo>
                  <a:lnTo>
                    <a:pt x="11150" y="8088"/>
                  </a:lnTo>
                  <a:lnTo>
                    <a:pt x="10951" y="8238"/>
                  </a:lnTo>
                  <a:lnTo>
                    <a:pt x="10727" y="8362"/>
                  </a:lnTo>
                  <a:lnTo>
                    <a:pt x="10503" y="8486"/>
                  </a:lnTo>
                  <a:lnTo>
                    <a:pt x="10254" y="8586"/>
                  </a:lnTo>
                  <a:lnTo>
                    <a:pt x="10005" y="8686"/>
                  </a:lnTo>
                  <a:lnTo>
                    <a:pt x="9432" y="8860"/>
                  </a:lnTo>
                  <a:lnTo>
                    <a:pt x="8785" y="8984"/>
                  </a:lnTo>
                  <a:lnTo>
                    <a:pt x="8089" y="9084"/>
                  </a:lnTo>
                  <a:lnTo>
                    <a:pt x="7317" y="9133"/>
                  </a:lnTo>
                  <a:lnTo>
                    <a:pt x="6471" y="9158"/>
                  </a:lnTo>
                  <a:lnTo>
                    <a:pt x="0" y="9158"/>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7" name="Google Shape;2839;p67">
              <a:extLst>
                <a:ext uri="{FF2B5EF4-FFF2-40B4-BE49-F238E27FC236}">
                  <a16:creationId xmlns:a16="http://schemas.microsoft.com/office/drawing/2014/main" id="{F1082C4E-7E6D-AC9C-B76B-C2B18265F950}"/>
                </a:ext>
              </a:extLst>
            </p:cNvPr>
            <p:cNvSpPr/>
            <p:nvPr/>
          </p:nvSpPr>
          <p:spPr>
            <a:xfrm>
              <a:off x="1233136" y="2771713"/>
              <a:ext cx="689152" cy="910407"/>
            </a:xfrm>
            <a:custGeom>
              <a:avLst/>
              <a:gdLst/>
              <a:ahLst/>
              <a:cxnLst/>
              <a:rect l="l" t="t" r="r" b="b"/>
              <a:pathLst>
                <a:path w="48755" h="64408" fill="none" extrusionOk="0">
                  <a:moveTo>
                    <a:pt x="29268" y="0"/>
                  </a:moveTo>
                  <a:lnTo>
                    <a:pt x="23842" y="0"/>
                  </a:lnTo>
                  <a:lnTo>
                    <a:pt x="23842" y="8113"/>
                  </a:lnTo>
                  <a:lnTo>
                    <a:pt x="17148" y="8113"/>
                  </a:lnTo>
                  <a:lnTo>
                    <a:pt x="17148" y="0"/>
                  </a:lnTo>
                  <a:lnTo>
                    <a:pt x="11748" y="0"/>
                  </a:lnTo>
                  <a:lnTo>
                    <a:pt x="11748" y="8113"/>
                  </a:lnTo>
                  <a:lnTo>
                    <a:pt x="1" y="8113"/>
                  </a:lnTo>
                  <a:lnTo>
                    <a:pt x="1" y="17869"/>
                  </a:lnTo>
                  <a:lnTo>
                    <a:pt x="4232" y="17869"/>
                  </a:lnTo>
                  <a:lnTo>
                    <a:pt x="4232" y="46539"/>
                  </a:lnTo>
                  <a:lnTo>
                    <a:pt x="1" y="46539"/>
                  </a:lnTo>
                  <a:lnTo>
                    <a:pt x="1" y="56319"/>
                  </a:lnTo>
                  <a:lnTo>
                    <a:pt x="11748" y="56319"/>
                  </a:lnTo>
                  <a:lnTo>
                    <a:pt x="11748" y="64407"/>
                  </a:lnTo>
                  <a:lnTo>
                    <a:pt x="17148" y="64407"/>
                  </a:lnTo>
                  <a:lnTo>
                    <a:pt x="17148" y="56319"/>
                  </a:lnTo>
                  <a:lnTo>
                    <a:pt x="23842" y="56319"/>
                  </a:lnTo>
                  <a:lnTo>
                    <a:pt x="23842" y="64407"/>
                  </a:lnTo>
                  <a:lnTo>
                    <a:pt x="29268" y="64407"/>
                  </a:lnTo>
                  <a:lnTo>
                    <a:pt x="29268" y="56319"/>
                  </a:lnTo>
                  <a:lnTo>
                    <a:pt x="29940" y="56319"/>
                  </a:lnTo>
                  <a:lnTo>
                    <a:pt x="29940" y="56319"/>
                  </a:lnTo>
                  <a:lnTo>
                    <a:pt x="31607" y="56220"/>
                  </a:lnTo>
                  <a:lnTo>
                    <a:pt x="33299" y="56070"/>
                  </a:lnTo>
                  <a:lnTo>
                    <a:pt x="34942" y="55896"/>
                  </a:lnTo>
                  <a:lnTo>
                    <a:pt x="36609" y="55647"/>
                  </a:lnTo>
                  <a:lnTo>
                    <a:pt x="36609" y="55647"/>
                  </a:lnTo>
                  <a:lnTo>
                    <a:pt x="37530" y="55523"/>
                  </a:lnTo>
                  <a:lnTo>
                    <a:pt x="38376" y="55373"/>
                  </a:lnTo>
                  <a:lnTo>
                    <a:pt x="39173" y="55199"/>
                  </a:lnTo>
                  <a:lnTo>
                    <a:pt x="39919" y="55025"/>
                  </a:lnTo>
                  <a:lnTo>
                    <a:pt x="40591" y="54826"/>
                  </a:lnTo>
                  <a:lnTo>
                    <a:pt x="41213" y="54577"/>
                  </a:lnTo>
                  <a:lnTo>
                    <a:pt x="41786" y="54353"/>
                  </a:lnTo>
                  <a:lnTo>
                    <a:pt x="42284" y="54079"/>
                  </a:lnTo>
                  <a:lnTo>
                    <a:pt x="42284" y="54079"/>
                  </a:lnTo>
                  <a:lnTo>
                    <a:pt x="43005" y="53631"/>
                  </a:lnTo>
                  <a:lnTo>
                    <a:pt x="43702" y="53134"/>
                  </a:lnTo>
                  <a:lnTo>
                    <a:pt x="44349" y="52611"/>
                  </a:lnTo>
                  <a:lnTo>
                    <a:pt x="44971" y="52039"/>
                  </a:lnTo>
                  <a:lnTo>
                    <a:pt x="45544" y="51416"/>
                  </a:lnTo>
                  <a:lnTo>
                    <a:pt x="46091" y="50769"/>
                  </a:lnTo>
                  <a:lnTo>
                    <a:pt x="46589" y="50072"/>
                  </a:lnTo>
                  <a:lnTo>
                    <a:pt x="47037" y="49351"/>
                  </a:lnTo>
                  <a:lnTo>
                    <a:pt x="47037" y="49351"/>
                  </a:lnTo>
                  <a:lnTo>
                    <a:pt x="47460" y="48554"/>
                  </a:lnTo>
                  <a:lnTo>
                    <a:pt x="47808" y="47758"/>
                  </a:lnTo>
                  <a:lnTo>
                    <a:pt x="48107" y="46937"/>
                  </a:lnTo>
                  <a:lnTo>
                    <a:pt x="48356" y="46091"/>
                  </a:lnTo>
                  <a:lnTo>
                    <a:pt x="48530" y="45244"/>
                  </a:lnTo>
                  <a:lnTo>
                    <a:pt x="48679" y="44373"/>
                  </a:lnTo>
                  <a:lnTo>
                    <a:pt x="48729" y="43477"/>
                  </a:lnTo>
                  <a:lnTo>
                    <a:pt x="48754" y="42606"/>
                  </a:lnTo>
                  <a:lnTo>
                    <a:pt x="48754" y="42606"/>
                  </a:lnTo>
                  <a:lnTo>
                    <a:pt x="48754" y="42034"/>
                  </a:lnTo>
                  <a:lnTo>
                    <a:pt x="48729" y="41487"/>
                  </a:lnTo>
                  <a:lnTo>
                    <a:pt x="48679" y="40939"/>
                  </a:lnTo>
                  <a:lnTo>
                    <a:pt x="48605" y="40392"/>
                  </a:lnTo>
                  <a:lnTo>
                    <a:pt x="48530" y="39869"/>
                  </a:lnTo>
                  <a:lnTo>
                    <a:pt x="48431" y="39371"/>
                  </a:lnTo>
                  <a:lnTo>
                    <a:pt x="48306" y="38873"/>
                  </a:lnTo>
                  <a:lnTo>
                    <a:pt x="48157" y="38401"/>
                  </a:lnTo>
                  <a:lnTo>
                    <a:pt x="48008" y="37928"/>
                  </a:lnTo>
                  <a:lnTo>
                    <a:pt x="47833" y="37455"/>
                  </a:lnTo>
                  <a:lnTo>
                    <a:pt x="47609" y="37007"/>
                  </a:lnTo>
                  <a:lnTo>
                    <a:pt x="47410" y="36584"/>
                  </a:lnTo>
                  <a:lnTo>
                    <a:pt x="47161" y="36161"/>
                  </a:lnTo>
                  <a:lnTo>
                    <a:pt x="46913" y="35738"/>
                  </a:lnTo>
                  <a:lnTo>
                    <a:pt x="46639" y="35340"/>
                  </a:lnTo>
                  <a:lnTo>
                    <a:pt x="46340" y="34966"/>
                  </a:lnTo>
                  <a:lnTo>
                    <a:pt x="46340" y="34966"/>
                  </a:lnTo>
                  <a:lnTo>
                    <a:pt x="46017" y="34593"/>
                  </a:lnTo>
                  <a:lnTo>
                    <a:pt x="45668" y="34220"/>
                  </a:lnTo>
                  <a:lnTo>
                    <a:pt x="45320" y="33871"/>
                  </a:lnTo>
                  <a:lnTo>
                    <a:pt x="44946" y="33548"/>
                  </a:lnTo>
                  <a:lnTo>
                    <a:pt x="44523" y="33224"/>
                  </a:lnTo>
                  <a:lnTo>
                    <a:pt x="44100" y="32926"/>
                  </a:lnTo>
                  <a:lnTo>
                    <a:pt x="43652" y="32652"/>
                  </a:lnTo>
                  <a:lnTo>
                    <a:pt x="43204" y="32353"/>
                  </a:lnTo>
                  <a:lnTo>
                    <a:pt x="42707" y="32104"/>
                  </a:lnTo>
                  <a:lnTo>
                    <a:pt x="42184" y="31855"/>
                  </a:lnTo>
                  <a:lnTo>
                    <a:pt x="41661" y="31631"/>
                  </a:lnTo>
                  <a:lnTo>
                    <a:pt x="41114" y="31407"/>
                  </a:lnTo>
                  <a:lnTo>
                    <a:pt x="40542" y="31208"/>
                  </a:lnTo>
                  <a:lnTo>
                    <a:pt x="39944" y="31009"/>
                  </a:lnTo>
                  <a:lnTo>
                    <a:pt x="39322" y="30835"/>
                  </a:lnTo>
                  <a:lnTo>
                    <a:pt x="38675" y="30661"/>
                  </a:lnTo>
                  <a:lnTo>
                    <a:pt x="38675" y="30661"/>
                  </a:lnTo>
                  <a:lnTo>
                    <a:pt x="39422" y="30412"/>
                  </a:lnTo>
                  <a:lnTo>
                    <a:pt x="40143" y="30113"/>
                  </a:lnTo>
                  <a:lnTo>
                    <a:pt x="40815" y="29790"/>
                  </a:lnTo>
                  <a:lnTo>
                    <a:pt x="41487" y="29392"/>
                  </a:lnTo>
                  <a:lnTo>
                    <a:pt x="42134" y="28969"/>
                  </a:lnTo>
                  <a:lnTo>
                    <a:pt x="42756" y="28496"/>
                  </a:lnTo>
                  <a:lnTo>
                    <a:pt x="43329" y="27998"/>
                  </a:lnTo>
                  <a:lnTo>
                    <a:pt x="43876" y="27450"/>
                  </a:lnTo>
                  <a:lnTo>
                    <a:pt x="43876" y="27450"/>
                  </a:lnTo>
                  <a:lnTo>
                    <a:pt x="44200" y="27052"/>
                  </a:lnTo>
                  <a:lnTo>
                    <a:pt x="44499" y="26654"/>
                  </a:lnTo>
                  <a:lnTo>
                    <a:pt x="44797" y="26256"/>
                  </a:lnTo>
                  <a:lnTo>
                    <a:pt x="45046" y="25833"/>
                  </a:lnTo>
                  <a:lnTo>
                    <a:pt x="45295" y="25385"/>
                  </a:lnTo>
                  <a:lnTo>
                    <a:pt x="45519" y="24937"/>
                  </a:lnTo>
                  <a:lnTo>
                    <a:pt x="45718" y="24489"/>
                  </a:lnTo>
                  <a:lnTo>
                    <a:pt x="45892" y="24016"/>
                  </a:lnTo>
                  <a:lnTo>
                    <a:pt x="46066" y="23568"/>
                  </a:lnTo>
                  <a:lnTo>
                    <a:pt x="46191" y="23070"/>
                  </a:lnTo>
                  <a:lnTo>
                    <a:pt x="46315" y="22598"/>
                  </a:lnTo>
                  <a:lnTo>
                    <a:pt x="46415" y="22100"/>
                  </a:lnTo>
                  <a:lnTo>
                    <a:pt x="46465" y="21602"/>
                  </a:lnTo>
                  <a:lnTo>
                    <a:pt x="46514" y="21104"/>
                  </a:lnTo>
                  <a:lnTo>
                    <a:pt x="46539" y="20607"/>
                  </a:lnTo>
                  <a:lnTo>
                    <a:pt x="46539" y="20109"/>
                  </a:lnTo>
                  <a:lnTo>
                    <a:pt x="46539" y="20109"/>
                  </a:lnTo>
                  <a:lnTo>
                    <a:pt x="46539" y="19512"/>
                  </a:lnTo>
                  <a:lnTo>
                    <a:pt x="46514" y="18889"/>
                  </a:lnTo>
                  <a:lnTo>
                    <a:pt x="46440" y="18292"/>
                  </a:lnTo>
                  <a:lnTo>
                    <a:pt x="46340" y="17695"/>
                  </a:lnTo>
                  <a:lnTo>
                    <a:pt x="46191" y="17122"/>
                  </a:lnTo>
                  <a:lnTo>
                    <a:pt x="46042" y="16550"/>
                  </a:lnTo>
                  <a:lnTo>
                    <a:pt x="45842" y="15978"/>
                  </a:lnTo>
                  <a:lnTo>
                    <a:pt x="45618" y="15405"/>
                  </a:lnTo>
                  <a:lnTo>
                    <a:pt x="45370" y="14883"/>
                  </a:lnTo>
                  <a:lnTo>
                    <a:pt x="45096" y="14335"/>
                  </a:lnTo>
                  <a:lnTo>
                    <a:pt x="44772" y="13837"/>
                  </a:lnTo>
                  <a:lnTo>
                    <a:pt x="44424" y="13340"/>
                  </a:lnTo>
                  <a:lnTo>
                    <a:pt x="44075" y="12867"/>
                  </a:lnTo>
                  <a:lnTo>
                    <a:pt x="43677" y="12394"/>
                  </a:lnTo>
                  <a:lnTo>
                    <a:pt x="43254" y="11946"/>
                  </a:lnTo>
                  <a:lnTo>
                    <a:pt x="42806" y="11548"/>
                  </a:lnTo>
                  <a:lnTo>
                    <a:pt x="42806" y="11548"/>
                  </a:lnTo>
                  <a:lnTo>
                    <a:pt x="42333" y="11125"/>
                  </a:lnTo>
                  <a:lnTo>
                    <a:pt x="41836" y="10727"/>
                  </a:lnTo>
                  <a:lnTo>
                    <a:pt x="41313" y="10378"/>
                  </a:lnTo>
                  <a:lnTo>
                    <a:pt x="40741" y="10030"/>
                  </a:lnTo>
                  <a:lnTo>
                    <a:pt x="40168" y="9731"/>
                  </a:lnTo>
                  <a:lnTo>
                    <a:pt x="39571" y="9457"/>
                  </a:lnTo>
                  <a:lnTo>
                    <a:pt x="38924" y="9184"/>
                  </a:lnTo>
                  <a:lnTo>
                    <a:pt x="38277" y="8960"/>
                  </a:lnTo>
                  <a:lnTo>
                    <a:pt x="37580" y="8760"/>
                  </a:lnTo>
                  <a:lnTo>
                    <a:pt x="36883" y="8586"/>
                  </a:lnTo>
                  <a:lnTo>
                    <a:pt x="36161" y="8437"/>
                  </a:lnTo>
                  <a:lnTo>
                    <a:pt x="35390" y="8313"/>
                  </a:lnTo>
                  <a:lnTo>
                    <a:pt x="34618" y="8238"/>
                  </a:lnTo>
                  <a:lnTo>
                    <a:pt x="33797" y="8163"/>
                  </a:lnTo>
                  <a:lnTo>
                    <a:pt x="32976" y="8113"/>
                  </a:lnTo>
                  <a:lnTo>
                    <a:pt x="32105" y="8113"/>
                  </a:lnTo>
                  <a:lnTo>
                    <a:pt x="29268" y="8113"/>
                  </a:lnTo>
                  <a:lnTo>
                    <a:pt x="29268"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8" name="Google Shape;2840;p67">
              <a:extLst>
                <a:ext uri="{FF2B5EF4-FFF2-40B4-BE49-F238E27FC236}">
                  <a16:creationId xmlns:a16="http://schemas.microsoft.com/office/drawing/2014/main" id="{16D65452-ED9F-4B67-89CE-BC3A4DA8304C}"/>
                </a:ext>
              </a:extLst>
            </p:cNvPr>
            <p:cNvSpPr/>
            <p:nvPr/>
          </p:nvSpPr>
          <p:spPr>
            <a:xfrm>
              <a:off x="1207466" y="2771713"/>
              <a:ext cx="689138" cy="910407"/>
            </a:xfrm>
            <a:custGeom>
              <a:avLst/>
              <a:gdLst/>
              <a:ahLst/>
              <a:cxnLst/>
              <a:rect l="l" t="t" r="r" b="b"/>
              <a:pathLst>
                <a:path w="48754" h="64408" extrusionOk="0">
                  <a:moveTo>
                    <a:pt x="25833" y="17869"/>
                  </a:moveTo>
                  <a:lnTo>
                    <a:pt x="26654" y="17894"/>
                  </a:lnTo>
                  <a:lnTo>
                    <a:pt x="27401" y="17944"/>
                  </a:lnTo>
                  <a:lnTo>
                    <a:pt x="28097" y="18043"/>
                  </a:lnTo>
                  <a:lnTo>
                    <a:pt x="28720" y="18168"/>
                  </a:lnTo>
                  <a:lnTo>
                    <a:pt x="29292" y="18342"/>
                  </a:lnTo>
                  <a:lnTo>
                    <a:pt x="29790" y="18541"/>
                  </a:lnTo>
                  <a:lnTo>
                    <a:pt x="30014" y="18665"/>
                  </a:lnTo>
                  <a:lnTo>
                    <a:pt x="30213" y="18790"/>
                  </a:lnTo>
                  <a:lnTo>
                    <a:pt x="30412" y="18914"/>
                  </a:lnTo>
                  <a:lnTo>
                    <a:pt x="30586" y="19064"/>
                  </a:lnTo>
                  <a:lnTo>
                    <a:pt x="30910" y="19387"/>
                  </a:lnTo>
                  <a:lnTo>
                    <a:pt x="31208" y="19760"/>
                  </a:lnTo>
                  <a:lnTo>
                    <a:pt x="31457" y="20134"/>
                  </a:lnTo>
                  <a:lnTo>
                    <a:pt x="31656" y="20557"/>
                  </a:lnTo>
                  <a:lnTo>
                    <a:pt x="31806" y="20980"/>
                  </a:lnTo>
                  <a:lnTo>
                    <a:pt x="31905" y="21428"/>
                  </a:lnTo>
                  <a:lnTo>
                    <a:pt x="31955" y="21876"/>
                  </a:lnTo>
                  <a:lnTo>
                    <a:pt x="31955" y="22349"/>
                  </a:lnTo>
                  <a:lnTo>
                    <a:pt x="31955" y="22846"/>
                  </a:lnTo>
                  <a:lnTo>
                    <a:pt x="31905" y="23319"/>
                  </a:lnTo>
                  <a:lnTo>
                    <a:pt x="31806" y="23792"/>
                  </a:lnTo>
                  <a:lnTo>
                    <a:pt x="31656" y="24240"/>
                  </a:lnTo>
                  <a:lnTo>
                    <a:pt x="31457" y="24663"/>
                  </a:lnTo>
                  <a:lnTo>
                    <a:pt x="31208" y="25086"/>
                  </a:lnTo>
                  <a:lnTo>
                    <a:pt x="30934" y="25459"/>
                  </a:lnTo>
                  <a:lnTo>
                    <a:pt x="30586" y="25808"/>
                  </a:lnTo>
                  <a:lnTo>
                    <a:pt x="30412" y="25957"/>
                  </a:lnTo>
                  <a:lnTo>
                    <a:pt x="30213" y="26107"/>
                  </a:lnTo>
                  <a:lnTo>
                    <a:pt x="30014" y="26231"/>
                  </a:lnTo>
                  <a:lnTo>
                    <a:pt x="29765" y="26355"/>
                  </a:lnTo>
                  <a:lnTo>
                    <a:pt x="29267" y="26555"/>
                  </a:lnTo>
                  <a:lnTo>
                    <a:pt x="28695" y="26729"/>
                  </a:lnTo>
                  <a:lnTo>
                    <a:pt x="28048" y="26853"/>
                  </a:lnTo>
                  <a:lnTo>
                    <a:pt x="27351" y="26953"/>
                  </a:lnTo>
                  <a:lnTo>
                    <a:pt x="26579" y="27002"/>
                  </a:lnTo>
                  <a:lnTo>
                    <a:pt x="25733" y="27027"/>
                  </a:lnTo>
                  <a:lnTo>
                    <a:pt x="19263" y="27027"/>
                  </a:lnTo>
                  <a:lnTo>
                    <a:pt x="19263" y="17869"/>
                  </a:lnTo>
                  <a:close/>
                  <a:moveTo>
                    <a:pt x="26828" y="36186"/>
                  </a:moveTo>
                  <a:lnTo>
                    <a:pt x="27774" y="36211"/>
                  </a:lnTo>
                  <a:lnTo>
                    <a:pt x="28645" y="36285"/>
                  </a:lnTo>
                  <a:lnTo>
                    <a:pt x="29441" y="36385"/>
                  </a:lnTo>
                  <a:lnTo>
                    <a:pt x="30163" y="36509"/>
                  </a:lnTo>
                  <a:lnTo>
                    <a:pt x="30810" y="36708"/>
                  </a:lnTo>
                  <a:lnTo>
                    <a:pt x="31084" y="36808"/>
                  </a:lnTo>
                  <a:lnTo>
                    <a:pt x="31382" y="36932"/>
                  </a:lnTo>
                  <a:lnTo>
                    <a:pt x="31631" y="37057"/>
                  </a:lnTo>
                  <a:lnTo>
                    <a:pt x="31880" y="37181"/>
                  </a:lnTo>
                  <a:lnTo>
                    <a:pt x="32104" y="37330"/>
                  </a:lnTo>
                  <a:lnTo>
                    <a:pt x="32303" y="37480"/>
                  </a:lnTo>
                  <a:lnTo>
                    <a:pt x="32677" y="37828"/>
                  </a:lnTo>
                  <a:lnTo>
                    <a:pt x="32975" y="38202"/>
                  </a:lnTo>
                  <a:lnTo>
                    <a:pt x="33249" y="38600"/>
                  </a:lnTo>
                  <a:lnTo>
                    <a:pt x="33473" y="39023"/>
                  </a:lnTo>
                  <a:lnTo>
                    <a:pt x="33672" y="39471"/>
                  </a:lnTo>
                  <a:lnTo>
                    <a:pt x="33772" y="39944"/>
                  </a:lnTo>
                  <a:lnTo>
                    <a:pt x="33846" y="40416"/>
                  </a:lnTo>
                  <a:lnTo>
                    <a:pt x="33871" y="40914"/>
                  </a:lnTo>
                  <a:lnTo>
                    <a:pt x="33871" y="41188"/>
                  </a:lnTo>
                  <a:lnTo>
                    <a:pt x="33871" y="41437"/>
                  </a:lnTo>
                  <a:lnTo>
                    <a:pt x="33846" y="41711"/>
                  </a:lnTo>
                  <a:lnTo>
                    <a:pt x="33796" y="41959"/>
                  </a:lnTo>
                  <a:lnTo>
                    <a:pt x="33672" y="42457"/>
                  </a:lnTo>
                  <a:lnTo>
                    <a:pt x="33498" y="42955"/>
                  </a:lnTo>
                  <a:lnTo>
                    <a:pt x="33274" y="43428"/>
                  </a:lnTo>
                  <a:lnTo>
                    <a:pt x="33000" y="43851"/>
                  </a:lnTo>
                  <a:lnTo>
                    <a:pt x="32826" y="44050"/>
                  </a:lnTo>
                  <a:lnTo>
                    <a:pt x="32652" y="44249"/>
                  </a:lnTo>
                  <a:lnTo>
                    <a:pt x="32477" y="44448"/>
                  </a:lnTo>
                  <a:lnTo>
                    <a:pt x="32278" y="44622"/>
                  </a:lnTo>
                  <a:lnTo>
                    <a:pt x="32079" y="44796"/>
                  </a:lnTo>
                  <a:lnTo>
                    <a:pt x="31855" y="44946"/>
                  </a:lnTo>
                  <a:lnTo>
                    <a:pt x="31606" y="45095"/>
                  </a:lnTo>
                  <a:lnTo>
                    <a:pt x="31358" y="45220"/>
                  </a:lnTo>
                  <a:lnTo>
                    <a:pt x="31084" y="45344"/>
                  </a:lnTo>
                  <a:lnTo>
                    <a:pt x="30785" y="45444"/>
                  </a:lnTo>
                  <a:lnTo>
                    <a:pt x="30462" y="45568"/>
                  </a:lnTo>
                  <a:lnTo>
                    <a:pt x="30138" y="45643"/>
                  </a:lnTo>
                  <a:lnTo>
                    <a:pt x="29416" y="45792"/>
                  </a:lnTo>
                  <a:lnTo>
                    <a:pt x="28645" y="45892"/>
                  </a:lnTo>
                  <a:lnTo>
                    <a:pt x="27774" y="45966"/>
                  </a:lnTo>
                  <a:lnTo>
                    <a:pt x="26853" y="45991"/>
                  </a:lnTo>
                  <a:lnTo>
                    <a:pt x="19263" y="45991"/>
                  </a:lnTo>
                  <a:lnTo>
                    <a:pt x="19263" y="36186"/>
                  </a:lnTo>
                  <a:close/>
                  <a:moveTo>
                    <a:pt x="11747" y="0"/>
                  </a:moveTo>
                  <a:lnTo>
                    <a:pt x="11747" y="8113"/>
                  </a:lnTo>
                  <a:lnTo>
                    <a:pt x="0" y="8113"/>
                  </a:lnTo>
                  <a:lnTo>
                    <a:pt x="0" y="17869"/>
                  </a:lnTo>
                  <a:lnTo>
                    <a:pt x="4231" y="17869"/>
                  </a:lnTo>
                  <a:lnTo>
                    <a:pt x="4231" y="46539"/>
                  </a:lnTo>
                  <a:lnTo>
                    <a:pt x="0" y="46539"/>
                  </a:lnTo>
                  <a:lnTo>
                    <a:pt x="0" y="56319"/>
                  </a:lnTo>
                  <a:lnTo>
                    <a:pt x="11747" y="56319"/>
                  </a:lnTo>
                  <a:lnTo>
                    <a:pt x="11747" y="64407"/>
                  </a:lnTo>
                  <a:lnTo>
                    <a:pt x="17147" y="64407"/>
                  </a:lnTo>
                  <a:lnTo>
                    <a:pt x="17147" y="56319"/>
                  </a:lnTo>
                  <a:lnTo>
                    <a:pt x="23867" y="56319"/>
                  </a:lnTo>
                  <a:lnTo>
                    <a:pt x="23867" y="64407"/>
                  </a:lnTo>
                  <a:lnTo>
                    <a:pt x="29267" y="64407"/>
                  </a:lnTo>
                  <a:lnTo>
                    <a:pt x="29267" y="56319"/>
                  </a:lnTo>
                  <a:lnTo>
                    <a:pt x="29939" y="56319"/>
                  </a:lnTo>
                  <a:lnTo>
                    <a:pt x="31631" y="56220"/>
                  </a:lnTo>
                  <a:lnTo>
                    <a:pt x="33299" y="56070"/>
                  </a:lnTo>
                  <a:lnTo>
                    <a:pt x="34966" y="55896"/>
                  </a:lnTo>
                  <a:lnTo>
                    <a:pt x="36634" y="55647"/>
                  </a:lnTo>
                  <a:lnTo>
                    <a:pt x="37529" y="55523"/>
                  </a:lnTo>
                  <a:lnTo>
                    <a:pt x="38401" y="55373"/>
                  </a:lnTo>
                  <a:lnTo>
                    <a:pt x="39197" y="55199"/>
                  </a:lnTo>
                  <a:lnTo>
                    <a:pt x="39919" y="55025"/>
                  </a:lnTo>
                  <a:lnTo>
                    <a:pt x="40615" y="54826"/>
                  </a:lnTo>
                  <a:lnTo>
                    <a:pt x="41238" y="54577"/>
                  </a:lnTo>
                  <a:lnTo>
                    <a:pt x="41785" y="54353"/>
                  </a:lnTo>
                  <a:lnTo>
                    <a:pt x="42283" y="54079"/>
                  </a:lnTo>
                  <a:lnTo>
                    <a:pt x="43005" y="53631"/>
                  </a:lnTo>
                  <a:lnTo>
                    <a:pt x="43701" y="53134"/>
                  </a:lnTo>
                  <a:lnTo>
                    <a:pt x="44373" y="52611"/>
                  </a:lnTo>
                  <a:lnTo>
                    <a:pt x="44971" y="52039"/>
                  </a:lnTo>
                  <a:lnTo>
                    <a:pt x="45568" y="51416"/>
                  </a:lnTo>
                  <a:lnTo>
                    <a:pt x="46115" y="50769"/>
                  </a:lnTo>
                  <a:lnTo>
                    <a:pt x="46588" y="50072"/>
                  </a:lnTo>
                  <a:lnTo>
                    <a:pt x="47061" y="49351"/>
                  </a:lnTo>
                  <a:lnTo>
                    <a:pt x="47459" y="48554"/>
                  </a:lnTo>
                  <a:lnTo>
                    <a:pt x="47808" y="47758"/>
                  </a:lnTo>
                  <a:lnTo>
                    <a:pt x="48106" y="46937"/>
                  </a:lnTo>
                  <a:lnTo>
                    <a:pt x="48355" y="46091"/>
                  </a:lnTo>
                  <a:lnTo>
                    <a:pt x="48554" y="45244"/>
                  </a:lnTo>
                  <a:lnTo>
                    <a:pt x="48679" y="44373"/>
                  </a:lnTo>
                  <a:lnTo>
                    <a:pt x="48753" y="43477"/>
                  </a:lnTo>
                  <a:lnTo>
                    <a:pt x="48753" y="42606"/>
                  </a:lnTo>
                  <a:lnTo>
                    <a:pt x="48753" y="42034"/>
                  </a:lnTo>
                  <a:lnTo>
                    <a:pt x="48729" y="41487"/>
                  </a:lnTo>
                  <a:lnTo>
                    <a:pt x="48679" y="40939"/>
                  </a:lnTo>
                  <a:lnTo>
                    <a:pt x="48629" y="40392"/>
                  </a:lnTo>
                  <a:lnTo>
                    <a:pt x="48529" y="39869"/>
                  </a:lnTo>
                  <a:lnTo>
                    <a:pt x="48430" y="39371"/>
                  </a:lnTo>
                  <a:lnTo>
                    <a:pt x="48305" y="38873"/>
                  </a:lnTo>
                  <a:lnTo>
                    <a:pt x="48181" y="38401"/>
                  </a:lnTo>
                  <a:lnTo>
                    <a:pt x="48007" y="37928"/>
                  </a:lnTo>
                  <a:lnTo>
                    <a:pt x="47833" y="37455"/>
                  </a:lnTo>
                  <a:lnTo>
                    <a:pt x="47634" y="37007"/>
                  </a:lnTo>
                  <a:lnTo>
                    <a:pt x="47410" y="36584"/>
                  </a:lnTo>
                  <a:lnTo>
                    <a:pt x="47186" y="36161"/>
                  </a:lnTo>
                  <a:lnTo>
                    <a:pt x="46912" y="35738"/>
                  </a:lnTo>
                  <a:lnTo>
                    <a:pt x="46638" y="35340"/>
                  </a:lnTo>
                  <a:lnTo>
                    <a:pt x="46339" y="34966"/>
                  </a:lnTo>
                  <a:lnTo>
                    <a:pt x="46016" y="34593"/>
                  </a:lnTo>
                  <a:lnTo>
                    <a:pt x="45692" y="34220"/>
                  </a:lnTo>
                  <a:lnTo>
                    <a:pt x="45319" y="33871"/>
                  </a:lnTo>
                  <a:lnTo>
                    <a:pt x="44946" y="33548"/>
                  </a:lnTo>
                  <a:lnTo>
                    <a:pt x="44548" y="33224"/>
                  </a:lnTo>
                  <a:lnTo>
                    <a:pt x="44124" y="32926"/>
                  </a:lnTo>
                  <a:lnTo>
                    <a:pt x="43677" y="32652"/>
                  </a:lnTo>
                  <a:lnTo>
                    <a:pt x="43204" y="32353"/>
                  </a:lnTo>
                  <a:lnTo>
                    <a:pt x="42706" y="32104"/>
                  </a:lnTo>
                  <a:lnTo>
                    <a:pt x="42208" y="31855"/>
                  </a:lnTo>
                  <a:lnTo>
                    <a:pt x="41686" y="31631"/>
                  </a:lnTo>
                  <a:lnTo>
                    <a:pt x="41113" y="31407"/>
                  </a:lnTo>
                  <a:lnTo>
                    <a:pt x="40541" y="31208"/>
                  </a:lnTo>
                  <a:lnTo>
                    <a:pt x="39944" y="31009"/>
                  </a:lnTo>
                  <a:lnTo>
                    <a:pt x="39321" y="30835"/>
                  </a:lnTo>
                  <a:lnTo>
                    <a:pt x="38699" y="30661"/>
                  </a:lnTo>
                  <a:lnTo>
                    <a:pt x="39421" y="30412"/>
                  </a:lnTo>
                  <a:lnTo>
                    <a:pt x="40143" y="30113"/>
                  </a:lnTo>
                  <a:lnTo>
                    <a:pt x="40839" y="29790"/>
                  </a:lnTo>
                  <a:lnTo>
                    <a:pt x="41511" y="29392"/>
                  </a:lnTo>
                  <a:lnTo>
                    <a:pt x="42158" y="28969"/>
                  </a:lnTo>
                  <a:lnTo>
                    <a:pt x="42756" y="28496"/>
                  </a:lnTo>
                  <a:lnTo>
                    <a:pt x="43353" y="27998"/>
                  </a:lnTo>
                  <a:lnTo>
                    <a:pt x="43901" y="27450"/>
                  </a:lnTo>
                  <a:lnTo>
                    <a:pt x="44224" y="27052"/>
                  </a:lnTo>
                  <a:lnTo>
                    <a:pt x="44523" y="26654"/>
                  </a:lnTo>
                  <a:lnTo>
                    <a:pt x="44796" y="26256"/>
                  </a:lnTo>
                  <a:lnTo>
                    <a:pt x="45070" y="25833"/>
                  </a:lnTo>
                  <a:lnTo>
                    <a:pt x="45319" y="25385"/>
                  </a:lnTo>
                  <a:lnTo>
                    <a:pt x="45543" y="24937"/>
                  </a:lnTo>
                  <a:lnTo>
                    <a:pt x="45742" y="24489"/>
                  </a:lnTo>
                  <a:lnTo>
                    <a:pt x="45916" y="24016"/>
                  </a:lnTo>
                  <a:lnTo>
                    <a:pt x="46066" y="23568"/>
                  </a:lnTo>
                  <a:lnTo>
                    <a:pt x="46215" y="23070"/>
                  </a:lnTo>
                  <a:lnTo>
                    <a:pt x="46315" y="22598"/>
                  </a:lnTo>
                  <a:lnTo>
                    <a:pt x="46414" y="22100"/>
                  </a:lnTo>
                  <a:lnTo>
                    <a:pt x="46489" y="21602"/>
                  </a:lnTo>
                  <a:lnTo>
                    <a:pt x="46539" y="21104"/>
                  </a:lnTo>
                  <a:lnTo>
                    <a:pt x="46563" y="20607"/>
                  </a:lnTo>
                  <a:lnTo>
                    <a:pt x="46563" y="20109"/>
                  </a:lnTo>
                  <a:lnTo>
                    <a:pt x="46563" y="19512"/>
                  </a:lnTo>
                  <a:lnTo>
                    <a:pt x="46514" y="18889"/>
                  </a:lnTo>
                  <a:lnTo>
                    <a:pt x="46439" y="18292"/>
                  </a:lnTo>
                  <a:lnTo>
                    <a:pt x="46339" y="17695"/>
                  </a:lnTo>
                  <a:lnTo>
                    <a:pt x="46215" y="17122"/>
                  </a:lnTo>
                  <a:lnTo>
                    <a:pt x="46041" y="16550"/>
                  </a:lnTo>
                  <a:lnTo>
                    <a:pt x="45867" y="15978"/>
                  </a:lnTo>
                  <a:lnTo>
                    <a:pt x="45643" y="15405"/>
                  </a:lnTo>
                  <a:lnTo>
                    <a:pt x="45369" y="14883"/>
                  </a:lnTo>
                  <a:lnTo>
                    <a:pt x="45095" y="14335"/>
                  </a:lnTo>
                  <a:lnTo>
                    <a:pt x="44796" y="13837"/>
                  </a:lnTo>
                  <a:lnTo>
                    <a:pt x="44448" y="13340"/>
                  </a:lnTo>
                  <a:lnTo>
                    <a:pt x="44075" y="12867"/>
                  </a:lnTo>
                  <a:lnTo>
                    <a:pt x="43677" y="12394"/>
                  </a:lnTo>
                  <a:lnTo>
                    <a:pt x="43278" y="11946"/>
                  </a:lnTo>
                  <a:lnTo>
                    <a:pt x="42830" y="11548"/>
                  </a:lnTo>
                  <a:lnTo>
                    <a:pt x="42358" y="11125"/>
                  </a:lnTo>
                  <a:lnTo>
                    <a:pt x="41835" y="10727"/>
                  </a:lnTo>
                  <a:lnTo>
                    <a:pt x="41312" y="10378"/>
                  </a:lnTo>
                  <a:lnTo>
                    <a:pt x="40765" y="10030"/>
                  </a:lnTo>
                  <a:lnTo>
                    <a:pt x="40167" y="9731"/>
                  </a:lnTo>
                  <a:lnTo>
                    <a:pt x="39570" y="9457"/>
                  </a:lnTo>
                  <a:lnTo>
                    <a:pt x="38948" y="9184"/>
                  </a:lnTo>
                  <a:lnTo>
                    <a:pt x="38276" y="8960"/>
                  </a:lnTo>
                  <a:lnTo>
                    <a:pt x="37604" y="8760"/>
                  </a:lnTo>
                  <a:lnTo>
                    <a:pt x="36882" y="8586"/>
                  </a:lnTo>
                  <a:lnTo>
                    <a:pt x="36161" y="8437"/>
                  </a:lnTo>
                  <a:lnTo>
                    <a:pt x="35414" y="8313"/>
                  </a:lnTo>
                  <a:lnTo>
                    <a:pt x="34618" y="8238"/>
                  </a:lnTo>
                  <a:lnTo>
                    <a:pt x="33821" y="8163"/>
                  </a:lnTo>
                  <a:lnTo>
                    <a:pt x="32975" y="8113"/>
                  </a:lnTo>
                  <a:lnTo>
                    <a:pt x="29267" y="8113"/>
                  </a:lnTo>
                  <a:lnTo>
                    <a:pt x="29267" y="0"/>
                  </a:lnTo>
                  <a:lnTo>
                    <a:pt x="23867" y="0"/>
                  </a:lnTo>
                  <a:lnTo>
                    <a:pt x="23867" y="8113"/>
                  </a:lnTo>
                  <a:lnTo>
                    <a:pt x="17147" y="8113"/>
                  </a:lnTo>
                  <a:lnTo>
                    <a:pt x="17147"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 name="Google Shape;2841;p67">
              <a:extLst>
                <a:ext uri="{FF2B5EF4-FFF2-40B4-BE49-F238E27FC236}">
                  <a16:creationId xmlns:a16="http://schemas.microsoft.com/office/drawing/2014/main" id="{60D4D81B-B589-F12C-3B55-5C1EEB23F0CA}"/>
                </a:ext>
              </a:extLst>
            </p:cNvPr>
            <p:cNvSpPr/>
            <p:nvPr/>
          </p:nvSpPr>
          <p:spPr>
            <a:xfrm>
              <a:off x="2319071" y="1743477"/>
              <a:ext cx="157959" cy="155853"/>
            </a:xfrm>
            <a:custGeom>
              <a:avLst/>
              <a:gdLst/>
              <a:ahLst/>
              <a:cxnLst/>
              <a:rect l="l" t="t" r="r" b="b"/>
              <a:pathLst>
                <a:path w="11175" h="11026" extrusionOk="0">
                  <a:moveTo>
                    <a:pt x="5575" y="0"/>
                  </a:moveTo>
                  <a:lnTo>
                    <a:pt x="5003" y="25"/>
                  </a:lnTo>
                  <a:lnTo>
                    <a:pt x="4455" y="125"/>
                  </a:lnTo>
                  <a:lnTo>
                    <a:pt x="3908" y="249"/>
                  </a:lnTo>
                  <a:lnTo>
                    <a:pt x="3410" y="448"/>
                  </a:lnTo>
                  <a:lnTo>
                    <a:pt x="2912" y="672"/>
                  </a:lnTo>
                  <a:lnTo>
                    <a:pt x="2464" y="946"/>
                  </a:lnTo>
                  <a:lnTo>
                    <a:pt x="2016" y="1270"/>
                  </a:lnTo>
                  <a:lnTo>
                    <a:pt x="1618" y="1618"/>
                  </a:lnTo>
                  <a:lnTo>
                    <a:pt x="1270" y="2016"/>
                  </a:lnTo>
                  <a:lnTo>
                    <a:pt x="946" y="2439"/>
                  </a:lnTo>
                  <a:lnTo>
                    <a:pt x="672" y="2887"/>
                  </a:lnTo>
                  <a:lnTo>
                    <a:pt x="424" y="3360"/>
                  </a:lnTo>
                  <a:lnTo>
                    <a:pt x="249" y="3883"/>
                  </a:lnTo>
                  <a:lnTo>
                    <a:pt x="100" y="4405"/>
                  </a:lnTo>
                  <a:lnTo>
                    <a:pt x="25" y="4953"/>
                  </a:lnTo>
                  <a:lnTo>
                    <a:pt x="0" y="5525"/>
                  </a:lnTo>
                  <a:lnTo>
                    <a:pt x="25" y="6073"/>
                  </a:lnTo>
                  <a:lnTo>
                    <a:pt x="100" y="6620"/>
                  </a:lnTo>
                  <a:lnTo>
                    <a:pt x="249" y="7143"/>
                  </a:lnTo>
                  <a:lnTo>
                    <a:pt x="424" y="7665"/>
                  </a:lnTo>
                  <a:lnTo>
                    <a:pt x="672" y="8138"/>
                  </a:lnTo>
                  <a:lnTo>
                    <a:pt x="946" y="8586"/>
                  </a:lnTo>
                  <a:lnTo>
                    <a:pt x="1270" y="9009"/>
                  </a:lnTo>
                  <a:lnTo>
                    <a:pt x="1618" y="9408"/>
                  </a:lnTo>
                  <a:lnTo>
                    <a:pt x="2016" y="9756"/>
                  </a:lnTo>
                  <a:lnTo>
                    <a:pt x="2464" y="10080"/>
                  </a:lnTo>
                  <a:lnTo>
                    <a:pt x="2912" y="10353"/>
                  </a:lnTo>
                  <a:lnTo>
                    <a:pt x="3410" y="10602"/>
                  </a:lnTo>
                  <a:lnTo>
                    <a:pt x="3908" y="10776"/>
                  </a:lnTo>
                  <a:lnTo>
                    <a:pt x="4455" y="10901"/>
                  </a:lnTo>
                  <a:lnTo>
                    <a:pt x="5003" y="11000"/>
                  </a:lnTo>
                  <a:lnTo>
                    <a:pt x="5575" y="11025"/>
                  </a:lnTo>
                  <a:lnTo>
                    <a:pt x="6147" y="11000"/>
                  </a:lnTo>
                  <a:lnTo>
                    <a:pt x="6720" y="10901"/>
                  </a:lnTo>
                  <a:lnTo>
                    <a:pt x="7242" y="10776"/>
                  </a:lnTo>
                  <a:lnTo>
                    <a:pt x="7765" y="10602"/>
                  </a:lnTo>
                  <a:lnTo>
                    <a:pt x="8238" y="10353"/>
                  </a:lnTo>
                  <a:lnTo>
                    <a:pt x="8711" y="10080"/>
                  </a:lnTo>
                  <a:lnTo>
                    <a:pt x="9134" y="9756"/>
                  </a:lnTo>
                  <a:lnTo>
                    <a:pt x="9532" y="9408"/>
                  </a:lnTo>
                  <a:lnTo>
                    <a:pt x="9905" y="9009"/>
                  </a:lnTo>
                  <a:lnTo>
                    <a:pt x="10229" y="8586"/>
                  </a:lnTo>
                  <a:lnTo>
                    <a:pt x="10503" y="8138"/>
                  </a:lnTo>
                  <a:lnTo>
                    <a:pt x="10727" y="7665"/>
                  </a:lnTo>
                  <a:lnTo>
                    <a:pt x="10926" y="7143"/>
                  </a:lnTo>
                  <a:lnTo>
                    <a:pt x="11075" y="6620"/>
                  </a:lnTo>
                  <a:lnTo>
                    <a:pt x="11150" y="6073"/>
                  </a:lnTo>
                  <a:lnTo>
                    <a:pt x="11175" y="5525"/>
                  </a:lnTo>
                  <a:lnTo>
                    <a:pt x="11150" y="4953"/>
                  </a:lnTo>
                  <a:lnTo>
                    <a:pt x="11075" y="4405"/>
                  </a:lnTo>
                  <a:lnTo>
                    <a:pt x="10926" y="3883"/>
                  </a:lnTo>
                  <a:lnTo>
                    <a:pt x="10727" y="3360"/>
                  </a:lnTo>
                  <a:lnTo>
                    <a:pt x="10503" y="2887"/>
                  </a:lnTo>
                  <a:lnTo>
                    <a:pt x="10229" y="2439"/>
                  </a:lnTo>
                  <a:lnTo>
                    <a:pt x="9905" y="2016"/>
                  </a:lnTo>
                  <a:lnTo>
                    <a:pt x="9532" y="1618"/>
                  </a:lnTo>
                  <a:lnTo>
                    <a:pt x="9134" y="1270"/>
                  </a:lnTo>
                  <a:lnTo>
                    <a:pt x="8711" y="946"/>
                  </a:lnTo>
                  <a:lnTo>
                    <a:pt x="8238" y="672"/>
                  </a:lnTo>
                  <a:lnTo>
                    <a:pt x="7765" y="448"/>
                  </a:lnTo>
                  <a:lnTo>
                    <a:pt x="7242" y="249"/>
                  </a:lnTo>
                  <a:lnTo>
                    <a:pt x="6720" y="125"/>
                  </a:lnTo>
                  <a:lnTo>
                    <a:pt x="6147" y="25"/>
                  </a:lnTo>
                  <a:lnTo>
                    <a:pt x="5575"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 name="Google Shape;2842;p67">
              <a:extLst>
                <a:ext uri="{FF2B5EF4-FFF2-40B4-BE49-F238E27FC236}">
                  <a16:creationId xmlns:a16="http://schemas.microsoft.com/office/drawing/2014/main" id="{15FA58CD-A83A-91F5-308D-F0B4BD90F3FB}"/>
                </a:ext>
              </a:extLst>
            </p:cNvPr>
            <p:cNvSpPr/>
            <p:nvPr/>
          </p:nvSpPr>
          <p:spPr>
            <a:xfrm>
              <a:off x="2319071" y="1743477"/>
              <a:ext cx="157959" cy="155853"/>
            </a:xfrm>
            <a:custGeom>
              <a:avLst/>
              <a:gdLst/>
              <a:ahLst/>
              <a:cxnLst/>
              <a:rect l="l" t="t" r="r" b="b"/>
              <a:pathLst>
                <a:path w="11175" h="11026" fill="none" extrusionOk="0">
                  <a:moveTo>
                    <a:pt x="5575" y="0"/>
                  </a:moveTo>
                  <a:lnTo>
                    <a:pt x="5575" y="0"/>
                  </a:lnTo>
                  <a:lnTo>
                    <a:pt x="6147" y="25"/>
                  </a:lnTo>
                  <a:lnTo>
                    <a:pt x="6720" y="125"/>
                  </a:lnTo>
                  <a:lnTo>
                    <a:pt x="7242" y="249"/>
                  </a:lnTo>
                  <a:lnTo>
                    <a:pt x="7765" y="448"/>
                  </a:lnTo>
                  <a:lnTo>
                    <a:pt x="8238" y="672"/>
                  </a:lnTo>
                  <a:lnTo>
                    <a:pt x="8711" y="946"/>
                  </a:lnTo>
                  <a:lnTo>
                    <a:pt x="9134" y="1270"/>
                  </a:lnTo>
                  <a:lnTo>
                    <a:pt x="9532" y="1618"/>
                  </a:lnTo>
                  <a:lnTo>
                    <a:pt x="9905" y="2016"/>
                  </a:lnTo>
                  <a:lnTo>
                    <a:pt x="10229" y="2439"/>
                  </a:lnTo>
                  <a:lnTo>
                    <a:pt x="10503" y="2887"/>
                  </a:lnTo>
                  <a:lnTo>
                    <a:pt x="10727" y="3360"/>
                  </a:lnTo>
                  <a:lnTo>
                    <a:pt x="10926" y="3883"/>
                  </a:lnTo>
                  <a:lnTo>
                    <a:pt x="11075" y="4405"/>
                  </a:lnTo>
                  <a:lnTo>
                    <a:pt x="11150" y="4953"/>
                  </a:lnTo>
                  <a:lnTo>
                    <a:pt x="11175" y="5525"/>
                  </a:lnTo>
                  <a:lnTo>
                    <a:pt x="11175" y="5525"/>
                  </a:lnTo>
                  <a:lnTo>
                    <a:pt x="11150" y="6073"/>
                  </a:lnTo>
                  <a:lnTo>
                    <a:pt x="11075" y="6620"/>
                  </a:lnTo>
                  <a:lnTo>
                    <a:pt x="10926" y="7143"/>
                  </a:lnTo>
                  <a:lnTo>
                    <a:pt x="10727" y="7665"/>
                  </a:lnTo>
                  <a:lnTo>
                    <a:pt x="10503" y="8138"/>
                  </a:lnTo>
                  <a:lnTo>
                    <a:pt x="10229" y="8586"/>
                  </a:lnTo>
                  <a:lnTo>
                    <a:pt x="9905" y="9009"/>
                  </a:lnTo>
                  <a:lnTo>
                    <a:pt x="9532" y="9408"/>
                  </a:lnTo>
                  <a:lnTo>
                    <a:pt x="9134" y="9756"/>
                  </a:lnTo>
                  <a:lnTo>
                    <a:pt x="8711" y="10080"/>
                  </a:lnTo>
                  <a:lnTo>
                    <a:pt x="8238" y="10353"/>
                  </a:lnTo>
                  <a:lnTo>
                    <a:pt x="7765" y="10602"/>
                  </a:lnTo>
                  <a:lnTo>
                    <a:pt x="7242" y="10776"/>
                  </a:lnTo>
                  <a:lnTo>
                    <a:pt x="6720" y="10901"/>
                  </a:lnTo>
                  <a:lnTo>
                    <a:pt x="6147" y="11000"/>
                  </a:lnTo>
                  <a:lnTo>
                    <a:pt x="5575" y="11025"/>
                  </a:lnTo>
                  <a:lnTo>
                    <a:pt x="5575" y="11025"/>
                  </a:lnTo>
                  <a:lnTo>
                    <a:pt x="5003" y="11000"/>
                  </a:lnTo>
                  <a:lnTo>
                    <a:pt x="4455" y="10901"/>
                  </a:lnTo>
                  <a:lnTo>
                    <a:pt x="3908" y="10776"/>
                  </a:lnTo>
                  <a:lnTo>
                    <a:pt x="3410" y="10602"/>
                  </a:lnTo>
                  <a:lnTo>
                    <a:pt x="2912" y="10353"/>
                  </a:lnTo>
                  <a:lnTo>
                    <a:pt x="2464" y="10080"/>
                  </a:lnTo>
                  <a:lnTo>
                    <a:pt x="2016" y="9756"/>
                  </a:lnTo>
                  <a:lnTo>
                    <a:pt x="1618" y="9408"/>
                  </a:lnTo>
                  <a:lnTo>
                    <a:pt x="1270" y="9009"/>
                  </a:lnTo>
                  <a:lnTo>
                    <a:pt x="946" y="8586"/>
                  </a:lnTo>
                  <a:lnTo>
                    <a:pt x="672" y="8138"/>
                  </a:lnTo>
                  <a:lnTo>
                    <a:pt x="424" y="7665"/>
                  </a:lnTo>
                  <a:lnTo>
                    <a:pt x="249" y="7143"/>
                  </a:lnTo>
                  <a:lnTo>
                    <a:pt x="100" y="6620"/>
                  </a:lnTo>
                  <a:lnTo>
                    <a:pt x="25" y="6073"/>
                  </a:lnTo>
                  <a:lnTo>
                    <a:pt x="0" y="5525"/>
                  </a:lnTo>
                  <a:lnTo>
                    <a:pt x="0" y="5525"/>
                  </a:lnTo>
                  <a:lnTo>
                    <a:pt x="25" y="4953"/>
                  </a:lnTo>
                  <a:lnTo>
                    <a:pt x="100" y="4405"/>
                  </a:lnTo>
                  <a:lnTo>
                    <a:pt x="249" y="3883"/>
                  </a:lnTo>
                  <a:lnTo>
                    <a:pt x="424" y="3360"/>
                  </a:lnTo>
                  <a:lnTo>
                    <a:pt x="672" y="2887"/>
                  </a:lnTo>
                  <a:lnTo>
                    <a:pt x="946" y="2439"/>
                  </a:lnTo>
                  <a:lnTo>
                    <a:pt x="1270" y="2016"/>
                  </a:lnTo>
                  <a:lnTo>
                    <a:pt x="1618" y="1618"/>
                  </a:lnTo>
                  <a:lnTo>
                    <a:pt x="2016" y="1270"/>
                  </a:lnTo>
                  <a:lnTo>
                    <a:pt x="2464" y="946"/>
                  </a:lnTo>
                  <a:lnTo>
                    <a:pt x="2912" y="672"/>
                  </a:lnTo>
                  <a:lnTo>
                    <a:pt x="3410" y="448"/>
                  </a:lnTo>
                  <a:lnTo>
                    <a:pt x="3908" y="249"/>
                  </a:lnTo>
                  <a:lnTo>
                    <a:pt x="4455" y="125"/>
                  </a:lnTo>
                  <a:lnTo>
                    <a:pt x="5003" y="25"/>
                  </a:lnTo>
                  <a:lnTo>
                    <a:pt x="5575"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 name="Google Shape;2843;p67">
              <a:extLst>
                <a:ext uri="{FF2B5EF4-FFF2-40B4-BE49-F238E27FC236}">
                  <a16:creationId xmlns:a16="http://schemas.microsoft.com/office/drawing/2014/main" id="{8FF0E654-EFF5-6464-DDEF-E6716661A99B}"/>
                </a:ext>
              </a:extLst>
            </p:cNvPr>
            <p:cNvSpPr/>
            <p:nvPr/>
          </p:nvSpPr>
          <p:spPr>
            <a:xfrm>
              <a:off x="2379922" y="1843383"/>
              <a:ext cx="88315" cy="87948"/>
            </a:xfrm>
            <a:custGeom>
              <a:avLst/>
              <a:gdLst/>
              <a:ahLst/>
              <a:cxnLst/>
              <a:rect l="l" t="t" r="r" b="b"/>
              <a:pathLst>
                <a:path w="6248" h="6222" extrusionOk="0">
                  <a:moveTo>
                    <a:pt x="3087" y="0"/>
                  </a:moveTo>
                  <a:lnTo>
                    <a:pt x="2763" y="25"/>
                  </a:lnTo>
                  <a:lnTo>
                    <a:pt x="2465" y="75"/>
                  </a:lnTo>
                  <a:lnTo>
                    <a:pt x="2166" y="150"/>
                  </a:lnTo>
                  <a:lnTo>
                    <a:pt x="1867" y="274"/>
                  </a:lnTo>
                  <a:lnTo>
                    <a:pt x="1594" y="398"/>
                  </a:lnTo>
                  <a:lnTo>
                    <a:pt x="1345" y="548"/>
                  </a:lnTo>
                  <a:lnTo>
                    <a:pt x="1121" y="747"/>
                  </a:lnTo>
                  <a:lnTo>
                    <a:pt x="897" y="946"/>
                  </a:lnTo>
                  <a:lnTo>
                    <a:pt x="698" y="1170"/>
                  </a:lnTo>
                  <a:lnTo>
                    <a:pt x="523" y="1419"/>
                  </a:lnTo>
                  <a:lnTo>
                    <a:pt x="374" y="1668"/>
                  </a:lnTo>
                  <a:lnTo>
                    <a:pt x="250" y="1941"/>
                  </a:lnTo>
                  <a:lnTo>
                    <a:pt x="150" y="2240"/>
                  </a:lnTo>
                  <a:lnTo>
                    <a:pt x="76" y="2539"/>
                  </a:lnTo>
                  <a:lnTo>
                    <a:pt x="26" y="2837"/>
                  </a:lnTo>
                  <a:lnTo>
                    <a:pt x="1" y="3161"/>
                  </a:lnTo>
                  <a:lnTo>
                    <a:pt x="26" y="3484"/>
                  </a:lnTo>
                  <a:lnTo>
                    <a:pt x="76" y="3783"/>
                  </a:lnTo>
                  <a:lnTo>
                    <a:pt x="150" y="4082"/>
                  </a:lnTo>
                  <a:lnTo>
                    <a:pt x="275" y="4355"/>
                  </a:lnTo>
                  <a:lnTo>
                    <a:pt x="399" y="4629"/>
                  </a:lnTo>
                  <a:lnTo>
                    <a:pt x="573" y="4903"/>
                  </a:lnTo>
                  <a:lnTo>
                    <a:pt x="747" y="5127"/>
                  </a:lnTo>
                  <a:lnTo>
                    <a:pt x="947" y="5351"/>
                  </a:lnTo>
                  <a:lnTo>
                    <a:pt x="1171" y="5550"/>
                  </a:lnTo>
                  <a:lnTo>
                    <a:pt x="1419" y="5724"/>
                  </a:lnTo>
                  <a:lnTo>
                    <a:pt x="1668" y="5873"/>
                  </a:lnTo>
                  <a:lnTo>
                    <a:pt x="1942" y="5998"/>
                  </a:lnTo>
                  <a:lnTo>
                    <a:pt x="2241" y="6097"/>
                  </a:lnTo>
                  <a:lnTo>
                    <a:pt x="2539" y="6172"/>
                  </a:lnTo>
                  <a:lnTo>
                    <a:pt x="2838" y="6222"/>
                  </a:lnTo>
                  <a:lnTo>
                    <a:pt x="3485" y="6222"/>
                  </a:lnTo>
                  <a:lnTo>
                    <a:pt x="3784" y="6147"/>
                  </a:lnTo>
                  <a:lnTo>
                    <a:pt x="4082" y="6073"/>
                  </a:lnTo>
                  <a:lnTo>
                    <a:pt x="4381" y="5973"/>
                  </a:lnTo>
                  <a:lnTo>
                    <a:pt x="4655" y="5824"/>
                  </a:lnTo>
                  <a:lnTo>
                    <a:pt x="4904" y="5674"/>
                  </a:lnTo>
                  <a:lnTo>
                    <a:pt x="5128" y="5500"/>
                  </a:lnTo>
                  <a:lnTo>
                    <a:pt x="5352" y="5301"/>
                  </a:lnTo>
                  <a:lnTo>
                    <a:pt x="5551" y="5077"/>
                  </a:lnTo>
                  <a:lnTo>
                    <a:pt x="5725" y="4828"/>
                  </a:lnTo>
                  <a:lnTo>
                    <a:pt x="5874" y="4554"/>
                  </a:lnTo>
                  <a:lnTo>
                    <a:pt x="5999" y="4281"/>
                  </a:lnTo>
                  <a:lnTo>
                    <a:pt x="6123" y="4007"/>
                  </a:lnTo>
                  <a:lnTo>
                    <a:pt x="6173" y="3708"/>
                  </a:lnTo>
                  <a:lnTo>
                    <a:pt x="6223" y="3385"/>
                  </a:lnTo>
                  <a:lnTo>
                    <a:pt x="6247" y="3086"/>
                  </a:lnTo>
                  <a:lnTo>
                    <a:pt x="6247" y="3061"/>
                  </a:lnTo>
                  <a:lnTo>
                    <a:pt x="6223" y="2763"/>
                  </a:lnTo>
                  <a:lnTo>
                    <a:pt x="6173" y="2439"/>
                  </a:lnTo>
                  <a:lnTo>
                    <a:pt x="6098" y="2140"/>
                  </a:lnTo>
                  <a:lnTo>
                    <a:pt x="5999" y="1867"/>
                  </a:lnTo>
                  <a:lnTo>
                    <a:pt x="5849" y="1593"/>
                  </a:lnTo>
                  <a:lnTo>
                    <a:pt x="5700" y="1344"/>
                  </a:lnTo>
                  <a:lnTo>
                    <a:pt x="5526" y="1120"/>
                  </a:lnTo>
                  <a:lnTo>
                    <a:pt x="5327" y="896"/>
                  </a:lnTo>
                  <a:lnTo>
                    <a:pt x="5103" y="697"/>
                  </a:lnTo>
                  <a:lnTo>
                    <a:pt x="4854" y="523"/>
                  </a:lnTo>
                  <a:lnTo>
                    <a:pt x="4605" y="374"/>
                  </a:lnTo>
                  <a:lnTo>
                    <a:pt x="4331" y="224"/>
                  </a:lnTo>
                  <a:lnTo>
                    <a:pt x="4033" y="125"/>
                  </a:lnTo>
                  <a:lnTo>
                    <a:pt x="3759" y="50"/>
                  </a:lnTo>
                  <a:lnTo>
                    <a:pt x="3435" y="25"/>
                  </a:lnTo>
                  <a:lnTo>
                    <a:pt x="3112"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 name="Google Shape;2844;p67">
              <a:extLst>
                <a:ext uri="{FF2B5EF4-FFF2-40B4-BE49-F238E27FC236}">
                  <a16:creationId xmlns:a16="http://schemas.microsoft.com/office/drawing/2014/main" id="{D0067D1C-E971-6027-4124-69D7DED6330B}"/>
                </a:ext>
              </a:extLst>
            </p:cNvPr>
            <p:cNvSpPr/>
            <p:nvPr/>
          </p:nvSpPr>
          <p:spPr>
            <a:xfrm>
              <a:off x="2379922" y="1843383"/>
              <a:ext cx="88315" cy="87948"/>
            </a:xfrm>
            <a:custGeom>
              <a:avLst/>
              <a:gdLst/>
              <a:ahLst/>
              <a:cxnLst/>
              <a:rect l="l" t="t" r="r" b="b"/>
              <a:pathLst>
                <a:path w="6248" h="6222" fill="none" extrusionOk="0">
                  <a:moveTo>
                    <a:pt x="6247" y="3086"/>
                  </a:moveTo>
                  <a:lnTo>
                    <a:pt x="6247" y="3086"/>
                  </a:lnTo>
                  <a:lnTo>
                    <a:pt x="6223" y="3385"/>
                  </a:lnTo>
                  <a:lnTo>
                    <a:pt x="6173" y="3708"/>
                  </a:lnTo>
                  <a:lnTo>
                    <a:pt x="6123" y="4007"/>
                  </a:lnTo>
                  <a:lnTo>
                    <a:pt x="5999" y="4281"/>
                  </a:lnTo>
                  <a:lnTo>
                    <a:pt x="5874" y="4554"/>
                  </a:lnTo>
                  <a:lnTo>
                    <a:pt x="5725" y="4828"/>
                  </a:lnTo>
                  <a:lnTo>
                    <a:pt x="5551" y="5077"/>
                  </a:lnTo>
                  <a:lnTo>
                    <a:pt x="5352" y="5301"/>
                  </a:lnTo>
                  <a:lnTo>
                    <a:pt x="5128" y="5500"/>
                  </a:lnTo>
                  <a:lnTo>
                    <a:pt x="4904" y="5674"/>
                  </a:lnTo>
                  <a:lnTo>
                    <a:pt x="4655" y="5824"/>
                  </a:lnTo>
                  <a:lnTo>
                    <a:pt x="4381" y="5973"/>
                  </a:lnTo>
                  <a:lnTo>
                    <a:pt x="4082" y="6073"/>
                  </a:lnTo>
                  <a:lnTo>
                    <a:pt x="3784" y="6147"/>
                  </a:lnTo>
                  <a:lnTo>
                    <a:pt x="3485" y="6222"/>
                  </a:lnTo>
                  <a:lnTo>
                    <a:pt x="3161" y="6222"/>
                  </a:lnTo>
                  <a:lnTo>
                    <a:pt x="3161" y="6222"/>
                  </a:lnTo>
                  <a:lnTo>
                    <a:pt x="2838" y="6222"/>
                  </a:lnTo>
                  <a:lnTo>
                    <a:pt x="2539" y="6172"/>
                  </a:lnTo>
                  <a:lnTo>
                    <a:pt x="2241" y="6097"/>
                  </a:lnTo>
                  <a:lnTo>
                    <a:pt x="1942" y="5998"/>
                  </a:lnTo>
                  <a:lnTo>
                    <a:pt x="1668" y="5873"/>
                  </a:lnTo>
                  <a:lnTo>
                    <a:pt x="1419" y="5724"/>
                  </a:lnTo>
                  <a:lnTo>
                    <a:pt x="1171" y="5550"/>
                  </a:lnTo>
                  <a:lnTo>
                    <a:pt x="947" y="5351"/>
                  </a:lnTo>
                  <a:lnTo>
                    <a:pt x="747" y="5127"/>
                  </a:lnTo>
                  <a:lnTo>
                    <a:pt x="573" y="4903"/>
                  </a:lnTo>
                  <a:lnTo>
                    <a:pt x="399" y="4629"/>
                  </a:lnTo>
                  <a:lnTo>
                    <a:pt x="275" y="4355"/>
                  </a:lnTo>
                  <a:lnTo>
                    <a:pt x="150" y="4082"/>
                  </a:lnTo>
                  <a:lnTo>
                    <a:pt x="76" y="3783"/>
                  </a:lnTo>
                  <a:lnTo>
                    <a:pt x="26" y="3484"/>
                  </a:lnTo>
                  <a:lnTo>
                    <a:pt x="1" y="3161"/>
                  </a:lnTo>
                  <a:lnTo>
                    <a:pt x="1" y="3161"/>
                  </a:lnTo>
                  <a:lnTo>
                    <a:pt x="26" y="2837"/>
                  </a:lnTo>
                  <a:lnTo>
                    <a:pt x="76" y="2539"/>
                  </a:lnTo>
                  <a:lnTo>
                    <a:pt x="150" y="2240"/>
                  </a:lnTo>
                  <a:lnTo>
                    <a:pt x="250" y="1941"/>
                  </a:lnTo>
                  <a:lnTo>
                    <a:pt x="374" y="1668"/>
                  </a:lnTo>
                  <a:lnTo>
                    <a:pt x="523" y="1419"/>
                  </a:lnTo>
                  <a:lnTo>
                    <a:pt x="698" y="1170"/>
                  </a:lnTo>
                  <a:lnTo>
                    <a:pt x="897" y="946"/>
                  </a:lnTo>
                  <a:lnTo>
                    <a:pt x="1121" y="747"/>
                  </a:lnTo>
                  <a:lnTo>
                    <a:pt x="1345" y="548"/>
                  </a:lnTo>
                  <a:lnTo>
                    <a:pt x="1594" y="398"/>
                  </a:lnTo>
                  <a:lnTo>
                    <a:pt x="1867" y="274"/>
                  </a:lnTo>
                  <a:lnTo>
                    <a:pt x="2166" y="150"/>
                  </a:lnTo>
                  <a:lnTo>
                    <a:pt x="2465" y="75"/>
                  </a:lnTo>
                  <a:lnTo>
                    <a:pt x="2763" y="25"/>
                  </a:lnTo>
                  <a:lnTo>
                    <a:pt x="3087" y="0"/>
                  </a:lnTo>
                  <a:lnTo>
                    <a:pt x="3087" y="0"/>
                  </a:lnTo>
                  <a:lnTo>
                    <a:pt x="3112" y="0"/>
                  </a:lnTo>
                  <a:lnTo>
                    <a:pt x="3112" y="0"/>
                  </a:lnTo>
                  <a:lnTo>
                    <a:pt x="3435" y="25"/>
                  </a:lnTo>
                  <a:lnTo>
                    <a:pt x="3759" y="50"/>
                  </a:lnTo>
                  <a:lnTo>
                    <a:pt x="4033" y="125"/>
                  </a:lnTo>
                  <a:lnTo>
                    <a:pt x="4331" y="224"/>
                  </a:lnTo>
                  <a:lnTo>
                    <a:pt x="4605" y="374"/>
                  </a:lnTo>
                  <a:lnTo>
                    <a:pt x="4854" y="523"/>
                  </a:lnTo>
                  <a:lnTo>
                    <a:pt x="5103" y="697"/>
                  </a:lnTo>
                  <a:lnTo>
                    <a:pt x="5327" y="896"/>
                  </a:lnTo>
                  <a:lnTo>
                    <a:pt x="5526" y="1120"/>
                  </a:lnTo>
                  <a:lnTo>
                    <a:pt x="5700" y="1344"/>
                  </a:lnTo>
                  <a:lnTo>
                    <a:pt x="5849" y="1593"/>
                  </a:lnTo>
                  <a:lnTo>
                    <a:pt x="5999" y="1867"/>
                  </a:lnTo>
                  <a:lnTo>
                    <a:pt x="6098" y="2140"/>
                  </a:lnTo>
                  <a:lnTo>
                    <a:pt x="6173" y="2439"/>
                  </a:lnTo>
                  <a:lnTo>
                    <a:pt x="6223" y="2763"/>
                  </a:lnTo>
                  <a:lnTo>
                    <a:pt x="6247" y="3061"/>
                  </a:lnTo>
                  <a:lnTo>
                    <a:pt x="6247" y="3086"/>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 name="Google Shape;2845;p67">
              <a:extLst>
                <a:ext uri="{FF2B5EF4-FFF2-40B4-BE49-F238E27FC236}">
                  <a16:creationId xmlns:a16="http://schemas.microsoft.com/office/drawing/2014/main" id="{1EA91C7E-D2D6-E11C-64E3-5738DD8F99C0}"/>
                </a:ext>
              </a:extLst>
            </p:cNvPr>
            <p:cNvSpPr/>
            <p:nvPr/>
          </p:nvSpPr>
          <p:spPr>
            <a:xfrm>
              <a:off x="2427769" y="1729059"/>
              <a:ext cx="157959" cy="155838"/>
            </a:xfrm>
            <a:custGeom>
              <a:avLst/>
              <a:gdLst/>
              <a:ahLst/>
              <a:cxnLst/>
              <a:rect l="l" t="t" r="r" b="b"/>
              <a:pathLst>
                <a:path w="11175" h="11025" extrusionOk="0">
                  <a:moveTo>
                    <a:pt x="5575" y="0"/>
                  </a:moveTo>
                  <a:lnTo>
                    <a:pt x="5003" y="25"/>
                  </a:lnTo>
                  <a:lnTo>
                    <a:pt x="4455" y="124"/>
                  </a:lnTo>
                  <a:lnTo>
                    <a:pt x="3933" y="249"/>
                  </a:lnTo>
                  <a:lnTo>
                    <a:pt x="3410" y="448"/>
                  </a:lnTo>
                  <a:lnTo>
                    <a:pt x="2912" y="672"/>
                  </a:lnTo>
                  <a:lnTo>
                    <a:pt x="2464" y="946"/>
                  </a:lnTo>
                  <a:lnTo>
                    <a:pt x="2016" y="1269"/>
                  </a:lnTo>
                  <a:lnTo>
                    <a:pt x="1618" y="1618"/>
                  </a:lnTo>
                  <a:lnTo>
                    <a:pt x="1270" y="2016"/>
                  </a:lnTo>
                  <a:lnTo>
                    <a:pt x="946" y="2439"/>
                  </a:lnTo>
                  <a:lnTo>
                    <a:pt x="672" y="2887"/>
                  </a:lnTo>
                  <a:lnTo>
                    <a:pt x="424" y="3360"/>
                  </a:lnTo>
                  <a:lnTo>
                    <a:pt x="249" y="3882"/>
                  </a:lnTo>
                  <a:lnTo>
                    <a:pt x="100" y="4405"/>
                  </a:lnTo>
                  <a:lnTo>
                    <a:pt x="25" y="4952"/>
                  </a:lnTo>
                  <a:lnTo>
                    <a:pt x="0" y="5500"/>
                  </a:lnTo>
                  <a:lnTo>
                    <a:pt x="25" y="6072"/>
                  </a:lnTo>
                  <a:lnTo>
                    <a:pt x="100" y="6620"/>
                  </a:lnTo>
                  <a:lnTo>
                    <a:pt x="249" y="7143"/>
                  </a:lnTo>
                  <a:lnTo>
                    <a:pt x="424" y="7665"/>
                  </a:lnTo>
                  <a:lnTo>
                    <a:pt x="672" y="8138"/>
                  </a:lnTo>
                  <a:lnTo>
                    <a:pt x="946" y="8586"/>
                  </a:lnTo>
                  <a:lnTo>
                    <a:pt x="1270" y="9009"/>
                  </a:lnTo>
                  <a:lnTo>
                    <a:pt x="1618" y="9407"/>
                  </a:lnTo>
                  <a:lnTo>
                    <a:pt x="2016" y="9756"/>
                  </a:lnTo>
                  <a:lnTo>
                    <a:pt x="2464" y="10079"/>
                  </a:lnTo>
                  <a:lnTo>
                    <a:pt x="2912" y="10353"/>
                  </a:lnTo>
                  <a:lnTo>
                    <a:pt x="3410" y="10577"/>
                  </a:lnTo>
                  <a:lnTo>
                    <a:pt x="3933" y="10776"/>
                  </a:lnTo>
                  <a:lnTo>
                    <a:pt x="4455" y="10900"/>
                  </a:lnTo>
                  <a:lnTo>
                    <a:pt x="5003" y="11000"/>
                  </a:lnTo>
                  <a:lnTo>
                    <a:pt x="5575" y="11025"/>
                  </a:lnTo>
                  <a:lnTo>
                    <a:pt x="6147" y="11000"/>
                  </a:lnTo>
                  <a:lnTo>
                    <a:pt x="6720" y="10900"/>
                  </a:lnTo>
                  <a:lnTo>
                    <a:pt x="7243" y="10776"/>
                  </a:lnTo>
                  <a:lnTo>
                    <a:pt x="7765" y="10577"/>
                  </a:lnTo>
                  <a:lnTo>
                    <a:pt x="8263" y="10353"/>
                  </a:lnTo>
                  <a:lnTo>
                    <a:pt x="8711" y="10079"/>
                  </a:lnTo>
                  <a:lnTo>
                    <a:pt x="9134" y="9756"/>
                  </a:lnTo>
                  <a:lnTo>
                    <a:pt x="9532" y="9407"/>
                  </a:lnTo>
                  <a:lnTo>
                    <a:pt x="9905" y="9009"/>
                  </a:lnTo>
                  <a:lnTo>
                    <a:pt x="10229" y="8586"/>
                  </a:lnTo>
                  <a:lnTo>
                    <a:pt x="10503" y="8138"/>
                  </a:lnTo>
                  <a:lnTo>
                    <a:pt x="10752" y="7665"/>
                  </a:lnTo>
                  <a:lnTo>
                    <a:pt x="10926" y="7143"/>
                  </a:lnTo>
                  <a:lnTo>
                    <a:pt x="11075" y="6620"/>
                  </a:lnTo>
                  <a:lnTo>
                    <a:pt x="11150" y="6072"/>
                  </a:lnTo>
                  <a:lnTo>
                    <a:pt x="11175" y="5500"/>
                  </a:lnTo>
                  <a:lnTo>
                    <a:pt x="11150" y="4952"/>
                  </a:lnTo>
                  <a:lnTo>
                    <a:pt x="11075" y="4405"/>
                  </a:lnTo>
                  <a:lnTo>
                    <a:pt x="10926" y="3882"/>
                  </a:lnTo>
                  <a:lnTo>
                    <a:pt x="10752" y="3360"/>
                  </a:lnTo>
                  <a:lnTo>
                    <a:pt x="10503" y="2887"/>
                  </a:lnTo>
                  <a:lnTo>
                    <a:pt x="10229" y="2439"/>
                  </a:lnTo>
                  <a:lnTo>
                    <a:pt x="9905" y="2016"/>
                  </a:lnTo>
                  <a:lnTo>
                    <a:pt x="9532" y="1618"/>
                  </a:lnTo>
                  <a:lnTo>
                    <a:pt x="9134" y="1269"/>
                  </a:lnTo>
                  <a:lnTo>
                    <a:pt x="8711" y="946"/>
                  </a:lnTo>
                  <a:lnTo>
                    <a:pt x="8263" y="672"/>
                  </a:lnTo>
                  <a:lnTo>
                    <a:pt x="7765" y="448"/>
                  </a:lnTo>
                  <a:lnTo>
                    <a:pt x="7243" y="249"/>
                  </a:lnTo>
                  <a:lnTo>
                    <a:pt x="6720" y="124"/>
                  </a:lnTo>
                  <a:lnTo>
                    <a:pt x="6147" y="25"/>
                  </a:lnTo>
                  <a:lnTo>
                    <a:pt x="5575"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4" name="Google Shape;2846;p67">
              <a:extLst>
                <a:ext uri="{FF2B5EF4-FFF2-40B4-BE49-F238E27FC236}">
                  <a16:creationId xmlns:a16="http://schemas.microsoft.com/office/drawing/2014/main" id="{4C6F1668-26A0-2E2B-199B-DBDE3B3B4C98}"/>
                </a:ext>
              </a:extLst>
            </p:cNvPr>
            <p:cNvSpPr/>
            <p:nvPr/>
          </p:nvSpPr>
          <p:spPr>
            <a:xfrm>
              <a:off x="2518177" y="3889297"/>
              <a:ext cx="83736" cy="151273"/>
            </a:xfrm>
            <a:custGeom>
              <a:avLst/>
              <a:gdLst/>
              <a:ahLst/>
              <a:cxnLst/>
              <a:rect l="l" t="t" r="r" b="b"/>
              <a:pathLst>
                <a:path w="5924" h="10702" extrusionOk="0">
                  <a:moveTo>
                    <a:pt x="5923" y="1"/>
                  </a:moveTo>
                  <a:lnTo>
                    <a:pt x="1344" y="75"/>
                  </a:lnTo>
                  <a:lnTo>
                    <a:pt x="0" y="10702"/>
                  </a:lnTo>
                  <a:lnTo>
                    <a:pt x="4604" y="10652"/>
                  </a:lnTo>
                  <a:lnTo>
                    <a:pt x="5923" y="1"/>
                  </a:lnTo>
                  <a:close/>
                </a:path>
              </a:pathLst>
            </a:custGeom>
            <a:solidFill>
              <a:srgbClr val="FF8B7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 name="Google Shape;2847;p67">
              <a:extLst>
                <a:ext uri="{FF2B5EF4-FFF2-40B4-BE49-F238E27FC236}">
                  <a16:creationId xmlns:a16="http://schemas.microsoft.com/office/drawing/2014/main" id="{9B370733-196D-860A-DDF6-79FF7E117066}"/>
                </a:ext>
              </a:extLst>
            </p:cNvPr>
            <p:cNvSpPr/>
            <p:nvPr/>
          </p:nvSpPr>
          <p:spPr>
            <a:xfrm>
              <a:off x="2518177" y="3889297"/>
              <a:ext cx="83736" cy="151273"/>
            </a:xfrm>
            <a:custGeom>
              <a:avLst/>
              <a:gdLst/>
              <a:ahLst/>
              <a:cxnLst/>
              <a:rect l="l" t="t" r="r" b="b"/>
              <a:pathLst>
                <a:path w="5924" h="10702" fill="none" extrusionOk="0">
                  <a:moveTo>
                    <a:pt x="0" y="10702"/>
                  </a:moveTo>
                  <a:lnTo>
                    <a:pt x="4604" y="10652"/>
                  </a:lnTo>
                  <a:lnTo>
                    <a:pt x="5923" y="1"/>
                  </a:lnTo>
                  <a:lnTo>
                    <a:pt x="1344" y="75"/>
                  </a:lnTo>
                  <a:lnTo>
                    <a:pt x="0" y="10702"/>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 name="Google Shape;2848;p67">
              <a:extLst>
                <a:ext uri="{FF2B5EF4-FFF2-40B4-BE49-F238E27FC236}">
                  <a16:creationId xmlns:a16="http://schemas.microsoft.com/office/drawing/2014/main" id="{0EF463FE-3E96-DF7A-9E30-D51827D2157C}"/>
                </a:ext>
              </a:extLst>
            </p:cNvPr>
            <p:cNvSpPr/>
            <p:nvPr/>
          </p:nvSpPr>
          <p:spPr>
            <a:xfrm>
              <a:off x="2866435" y="3864320"/>
              <a:ext cx="105546" cy="172730"/>
            </a:xfrm>
            <a:custGeom>
              <a:avLst/>
              <a:gdLst/>
              <a:ahLst/>
              <a:cxnLst/>
              <a:rect l="l" t="t" r="r" b="b"/>
              <a:pathLst>
                <a:path w="7467" h="12220" extrusionOk="0">
                  <a:moveTo>
                    <a:pt x="4131" y="1"/>
                  </a:moveTo>
                  <a:lnTo>
                    <a:pt x="0" y="2415"/>
                  </a:lnTo>
                  <a:lnTo>
                    <a:pt x="3310" y="12220"/>
                  </a:lnTo>
                  <a:lnTo>
                    <a:pt x="7466" y="9806"/>
                  </a:lnTo>
                  <a:lnTo>
                    <a:pt x="4131" y="1"/>
                  </a:lnTo>
                  <a:close/>
                </a:path>
              </a:pathLst>
            </a:custGeom>
            <a:solidFill>
              <a:srgbClr val="FF8B7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7" name="Google Shape;2849;p67">
              <a:extLst>
                <a:ext uri="{FF2B5EF4-FFF2-40B4-BE49-F238E27FC236}">
                  <a16:creationId xmlns:a16="http://schemas.microsoft.com/office/drawing/2014/main" id="{63C39B97-30D6-19FA-57B1-D10F43A65609}"/>
                </a:ext>
              </a:extLst>
            </p:cNvPr>
            <p:cNvSpPr/>
            <p:nvPr/>
          </p:nvSpPr>
          <p:spPr>
            <a:xfrm>
              <a:off x="2866435" y="3864320"/>
              <a:ext cx="105546" cy="172730"/>
            </a:xfrm>
            <a:custGeom>
              <a:avLst/>
              <a:gdLst/>
              <a:ahLst/>
              <a:cxnLst/>
              <a:rect l="l" t="t" r="r" b="b"/>
              <a:pathLst>
                <a:path w="7467" h="12220" fill="none" extrusionOk="0">
                  <a:moveTo>
                    <a:pt x="3310" y="12220"/>
                  </a:moveTo>
                  <a:lnTo>
                    <a:pt x="7466" y="9806"/>
                  </a:lnTo>
                  <a:lnTo>
                    <a:pt x="4131" y="1"/>
                  </a:lnTo>
                  <a:lnTo>
                    <a:pt x="0" y="2415"/>
                  </a:lnTo>
                  <a:lnTo>
                    <a:pt x="3310" y="1222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 name="Google Shape;2850;p67">
              <a:extLst>
                <a:ext uri="{FF2B5EF4-FFF2-40B4-BE49-F238E27FC236}">
                  <a16:creationId xmlns:a16="http://schemas.microsoft.com/office/drawing/2014/main" id="{C523FDC8-B4A5-8C6E-F743-4FB11E1CD12F}"/>
                </a:ext>
              </a:extLst>
            </p:cNvPr>
            <p:cNvSpPr/>
            <p:nvPr/>
          </p:nvSpPr>
          <p:spPr>
            <a:xfrm>
              <a:off x="2906536" y="3980411"/>
              <a:ext cx="204745" cy="126650"/>
            </a:xfrm>
            <a:custGeom>
              <a:avLst/>
              <a:gdLst/>
              <a:ahLst/>
              <a:cxnLst/>
              <a:rect l="l" t="t" r="r" b="b"/>
              <a:pathLst>
                <a:path w="14485" h="8960" extrusionOk="0">
                  <a:moveTo>
                    <a:pt x="13788" y="0"/>
                  </a:moveTo>
                  <a:lnTo>
                    <a:pt x="13638" y="25"/>
                  </a:lnTo>
                  <a:lnTo>
                    <a:pt x="12369" y="398"/>
                  </a:lnTo>
                  <a:lnTo>
                    <a:pt x="11175" y="697"/>
                  </a:lnTo>
                  <a:lnTo>
                    <a:pt x="10055" y="946"/>
                  </a:lnTo>
                  <a:lnTo>
                    <a:pt x="9009" y="1120"/>
                  </a:lnTo>
                  <a:lnTo>
                    <a:pt x="8064" y="1220"/>
                  </a:lnTo>
                  <a:lnTo>
                    <a:pt x="7616" y="1245"/>
                  </a:lnTo>
                  <a:lnTo>
                    <a:pt x="7218" y="1269"/>
                  </a:lnTo>
                  <a:lnTo>
                    <a:pt x="6844" y="1269"/>
                  </a:lnTo>
                  <a:lnTo>
                    <a:pt x="6471" y="1245"/>
                  </a:lnTo>
                  <a:lnTo>
                    <a:pt x="6147" y="1220"/>
                  </a:lnTo>
                  <a:lnTo>
                    <a:pt x="5849" y="1170"/>
                  </a:lnTo>
                  <a:lnTo>
                    <a:pt x="5650" y="1145"/>
                  </a:lnTo>
                  <a:lnTo>
                    <a:pt x="5451" y="1145"/>
                  </a:lnTo>
                  <a:lnTo>
                    <a:pt x="5251" y="1195"/>
                  </a:lnTo>
                  <a:lnTo>
                    <a:pt x="5077" y="1269"/>
                  </a:lnTo>
                  <a:lnTo>
                    <a:pt x="199" y="4032"/>
                  </a:lnTo>
                  <a:lnTo>
                    <a:pt x="100" y="4107"/>
                  </a:lnTo>
                  <a:lnTo>
                    <a:pt x="25" y="4231"/>
                  </a:lnTo>
                  <a:lnTo>
                    <a:pt x="0" y="4355"/>
                  </a:lnTo>
                  <a:lnTo>
                    <a:pt x="25" y="4505"/>
                  </a:lnTo>
                  <a:lnTo>
                    <a:pt x="1245" y="8487"/>
                  </a:lnTo>
                  <a:lnTo>
                    <a:pt x="1294" y="8611"/>
                  </a:lnTo>
                  <a:lnTo>
                    <a:pt x="1369" y="8735"/>
                  </a:lnTo>
                  <a:lnTo>
                    <a:pt x="1469" y="8810"/>
                  </a:lnTo>
                  <a:lnTo>
                    <a:pt x="1568" y="8885"/>
                  </a:lnTo>
                  <a:lnTo>
                    <a:pt x="1693" y="8935"/>
                  </a:lnTo>
                  <a:lnTo>
                    <a:pt x="1817" y="8959"/>
                  </a:lnTo>
                  <a:lnTo>
                    <a:pt x="1966" y="8959"/>
                  </a:lnTo>
                  <a:lnTo>
                    <a:pt x="2091" y="8935"/>
                  </a:lnTo>
                  <a:lnTo>
                    <a:pt x="2215" y="8860"/>
                  </a:lnTo>
                  <a:lnTo>
                    <a:pt x="3310" y="8213"/>
                  </a:lnTo>
                  <a:lnTo>
                    <a:pt x="4380" y="7566"/>
                  </a:lnTo>
                  <a:lnTo>
                    <a:pt x="5500" y="6869"/>
                  </a:lnTo>
                  <a:lnTo>
                    <a:pt x="6844" y="6097"/>
                  </a:lnTo>
                  <a:lnTo>
                    <a:pt x="8138" y="5376"/>
                  </a:lnTo>
                  <a:lnTo>
                    <a:pt x="9980" y="4405"/>
                  </a:lnTo>
                  <a:lnTo>
                    <a:pt x="11896" y="3385"/>
                  </a:lnTo>
                  <a:lnTo>
                    <a:pt x="13464" y="2514"/>
                  </a:lnTo>
                  <a:lnTo>
                    <a:pt x="13738" y="2315"/>
                  </a:lnTo>
                  <a:lnTo>
                    <a:pt x="13987" y="2116"/>
                  </a:lnTo>
                  <a:lnTo>
                    <a:pt x="14161" y="1917"/>
                  </a:lnTo>
                  <a:lnTo>
                    <a:pt x="14310" y="1693"/>
                  </a:lnTo>
                  <a:lnTo>
                    <a:pt x="14385" y="1469"/>
                  </a:lnTo>
                  <a:lnTo>
                    <a:pt x="14460" y="1245"/>
                  </a:lnTo>
                  <a:lnTo>
                    <a:pt x="14484" y="1021"/>
                  </a:lnTo>
                  <a:lnTo>
                    <a:pt x="14460" y="821"/>
                  </a:lnTo>
                  <a:lnTo>
                    <a:pt x="14435" y="622"/>
                  </a:lnTo>
                  <a:lnTo>
                    <a:pt x="14360" y="448"/>
                  </a:lnTo>
                  <a:lnTo>
                    <a:pt x="14285" y="299"/>
                  </a:lnTo>
                  <a:lnTo>
                    <a:pt x="14161" y="174"/>
                  </a:lnTo>
                  <a:lnTo>
                    <a:pt x="14061" y="75"/>
                  </a:lnTo>
                  <a:lnTo>
                    <a:pt x="13912" y="25"/>
                  </a:lnTo>
                  <a:lnTo>
                    <a:pt x="13788"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 name="Google Shape;2851;p67">
              <a:extLst>
                <a:ext uri="{FF2B5EF4-FFF2-40B4-BE49-F238E27FC236}">
                  <a16:creationId xmlns:a16="http://schemas.microsoft.com/office/drawing/2014/main" id="{D3EDA628-C7C4-E9EA-1C33-2D7746ADF16B}"/>
                </a:ext>
              </a:extLst>
            </p:cNvPr>
            <p:cNvSpPr/>
            <p:nvPr/>
          </p:nvSpPr>
          <p:spPr>
            <a:xfrm>
              <a:off x="2496013" y="4032470"/>
              <a:ext cx="245907" cy="74944"/>
            </a:xfrm>
            <a:custGeom>
              <a:avLst/>
              <a:gdLst/>
              <a:ahLst/>
              <a:cxnLst/>
              <a:rect l="l" t="t" r="r" b="b"/>
              <a:pathLst>
                <a:path w="17397" h="5302" extrusionOk="0">
                  <a:moveTo>
                    <a:pt x="6272" y="0"/>
                  </a:moveTo>
                  <a:lnTo>
                    <a:pt x="1245" y="75"/>
                  </a:lnTo>
                  <a:lnTo>
                    <a:pt x="1120" y="100"/>
                  </a:lnTo>
                  <a:lnTo>
                    <a:pt x="996" y="175"/>
                  </a:lnTo>
                  <a:lnTo>
                    <a:pt x="921" y="274"/>
                  </a:lnTo>
                  <a:lnTo>
                    <a:pt x="872" y="399"/>
                  </a:lnTo>
                  <a:lnTo>
                    <a:pt x="25" y="4480"/>
                  </a:lnTo>
                  <a:lnTo>
                    <a:pt x="0" y="4629"/>
                  </a:lnTo>
                  <a:lnTo>
                    <a:pt x="25" y="4754"/>
                  </a:lnTo>
                  <a:lnTo>
                    <a:pt x="50" y="4878"/>
                  </a:lnTo>
                  <a:lnTo>
                    <a:pt x="125" y="4978"/>
                  </a:lnTo>
                  <a:lnTo>
                    <a:pt x="200" y="5102"/>
                  </a:lnTo>
                  <a:lnTo>
                    <a:pt x="299" y="5177"/>
                  </a:lnTo>
                  <a:lnTo>
                    <a:pt x="399" y="5227"/>
                  </a:lnTo>
                  <a:lnTo>
                    <a:pt x="523" y="5276"/>
                  </a:lnTo>
                  <a:lnTo>
                    <a:pt x="697" y="5301"/>
                  </a:lnTo>
                  <a:lnTo>
                    <a:pt x="3858" y="5177"/>
                  </a:lnTo>
                  <a:lnTo>
                    <a:pt x="5625" y="5102"/>
                  </a:lnTo>
                  <a:lnTo>
                    <a:pt x="7392" y="5052"/>
                  </a:lnTo>
                  <a:lnTo>
                    <a:pt x="9333" y="5052"/>
                  </a:lnTo>
                  <a:lnTo>
                    <a:pt x="11249" y="5077"/>
                  </a:lnTo>
                  <a:lnTo>
                    <a:pt x="13240" y="5077"/>
                  </a:lnTo>
                  <a:lnTo>
                    <a:pt x="15455" y="5052"/>
                  </a:lnTo>
                  <a:lnTo>
                    <a:pt x="15779" y="5028"/>
                  </a:lnTo>
                  <a:lnTo>
                    <a:pt x="16102" y="4953"/>
                  </a:lnTo>
                  <a:lnTo>
                    <a:pt x="16351" y="4853"/>
                  </a:lnTo>
                  <a:lnTo>
                    <a:pt x="16600" y="4729"/>
                  </a:lnTo>
                  <a:lnTo>
                    <a:pt x="16799" y="4580"/>
                  </a:lnTo>
                  <a:lnTo>
                    <a:pt x="16973" y="4430"/>
                  </a:lnTo>
                  <a:lnTo>
                    <a:pt x="17123" y="4231"/>
                  </a:lnTo>
                  <a:lnTo>
                    <a:pt x="17247" y="4057"/>
                  </a:lnTo>
                  <a:lnTo>
                    <a:pt x="17322" y="3858"/>
                  </a:lnTo>
                  <a:lnTo>
                    <a:pt x="17371" y="3684"/>
                  </a:lnTo>
                  <a:lnTo>
                    <a:pt x="17396" y="3509"/>
                  </a:lnTo>
                  <a:lnTo>
                    <a:pt x="17371" y="3360"/>
                  </a:lnTo>
                  <a:lnTo>
                    <a:pt x="17347" y="3211"/>
                  </a:lnTo>
                  <a:lnTo>
                    <a:pt x="17272" y="3086"/>
                  </a:lnTo>
                  <a:lnTo>
                    <a:pt x="17172" y="3012"/>
                  </a:lnTo>
                  <a:lnTo>
                    <a:pt x="17023" y="2962"/>
                  </a:lnTo>
                  <a:lnTo>
                    <a:pt x="15704" y="2713"/>
                  </a:lnTo>
                  <a:lnTo>
                    <a:pt x="14435" y="2489"/>
                  </a:lnTo>
                  <a:lnTo>
                    <a:pt x="13215" y="2290"/>
                  </a:lnTo>
                  <a:lnTo>
                    <a:pt x="12021" y="2066"/>
                  </a:lnTo>
                  <a:lnTo>
                    <a:pt x="11448" y="1942"/>
                  </a:lnTo>
                  <a:lnTo>
                    <a:pt x="10851" y="1792"/>
                  </a:lnTo>
                  <a:lnTo>
                    <a:pt x="10279" y="1618"/>
                  </a:lnTo>
                  <a:lnTo>
                    <a:pt x="9706" y="1419"/>
                  </a:lnTo>
                  <a:lnTo>
                    <a:pt x="9109" y="1195"/>
                  </a:lnTo>
                  <a:lnTo>
                    <a:pt x="8537" y="946"/>
                  </a:lnTo>
                  <a:lnTo>
                    <a:pt x="7964" y="648"/>
                  </a:lnTo>
                  <a:lnTo>
                    <a:pt x="7367" y="324"/>
                  </a:lnTo>
                  <a:lnTo>
                    <a:pt x="7118" y="200"/>
                  </a:lnTo>
                  <a:lnTo>
                    <a:pt x="6844" y="100"/>
                  </a:lnTo>
                  <a:lnTo>
                    <a:pt x="6546" y="25"/>
                  </a:lnTo>
                  <a:lnTo>
                    <a:pt x="6272"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 name="Google Shape;2852;p67">
              <a:extLst>
                <a:ext uri="{FF2B5EF4-FFF2-40B4-BE49-F238E27FC236}">
                  <a16:creationId xmlns:a16="http://schemas.microsoft.com/office/drawing/2014/main" id="{A9D1101B-0FE4-3ADD-0268-933861644E00}"/>
                </a:ext>
              </a:extLst>
            </p:cNvPr>
            <p:cNvSpPr/>
            <p:nvPr/>
          </p:nvSpPr>
          <p:spPr>
            <a:xfrm>
              <a:off x="2593460" y="2068511"/>
              <a:ext cx="367256" cy="318377"/>
            </a:xfrm>
            <a:custGeom>
              <a:avLst/>
              <a:gdLst/>
              <a:ahLst/>
              <a:cxnLst/>
              <a:rect l="l" t="t" r="r" b="b"/>
              <a:pathLst>
                <a:path w="25982" h="22524" extrusionOk="0">
                  <a:moveTo>
                    <a:pt x="15079" y="16480"/>
                  </a:moveTo>
                  <a:lnTo>
                    <a:pt x="15032" y="16501"/>
                  </a:lnTo>
                  <a:lnTo>
                    <a:pt x="14858" y="16575"/>
                  </a:lnTo>
                  <a:lnTo>
                    <a:pt x="14882" y="16526"/>
                  </a:lnTo>
                  <a:lnTo>
                    <a:pt x="14957" y="16501"/>
                  </a:lnTo>
                  <a:lnTo>
                    <a:pt x="15079" y="16480"/>
                  </a:lnTo>
                  <a:close/>
                  <a:moveTo>
                    <a:pt x="6371" y="1"/>
                  </a:moveTo>
                  <a:lnTo>
                    <a:pt x="0" y="2713"/>
                  </a:lnTo>
                  <a:lnTo>
                    <a:pt x="523" y="3908"/>
                  </a:lnTo>
                  <a:lnTo>
                    <a:pt x="1045" y="5053"/>
                  </a:lnTo>
                  <a:lnTo>
                    <a:pt x="1593" y="6173"/>
                  </a:lnTo>
                  <a:lnTo>
                    <a:pt x="2140" y="7268"/>
                  </a:lnTo>
                  <a:lnTo>
                    <a:pt x="2738" y="8388"/>
                  </a:lnTo>
                  <a:lnTo>
                    <a:pt x="3310" y="9483"/>
                  </a:lnTo>
                  <a:lnTo>
                    <a:pt x="3932" y="10578"/>
                  </a:lnTo>
                  <a:lnTo>
                    <a:pt x="4554" y="11648"/>
                  </a:lnTo>
                  <a:lnTo>
                    <a:pt x="5201" y="12718"/>
                  </a:lnTo>
                  <a:lnTo>
                    <a:pt x="5873" y="13788"/>
                  </a:lnTo>
                  <a:lnTo>
                    <a:pt x="6570" y="14858"/>
                  </a:lnTo>
                  <a:lnTo>
                    <a:pt x="7267" y="15903"/>
                  </a:lnTo>
                  <a:lnTo>
                    <a:pt x="8014" y="16973"/>
                  </a:lnTo>
                  <a:lnTo>
                    <a:pt x="8785" y="17994"/>
                  </a:lnTo>
                  <a:lnTo>
                    <a:pt x="9582" y="19014"/>
                  </a:lnTo>
                  <a:lnTo>
                    <a:pt x="10428" y="20010"/>
                  </a:lnTo>
                  <a:lnTo>
                    <a:pt x="10851" y="20507"/>
                  </a:lnTo>
                  <a:lnTo>
                    <a:pt x="11224" y="20906"/>
                  </a:lnTo>
                  <a:lnTo>
                    <a:pt x="11647" y="21279"/>
                  </a:lnTo>
                  <a:lnTo>
                    <a:pt x="11921" y="21503"/>
                  </a:lnTo>
                  <a:lnTo>
                    <a:pt x="12220" y="21702"/>
                  </a:lnTo>
                  <a:lnTo>
                    <a:pt x="12543" y="21901"/>
                  </a:lnTo>
                  <a:lnTo>
                    <a:pt x="12867" y="22050"/>
                  </a:lnTo>
                  <a:lnTo>
                    <a:pt x="13190" y="22200"/>
                  </a:lnTo>
                  <a:lnTo>
                    <a:pt x="13539" y="22299"/>
                  </a:lnTo>
                  <a:lnTo>
                    <a:pt x="13887" y="22399"/>
                  </a:lnTo>
                  <a:lnTo>
                    <a:pt x="14235" y="22473"/>
                  </a:lnTo>
                  <a:lnTo>
                    <a:pt x="14584" y="22523"/>
                  </a:lnTo>
                  <a:lnTo>
                    <a:pt x="15306" y="22523"/>
                  </a:lnTo>
                  <a:lnTo>
                    <a:pt x="15654" y="22473"/>
                  </a:lnTo>
                  <a:lnTo>
                    <a:pt x="16002" y="22424"/>
                  </a:lnTo>
                  <a:lnTo>
                    <a:pt x="16351" y="22349"/>
                  </a:lnTo>
                  <a:lnTo>
                    <a:pt x="16674" y="22249"/>
                  </a:lnTo>
                  <a:lnTo>
                    <a:pt x="17023" y="22100"/>
                  </a:lnTo>
                  <a:lnTo>
                    <a:pt x="17471" y="21901"/>
                  </a:lnTo>
                  <a:lnTo>
                    <a:pt x="17919" y="21652"/>
                  </a:lnTo>
                  <a:lnTo>
                    <a:pt x="18367" y="21354"/>
                  </a:lnTo>
                  <a:lnTo>
                    <a:pt x="18765" y="21055"/>
                  </a:lnTo>
                  <a:lnTo>
                    <a:pt x="19337" y="20532"/>
                  </a:lnTo>
                  <a:lnTo>
                    <a:pt x="19885" y="19960"/>
                  </a:lnTo>
                  <a:lnTo>
                    <a:pt x="20382" y="19388"/>
                  </a:lnTo>
                  <a:lnTo>
                    <a:pt x="20855" y="18765"/>
                  </a:lnTo>
                  <a:lnTo>
                    <a:pt x="21229" y="18193"/>
                  </a:lnTo>
                  <a:lnTo>
                    <a:pt x="21602" y="17645"/>
                  </a:lnTo>
                  <a:lnTo>
                    <a:pt x="21950" y="17048"/>
                  </a:lnTo>
                  <a:lnTo>
                    <a:pt x="22299" y="16476"/>
                  </a:lnTo>
                  <a:lnTo>
                    <a:pt x="22871" y="15331"/>
                  </a:lnTo>
                  <a:lnTo>
                    <a:pt x="23419" y="14186"/>
                  </a:lnTo>
                  <a:lnTo>
                    <a:pt x="23916" y="13041"/>
                  </a:lnTo>
                  <a:lnTo>
                    <a:pt x="24414" y="11847"/>
                  </a:lnTo>
                  <a:lnTo>
                    <a:pt x="24862" y="10677"/>
                  </a:lnTo>
                  <a:lnTo>
                    <a:pt x="25260" y="9458"/>
                  </a:lnTo>
                  <a:lnTo>
                    <a:pt x="25634" y="8263"/>
                  </a:lnTo>
                  <a:lnTo>
                    <a:pt x="25982" y="7019"/>
                  </a:lnTo>
                  <a:lnTo>
                    <a:pt x="22772" y="5774"/>
                  </a:lnTo>
                  <a:lnTo>
                    <a:pt x="21602" y="7815"/>
                  </a:lnTo>
                  <a:lnTo>
                    <a:pt x="21005" y="8836"/>
                  </a:lnTo>
                  <a:lnTo>
                    <a:pt x="20382" y="9831"/>
                  </a:lnTo>
                  <a:lnTo>
                    <a:pt x="19760" y="10826"/>
                  </a:lnTo>
                  <a:lnTo>
                    <a:pt x="19138" y="11797"/>
                  </a:lnTo>
                  <a:lnTo>
                    <a:pt x="18491" y="12743"/>
                  </a:lnTo>
                  <a:lnTo>
                    <a:pt x="17844" y="13639"/>
                  </a:lnTo>
                  <a:lnTo>
                    <a:pt x="17197" y="14485"/>
                  </a:lnTo>
                  <a:lnTo>
                    <a:pt x="16500" y="15281"/>
                  </a:lnTo>
                  <a:lnTo>
                    <a:pt x="16201" y="15580"/>
                  </a:lnTo>
                  <a:lnTo>
                    <a:pt x="15878" y="15878"/>
                  </a:lnTo>
                  <a:lnTo>
                    <a:pt x="15554" y="16152"/>
                  </a:lnTo>
                  <a:lnTo>
                    <a:pt x="15462" y="16225"/>
                  </a:lnTo>
                  <a:lnTo>
                    <a:pt x="15355" y="16078"/>
                  </a:lnTo>
                  <a:lnTo>
                    <a:pt x="14708" y="15132"/>
                  </a:lnTo>
                  <a:lnTo>
                    <a:pt x="14061" y="14186"/>
                  </a:lnTo>
                  <a:lnTo>
                    <a:pt x="13439" y="13240"/>
                  </a:lnTo>
                  <a:lnTo>
                    <a:pt x="12842" y="12270"/>
                  </a:lnTo>
                  <a:lnTo>
                    <a:pt x="12244" y="11299"/>
                  </a:lnTo>
                  <a:lnTo>
                    <a:pt x="11672" y="10304"/>
                  </a:lnTo>
                  <a:lnTo>
                    <a:pt x="11100" y="9308"/>
                  </a:lnTo>
                  <a:lnTo>
                    <a:pt x="10552" y="8313"/>
                  </a:lnTo>
                  <a:lnTo>
                    <a:pt x="9457" y="6247"/>
                  </a:lnTo>
                  <a:lnTo>
                    <a:pt x="8387" y="4157"/>
                  </a:lnTo>
                  <a:lnTo>
                    <a:pt x="7367" y="2066"/>
                  </a:lnTo>
                  <a:lnTo>
                    <a:pt x="6371" y="1"/>
                  </a:lnTo>
                  <a:close/>
                </a:path>
              </a:pathLst>
            </a:custGeom>
            <a:solidFill>
              <a:srgbClr val="FF8B7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 name="Google Shape;2853;p67">
              <a:extLst>
                <a:ext uri="{FF2B5EF4-FFF2-40B4-BE49-F238E27FC236}">
                  <a16:creationId xmlns:a16="http://schemas.microsoft.com/office/drawing/2014/main" id="{61F3F05B-8373-A756-EFBE-30C167357510}"/>
                </a:ext>
              </a:extLst>
            </p:cNvPr>
            <p:cNvSpPr/>
            <p:nvPr/>
          </p:nvSpPr>
          <p:spPr>
            <a:xfrm>
              <a:off x="2593460" y="2068511"/>
              <a:ext cx="367256" cy="318377"/>
            </a:xfrm>
            <a:custGeom>
              <a:avLst/>
              <a:gdLst/>
              <a:ahLst/>
              <a:cxnLst/>
              <a:rect l="l" t="t" r="r" b="b"/>
              <a:pathLst>
                <a:path w="25982" h="22524" fill="none" extrusionOk="0">
                  <a:moveTo>
                    <a:pt x="6371" y="1"/>
                  </a:moveTo>
                  <a:lnTo>
                    <a:pt x="6371" y="1"/>
                  </a:lnTo>
                  <a:lnTo>
                    <a:pt x="7367" y="2066"/>
                  </a:lnTo>
                  <a:lnTo>
                    <a:pt x="8387" y="4157"/>
                  </a:lnTo>
                  <a:lnTo>
                    <a:pt x="8387" y="4157"/>
                  </a:lnTo>
                  <a:lnTo>
                    <a:pt x="9457" y="6247"/>
                  </a:lnTo>
                  <a:lnTo>
                    <a:pt x="10552" y="8313"/>
                  </a:lnTo>
                  <a:lnTo>
                    <a:pt x="10552" y="8313"/>
                  </a:lnTo>
                  <a:lnTo>
                    <a:pt x="11100" y="9308"/>
                  </a:lnTo>
                  <a:lnTo>
                    <a:pt x="11672" y="10304"/>
                  </a:lnTo>
                  <a:lnTo>
                    <a:pt x="12244" y="11299"/>
                  </a:lnTo>
                  <a:lnTo>
                    <a:pt x="12842" y="12270"/>
                  </a:lnTo>
                  <a:lnTo>
                    <a:pt x="13439" y="13240"/>
                  </a:lnTo>
                  <a:lnTo>
                    <a:pt x="14061" y="14186"/>
                  </a:lnTo>
                  <a:lnTo>
                    <a:pt x="14708" y="15132"/>
                  </a:lnTo>
                  <a:lnTo>
                    <a:pt x="15355" y="16078"/>
                  </a:lnTo>
                  <a:lnTo>
                    <a:pt x="15679" y="16526"/>
                  </a:lnTo>
                  <a:lnTo>
                    <a:pt x="15679" y="16526"/>
                  </a:lnTo>
                  <a:lnTo>
                    <a:pt x="15729" y="16600"/>
                  </a:lnTo>
                  <a:lnTo>
                    <a:pt x="15729" y="16625"/>
                  </a:lnTo>
                  <a:lnTo>
                    <a:pt x="15729" y="16625"/>
                  </a:lnTo>
                  <a:lnTo>
                    <a:pt x="15505" y="16526"/>
                  </a:lnTo>
                  <a:lnTo>
                    <a:pt x="15281" y="16476"/>
                  </a:lnTo>
                  <a:lnTo>
                    <a:pt x="15281" y="16476"/>
                  </a:lnTo>
                  <a:lnTo>
                    <a:pt x="15106" y="16476"/>
                  </a:lnTo>
                  <a:lnTo>
                    <a:pt x="14957" y="16501"/>
                  </a:lnTo>
                  <a:lnTo>
                    <a:pt x="14882" y="16526"/>
                  </a:lnTo>
                  <a:lnTo>
                    <a:pt x="14858" y="16575"/>
                  </a:lnTo>
                  <a:lnTo>
                    <a:pt x="14858" y="16575"/>
                  </a:lnTo>
                  <a:lnTo>
                    <a:pt x="15032" y="16501"/>
                  </a:lnTo>
                  <a:lnTo>
                    <a:pt x="15206" y="16426"/>
                  </a:lnTo>
                  <a:lnTo>
                    <a:pt x="15206" y="16426"/>
                  </a:lnTo>
                  <a:lnTo>
                    <a:pt x="15554" y="16152"/>
                  </a:lnTo>
                  <a:lnTo>
                    <a:pt x="15878" y="15878"/>
                  </a:lnTo>
                  <a:lnTo>
                    <a:pt x="16201" y="15580"/>
                  </a:lnTo>
                  <a:lnTo>
                    <a:pt x="16500" y="15281"/>
                  </a:lnTo>
                  <a:lnTo>
                    <a:pt x="16500" y="15281"/>
                  </a:lnTo>
                  <a:lnTo>
                    <a:pt x="17197" y="14485"/>
                  </a:lnTo>
                  <a:lnTo>
                    <a:pt x="17844" y="13639"/>
                  </a:lnTo>
                  <a:lnTo>
                    <a:pt x="17844" y="13639"/>
                  </a:lnTo>
                  <a:lnTo>
                    <a:pt x="18491" y="12743"/>
                  </a:lnTo>
                  <a:lnTo>
                    <a:pt x="19138" y="11797"/>
                  </a:lnTo>
                  <a:lnTo>
                    <a:pt x="19760" y="10826"/>
                  </a:lnTo>
                  <a:lnTo>
                    <a:pt x="20382" y="9831"/>
                  </a:lnTo>
                  <a:lnTo>
                    <a:pt x="20382" y="9831"/>
                  </a:lnTo>
                  <a:lnTo>
                    <a:pt x="21005" y="8836"/>
                  </a:lnTo>
                  <a:lnTo>
                    <a:pt x="21602" y="7815"/>
                  </a:lnTo>
                  <a:lnTo>
                    <a:pt x="22772" y="5774"/>
                  </a:lnTo>
                  <a:lnTo>
                    <a:pt x="25982" y="7019"/>
                  </a:lnTo>
                  <a:lnTo>
                    <a:pt x="25982" y="7019"/>
                  </a:lnTo>
                  <a:lnTo>
                    <a:pt x="25634" y="8263"/>
                  </a:lnTo>
                  <a:lnTo>
                    <a:pt x="25260" y="9458"/>
                  </a:lnTo>
                  <a:lnTo>
                    <a:pt x="24862" y="10677"/>
                  </a:lnTo>
                  <a:lnTo>
                    <a:pt x="24414" y="11847"/>
                  </a:lnTo>
                  <a:lnTo>
                    <a:pt x="23916" y="13041"/>
                  </a:lnTo>
                  <a:lnTo>
                    <a:pt x="23419" y="14186"/>
                  </a:lnTo>
                  <a:lnTo>
                    <a:pt x="22871" y="15331"/>
                  </a:lnTo>
                  <a:lnTo>
                    <a:pt x="22299" y="16476"/>
                  </a:lnTo>
                  <a:lnTo>
                    <a:pt x="22299" y="16476"/>
                  </a:lnTo>
                  <a:lnTo>
                    <a:pt x="21950" y="17048"/>
                  </a:lnTo>
                  <a:lnTo>
                    <a:pt x="21602" y="17645"/>
                  </a:lnTo>
                  <a:lnTo>
                    <a:pt x="21229" y="18193"/>
                  </a:lnTo>
                  <a:lnTo>
                    <a:pt x="20855" y="18765"/>
                  </a:lnTo>
                  <a:lnTo>
                    <a:pt x="20855" y="18765"/>
                  </a:lnTo>
                  <a:lnTo>
                    <a:pt x="20382" y="19388"/>
                  </a:lnTo>
                  <a:lnTo>
                    <a:pt x="19885" y="19960"/>
                  </a:lnTo>
                  <a:lnTo>
                    <a:pt x="19337" y="20532"/>
                  </a:lnTo>
                  <a:lnTo>
                    <a:pt x="18765" y="21055"/>
                  </a:lnTo>
                  <a:lnTo>
                    <a:pt x="18765" y="21055"/>
                  </a:lnTo>
                  <a:lnTo>
                    <a:pt x="18367" y="21354"/>
                  </a:lnTo>
                  <a:lnTo>
                    <a:pt x="17919" y="21652"/>
                  </a:lnTo>
                  <a:lnTo>
                    <a:pt x="17471" y="21901"/>
                  </a:lnTo>
                  <a:lnTo>
                    <a:pt x="17023" y="22100"/>
                  </a:lnTo>
                  <a:lnTo>
                    <a:pt x="17023" y="22100"/>
                  </a:lnTo>
                  <a:lnTo>
                    <a:pt x="16674" y="22249"/>
                  </a:lnTo>
                  <a:lnTo>
                    <a:pt x="16351" y="22349"/>
                  </a:lnTo>
                  <a:lnTo>
                    <a:pt x="16002" y="22424"/>
                  </a:lnTo>
                  <a:lnTo>
                    <a:pt x="15654" y="22473"/>
                  </a:lnTo>
                  <a:lnTo>
                    <a:pt x="15306" y="22523"/>
                  </a:lnTo>
                  <a:lnTo>
                    <a:pt x="14932" y="22523"/>
                  </a:lnTo>
                  <a:lnTo>
                    <a:pt x="14584" y="22523"/>
                  </a:lnTo>
                  <a:lnTo>
                    <a:pt x="14235" y="22473"/>
                  </a:lnTo>
                  <a:lnTo>
                    <a:pt x="14235" y="22473"/>
                  </a:lnTo>
                  <a:lnTo>
                    <a:pt x="13887" y="22399"/>
                  </a:lnTo>
                  <a:lnTo>
                    <a:pt x="13539" y="22299"/>
                  </a:lnTo>
                  <a:lnTo>
                    <a:pt x="13190" y="22200"/>
                  </a:lnTo>
                  <a:lnTo>
                    <a:pt x="12867" y="22050"/>
                  </a:lnTo>
                  <a:lnTo>
                    <a:pt x="12543" y="21901"/>
                  </a:lnTo>
                  <a:lnTo>
                    <a:pt x="12220" y="21702"/>
                  </a:lnTo>
                  <a:lnTo>
                    <a:pt x="11921" y="21503"/>
                  </a:lnTo>
                  <a:lnTo>
                    <a:pt x="11647" y="21279"/>
                  </a:lnTo>
                  <a:lnTo>
                    <a:pt x="11647" y="21279"/>
                  </a:lnTo>
                  <a:lnTo>
                    <a:pt x="11224" y="20906"/>
                  </a:lnTo>
                  <a:lnTo>
                    <a:pt x="10851" y="20507"/>
                  </a:lnTo>
                  <a:lnTo>
                    <a:pt x="10428" y="20010"/>
                  </a:lnTo>
                  <a:lnTo>
                    <a:pt x="10428" y="20010"/>
                  </a:lnTo>
                  <a:lnTo>
                    <a:pt x="9582" y="19014"/>
                  </a:lnTo>
                  <a:lnTo>
                    <a:pt x="8785" y="17994"/>
                  </a:lnTo>
                  <a:lnTo>
                    <a:pt x="8014" y="16973"/>
                  </a:lnTo>
                  <a:lnTo>
                    <a:pt x="7267" y="15903"/>
                  </a:lnTo>
                  <a:lnTo>
                    <a:pt x="7267" y="15903"/>
                  </a:lnTo>
                  <a:lnTo>
                    <a:pt x="6570" y="14858"/>
                  </a:lnTo>
                  <a:lnTo>
                    <a:pt x="5873" y="13788"/>
                  </a:lnTo>
                  <a:lnTo>
                    <a:pt x="5201" y="12718"/>
                  </a:lnTo>
                  <a:lnTo>
                    <a:pt x="4554" y="11648"/>
                  </a:lnTo>
                  <a:lnTo>
                    <a:pt x="4554" y="11648"/>
                  </a:lnTo>
                  <a:lnTo>
                    <a:pt x="3932" y="10578"/>
                  </a:lnTo>
                  <a:lnTo>
                    <a:pt x="3310" y="9483"/>
                  </a:lnTo>
                  <a:lnTo>
                    <a:pt x="2738" y="8388"/>
                  </a:lnTo>
                  <a:lnTo>
                    <a:pt x="2140" y="7268"/>
                  </a:lnTo>
                  <a:lnTo>
                    <a:pt x="2140" y="7268"/>
                  </a:lnTo>
                  <a:lnTo>
                    <a:pt x="1593" y="6173"/>
                  </a:lnTo>
                  <a:lnTo>
                    <a:pt x="1045" y="5053"/>
                  </a:lnTo>
                  <a:lnTo>
                    <a:pt x="523" y="3908"/>
                  </a:lnTo>
                  <a:lnTo>
                    <a:pt x="0" y="2713"/>
                  </a:lnTo>
                  <a:lnTo>
                    <a:pt x="6371"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2854;p67">
              <a:extLst>
                <a:ext uri="{FF2B5EF4-FFF2-40B4-BE49-F238E27FC236}">
                  <a16:creationId xmlns:a16="http://schemas.microsoft.com/office/drawing/2014/main" id="{06456CF1-F158-85C8-9F96-691EA3759E84}"/>
                </a:ext>
              </a:extLst>
            </p:cNvPr>
            <p:cNvSpPr/>
            <p:nvPr/>
          </p:nvSpPr>
          <p:spPr>
            <a:xfrm>
              <a:off x="2565317" y="2017159"/>
              <a:ext cx="231475" cy="272283"/>
            </a:xfrm>
            <a:custGeom>
              <a:avLst/>
              <a:gdLst/>
              <a:ahLst/>
              <a:cxnLst/>
              <a:rect l="l" t="t" r="r" b="b"/>
              <a:pathLst>
                <a:path w="16376" h="19263" extrusionOk="0">
                  <a:moveTo>
                    <a:pt x="4355" y="0"/>
                  </a:moveTo>
                  <a:lnTo>
                    <a:pt x="3982" y="25"/>
                  </a:lnTo>
                  <a:lnTo>
                    <a:pt x="3634" y="75"/>
                  </a:lnTo>
                  <a:lnTo>
                    <a:pt x="3310" y="174"/>
                  </a:lnTo>
                  <a:lnTo>
                    <a:pt x="2962" y="274"/>
                  </a:lnTo>
                  <a:lnTo>
                    <a:pt x="2638" y="398"/>
                  </a:lnTo>
                  <a:lnTo>
                    <a:pt x="2340" y="573"/>
                  </a:lnTo>
                  <a:lnTo>
                    <a:pt x="2041" y="747"/>
                  </a:lnTo>
                  <a:lnTo>
                    <a:pt x="1767" y="946"/>
                  </a:lnTo>
                  <a:lnTo>
                    <a:pt x="1493" y="1195"/>
                  </a:lnTo>
                  <a:lnTo>
                    <a:pt x="1245" y="1469"/>
                  </a:lnTo>
                  <a:lnTo>
                    <a:pt x="1021" y="1742"/>
                  </a:lnTo>
                  <a:lnTo>
                    <a:pt x="797" y="2066"/>
                  </a:lnTo>
                  <a:lnTo>
                    <a:pt x="597" y="2414"/>
                  </a:lnTo>
                  <a:lnTo>
                    <a:pt x="423" y="2788"/>
                  </a:lnTo>
                  <a:lnTo>
                    <a:pt x="249" y="3186"/>
                  </a:lnTo>
                  <a:lnTo>
                    <a:pt x="125" y="3584"/>
                  </a:lnTo>
                  <a:lnTo>
                    <a:pt x="75" y="3808"/>
                  </a:lnTo>
                  <a:lnTo>
                    <a:pt x="25" y="4007"/>
                  </a:lnTo>
                  <a:lnTo>
                    <a:pt x="0" y="4455"/>
                  </a:lnTo>
                  <a:lnTo>
                    <a:pt x="25" y="4953"/>
                  </a:lnTo>
                  <a:lnTo>
                    <a:pt x="100" y="5475"/>
                  </a:lnTo>
                  <a:lnTo>
                    <a:pt x="199" y="6023"/>
                  </a:lnTo>
                  <a:lnTo>
                    <a:pt x="349" y="6595"/>
                  </a:lnTo>
                  <a:lnTo>
                    <a:pt x="548" y="7193"/>
                  </a:lnTo>
                  <a:lnTo>
                    <a:pt x="772" y="7815"/>
                  </a:lnTo>
                  <a:lnTo>
                    <a:pt x="1021" y="8462"/>
                  </a:lnTo>
                  <a:lnTo>
                    <a:pt x="1319" y="9084"/>
                  </a:lnTo>
                  <a:lnTo>
                    <a:pt x="1618" y="9756"/>
                  </a:lnTo>
                  <a:lnTo>
                    <a:pt x="1941" y="10403"/>
                  </a:lnTo>
                  <a:lnTo>
                    <a:pt x="2663" y="11722"/>
                  </a:lnTo>
                  <a:lnTo>
                    <a:pt x="3410" y="13016"/>
                  </a:lnTo>
                  <a:lnTo>
                    <a:pt x="4156" y="14260"/>
                  </a:lnTo>
                  <a:lnTo>
                    <a:pt x="4903" y="15430"/>
                  </a:lnTo>
                  <a:lnTo>
                    <a:pt x="5625" y="16475"/>
                  </a:lnTo>
                  <a:lnTo>
                    <a:pt x="6247" y="17421"/>
                  </a:lnTo>
                  <a:lnTo>
                    <a:pt x="7217" y="18765"/>
                  </a:lnTo>
                  <a:lnTo>
                    <a:pt x="7591" y="19263"/>
                  </a:lnTo>
                  <a:lnTo>
                    <a:pt x="16376" y="13613"/>
                  </a:lnTo>
                  <a:lnTo>
                    <a:pt x="15729" y="12269"/>
                  </a:lnTo>
                  <a:lnTo>
                    <a:pt x="15057" y="10926"/>
                  </a:lnTo>
                  <a:lnTo>
                    <a:pt x="14360" y="9607"/>
                  </a:lnTo>
                  <a:lnTo>
                    <a:pt x="13613" y="8312"/>
                  </a:lnTo>
                  <a:lnTo>
                    <a:pt x="12842" y="7043"/>
                  </a:lnTo>
                  <a:lnTo>
                    <a:pt x="12021" y="5774"/>
                  </a:lnTo>
                  <a:lnTo>
                    <a:pt x="11174" y="4555"/>
                  </a:lnTo>
                  <a:lnTo>
                    <a:pt x="10278" y="3335"/>
                  </a:lnTo>
                  <a:lnTo>
                    <a:pt x="9955" y="2912"/>
                  </a:lnTo>
                  <a:lnTo>
                    <a:pt x="9582" y="2539"/>
                  </a:lnTo>
                  <a:lnTo>
                    <a:pt x="9233" y="2165"/>
                  </a:lnTo>
                  <a:lnTo>
                    <a:pt x="8860" y="1842"/>
                  </a:lnTo>
                  <a:lnTo>
                    <a:pt x="8487" y="1518"/>
                  </a:lnTo>
                  <a:lnTo>
                    <a:pt x="8113" y="1245"/>
                  </a:lnTo>
                  <a:lnTo>
                    <a:pt x="7740" y="996"/>
                  </a:lnTo>
                  <a:lnTo>
                    <a:pt x="7367" y="772"/>
                  </a:lnTo>
                  <a:lnTo>
                    <a:pt x="6968" y="598"/>
                  </a:lnTo>
                  <a:lnTo>
                    <a:pt x="6595" y="423"/>
                  </a:lnTo>
                  <a:lnTo>
                    <a:pt x="6222" y="274"/>
                  </a:lnTo>
                  <a:lnTo>
                    <a:pt x="5824" y="174"/>
                  </a:lnTo>
                  <a:lnTo>
                    <a:pt x="5450" y="100"/>
                  </a:lnTo>
                  <a:lnTo>
                    <a:pt x="5077" y="25"/>
                  </a:lnTo>
                  <a:lnTo>
                    <a:pt x="4704"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 name="Google Shape;2855;p67">
              <a:extLst>
                <a:ext uri="{FF2B5EF4-FFF2-40B4-BE49-F238E27FC236}">
                  <a16:creationId xmlns:a16="http://schemas.microsoft.com/office/drawing/2014/main" id="{988FF5ED-8E68-453A-D8A2-C0C1C00ECC69}"/>
                </a:ext>
              </a:extLst>
            </p:cNvPr>
            <p:cNvSpPr/>
            <p:nvPr/>
          </p:nvSpPr>
          <p:spPr>
            <a:xfrm>
              <a:off x="2565317" y="2017159"/>
              <a:ext cx="231475" cy="272283"/>
            </a:xfrm>
            <a:custGeom>
              <a:avLst/>
              <a:gdLst/>
              <a:ahLst/>
              <a:cxnLst/>
              <a:rect l="l" t="t" r="r" b="b"/>
              <a:pathLst>
                <a:path w="16376" h="19263" fill="none" extrusionOk="0">
                  <a:moveTo>
                    <a:pt x="125" y="3584"/>
                  </a:moveTo>
                  <a:lnTo>
                    <a:pt x="125" y="3584"/>
                  </a:lnTo>
                  <a:lnTo>
                    <a:pt x="75" y="3808"/>
                  </a:lnTo>
                  <a:lnTo>
                    <a:pt x="25" y="4007"/>
                  </a:lnTo>
                  <a:lnTo>
                    <a:pt x="0" y="4455"/>
                  </a:lnTo>
                  <a:lnTo>
                    <a:pt x="25" y="4953"/>
                  </a:lnTo>
                  <a:lnTo>
                    <a:pt x="100" y="5475"/>
                  </a:lnTo>
                  <a:lnTo>
                    <a:pt x="199" y="6023"/>
                  </a:lnTo>
                  <a:lnTo>
                    <a:pt x="349" y="6595"/>
                  </a:lnTo>
                  <a:lnTo>
                    <a:pt x="548" y="7193"/>
                  </a:lnTo>
                  <a:lnTo>
                    <a:pt x="772" y="7815"/>
                  </a:lnTo>
                  <a:lnTo>
                    <a:pt x="1021" y="8462"/>
                  </a:lnTo>
                  <a:lnTo>
                    <a:pt x="1319" y="9084"/>
                  </a:lnTo>
                  <a:lnTo>
                    <a:pt x="1618" y="9756"/>
                  </a:lnTo>
                  <a:lnTo>
                    <a:pt x="1941" y="10403"/>
                  </a:lnTo>
                  <a:lnTo>
                    <a:pt x="2663" y="11722"/>
                  </a:lnTo>
                  <a:lnTo>
                    <a:pt x="3410" y="13016"/>
                  </a:lnTo>
                  <a:lnTo>
                    <a:pt x="4156" y="14260"/>
                  </a:lnTo>
                  <a:lnTo>
                    <a:pt x="4903" y="15430"/>
                  </a:lnTo>
                  <a:lnTo>
                    <a:pt x="5625" y="16475"/>
                  </a:lnTo>
                  <a:lnTo>
                    <a:pt x="6247" y="17421"/>
                  </a:lnTo>
                  <a:lnTo>
                    <a:pt x="7217" y="18765"/>
                  </a:lnTo>
                  <a:lnTo>
                    <a:pt x="7591" y="19263"/>
                  </a:lnTo>
                  <a:lnTo>
                    <a:pt x="16376" y="13613"/>
                  </a:lnTo>
                  <a:lnTo>
                    <a:pt x="16376" y="13613"/>
                  </a:lnTo>
                  <a:lnTo>
                    <a:pt x="15729" y="12269"/>
                  </a:lnTo>
                  <a:lnTo>
                    <a:pt x="15057" y="10926"/>
                  </a:lnTo>
                  <a:lnTo>
                    <a:pt x="14360" y="9607"/>
                  </a:lnTo>
                  <a:lnTo>
                    <a:pt x="13613" y="8312"/>
                  </a:lnTo>
                  <a:lnTo>
                    <a:pt x="12842" y="7043"/>
                  </a:lnTo>
                  <a:lnTo>
                    <a:pt x="12021" y="5774"/>
                  </a:lnTo>
                  <a:lnTo>
                    <a:pt x="11174" y="4555"/>
                  </a:lnTo>
                  <a:lnTo>
                    <a:pt x="10278" y="3335"/>
                  </a:lnTo>
                  <a:lnTo>
                    <a:pt x="10278" y="3335"/>
                  </a:lnTo>
                  <a:lnTo>
                    <a:pt x="9955" y="2912"/>
                  </a:lnTo>
                  <a:lnTo>
                    <a:pt x="9582" y="2539"/>
                  </a:lnTo>
                  <a:lnTo>
                    <a:pt x="9233" y="2165"/>
                  </a:lnTo>
                  <a:lnTo>
                    <a:pt x="8860" y="1842"/>
                  </a:lnTo>
                  <a:lnTo>
                    <a:pt x="8487" y="1518"/>
                  </a:lnTo>
                  <a:lnTo>
                    <a:pt x="8113" y="1245"/>
                  </a:lnTo>
                  <a:lnTo>
                    <a:pt x="7740" y="996"/>
                  </a:lnTo>
                  <a:lnTo>
                    <a:pt x="7367" y="772"/>
                  </a:lnTo>
                  <a:lnTo>
                    <a:pt x="6968" y="598"/>
                  </a:lnTo>
                  <a:lnTo>
                    <a:pt x="6595" y="423"/>
                  </a:lnTo>
                  <a:lnTo>
                    <a:pt x="6222" y="274"/>
                  </a:lnTo>
                  <a:lnTo>
                    <a:pt x="5824" y="174"/>
                  </a:lnTo>
                  <a:lnTo>
                    <a:pt x="5450" y="100"/>
                  </a:lnTo>
                  <a:lnTo>
                    <a:pt x="5077" y="25"/>
                  </a:lnTo>
                  <a:lnTo>
                    <a:pt x="4704" y="0"/>
                  </a:lnTo>
                  <a:lnTo>
                    <a:pt x="4355" y="0"/>
                  </a:lnTo>
                  <a:lnTo>
                    <a:pt x="3982" y="25"/>
                  </a:lnTo>
                  <a:lnTo>
                    <a:pt x="3634" y="75"/>
                  </a:lnTo>
                  <a:lnTo>
                    <a:pt x="3310" y="174"/>
                  </a:lnTo>
                  <a:lnTo>
                    <a:pt x="2962" y="274"/>
                  </a:lnTo>
                  <a:lnTo>
                    <a:pt x="2638" y="398"/>
                  </a:lnTo>
                  <a:lnTo>
                    <a:pt x="2340" y="573"/>
                  </a:lnTo>
                  <a:lnTo>
                    <a:pt x="2041" y="747"/>
                  </a:lnTo>
                  <a:lnTo>
                    <a:pt x="1767" y="946"/>
                  </a:lnTo>
                  <a:lnTo>
                    <a:pt x="1493" y="1195"/>
                  </a:lnTo>
                  <a:lnTo>
                    <a:pt x="1245" y="1469"/>
                  </a:lnTo>
                  <a:lnTo>
                    <a:pt x="1021" y="1742"/>
                  </a:lnTo>
                  <a:lnTo>
                    <a:pt x="797" y="2066"/>
                  </a:lnTo>
                  <a:lnTo>
                    <a:pt x="597" y="2414"/>
                  </a:lnTo>
                  <a:lnTo>
                    <a:pt x="423" y="2788"/>
                  </a:lnTo>
                  <a:lnTo>
                    <a:pt x="249" y="3186"/>
                  </a:lnTo>
                  <a:lnTo>
                    <a:pt x="125" y="3584"/>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4" name="Google Shape;2856;p67">
              <a:extLst>
                <a:ext uri="{FF2B5EF4-FFF2-40B4-BE49-F238E27FC236}">
                  <a16:creationId xmlns:a16="http://schemas.microsoft.com/office/drawing/2014/main" id="{E315338E-3FB9-9FFB-BE0B-B477645D5A18}"/>
                </a:ext>
              </a:extLst>
            </p:cNvPr>
            <p:cNvSpPr/>
            <p:nvPr/>
          </p:nvSpPr>
          <p:spPr>
            <a:xfrm>
              <a:off x="2677535" y="2171937"/>
              <a:ext cx="47494" cy="106606"/>
            </a:xfrm>
            <a:custGeom>
              <a:avLst/>
              <a:gdLst/>
              <a:ahLst/>
              <a:cxnLst/>
              <a:rect l="l" t="t" r="r" b="b"/>
              <a:pathLst>
                <a:path w="3360" h="7542" extrusionOk="0">
                  <a:moveTo>
                    <a:pt x="0" y="0"/>
                  </a:moveTo>
                  <a:lnTo>
                    <a:pt x="249" y="1693"/>
                  </a:lnTo>
                  <a:lnTo>
                    <a:pt x="473" y="3509"/>
                  </a:lnTo>
                  <a:lnTo>
                    <a:pt x="672" y="5476"/>
                  </a:lnTo>
                  <a:lnTo>
                    <a:pt x="846" y="7541"/>
                  </a:lnTo>
                  <a:lnTo>
                    <a:pt x="3360" y="5923"/>
                  </a:lnTo>
                  <a:lnTo>
                    <a:pt x="3036" y="5202"/>
                  </a:lnTo>
                  <a:lnTo>
                    <a:pt x="2663" y="4430"/>
                  </a:lnTo>
                  <a:lnTo>
                    <a:pt x="2265" y="3659"/>
                  </a:lnTo>
                  <a:lnTo>
                    <a:pt x="1842" y="2887"/>
                  </a:lnTo>
                  <a:lnTo>
                    <a:pt x="1394" y="2141"/>
                  </a:lnTo>
                  <a:lnTo>
                    <a:pt x="946" y="1394"/>
                  </a:lnTo>
                  <a:lnTo>
                    <a:pt x="473" y="672"/>
                  </a:lnTo>
                  <a:lnTo>
                    <a:pt x="0" y="0"/>
                  </a:lnTo>
                  <a:close/>
                </a:path>
              </a:pathLst>
            </a:custGeom>
            <a:solidFill>
              <a:srgbClr val="C28A3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5" name="Google Shape;2857;p67">
              <a:extLst>
                <a:ext uri="{FF2B5EF4-FFF2-40B4-BE49-F238E27FC236}">
                  <a16:creationId xmlns:a16="http://schemas.microsoft.com/office/drawing/2014/main" id="{DEB3C53B-0E5F-AE4E-007E-62FFA84B4AA3}"/>
                </a:ext>
              </a:extLst>
            </p:cNvPr>
            <p:cNvSpPr/>
            <p:nvPr/>
          </p:nvSpPr>
          <p:spPr>
            <a:xfrm>
              <a:off x="2677535" y="2171937"/>
              <a:ext cx="47494" cy="106606"/>
            </a:xfrm>
            <a:custGeom>
              <a:avLst/>
              <a:gdLst/>
              <a:ahLst/>
              <a:cxnLst/>
              <a:rect l="l" t="t" r="r" b="b"/>
              <a:pathLst>
                <a:path w="3360" h="7542" fill="none" extrusionOk="0">
                  <a:moveTo>
                    <a:pt x="0" y="0"/>
                  </a:moveTo>
                  <a:lnTo>
                    <a:pt x="0" y="0"/>
                  </a:lnTo>
                  <a:lnTo>
                    <a:pt x="249" y="1693"/>
                  </a:lnTo>
                  <a:lnTo>
                    <a:pt x="473" y="3509"/>
                  </a:lnTo>
                  <a:lnTo>
                    <a:pt x="672" y="5476"/>
                  </a:lnTo>
                  <a:lnTo>
                    <a:pt x="846" y="7541"/>
                  </a:lnTo>
                  <a:lnTo>
                    <a:pt x="3360" y="5923"/>
                  </a:lnTo>
                  <a:lnTo>
                    <a:pt x="3360" y="5923"/>
                  </a:lnTo>
                  <a:lnTo>
                    <a:pt x="3036" y="5202"/>
                  </a:lnTo>
                  <a:lnTo>
                    <a:pt x="2663" y="4430"/>
                  </a:lnTo>
                  <a:lnTo>
                    <a:pt x="2265" y="3659"/>
                  </a:lnTo>
                  <a:lnTo>
                    <a:pt x="1842" y="2887"/>
                  </a:lnTo>
                  <a:lnTo>
                    <a:pt x="1394" y="2141"/>
                  </a:lnTo>
                  <a:lnTo>
                    <a:pt x="946" y="1394"/>
                  </a:lnTo>
                  <a:lnTo>
                    <a:pt x="473" y="672"/>
                  </a:lnTo>
                  <a:lnTo>
                    <a:pt x="0"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6" name="Google Shape;2858;p67">
              <a:extLst>
                <a:ext uri="{FF2B5EF4-FFF2-40B4-BE49-F238E27FC236}">
                  <a16:creationId xmlns:a16="http://schemas.microsoft.com/office/drawing/2014/main" id="{A4184085-5474-E664-5AF6-033ACA91502B}"/>
                </a:ext>
              </a:extLst>
            </p:cNvPr>
            <p:cNvSpPr/>
            <p:nvPr/>
          </p:nvSpPr>
          <p:spPr>
            <a:xfrm>
              <a:off x="2899850" y="2101587"/>
              <a:ext cx="78463" cy="80923"/>
            </a:xfrm>
            <a:custGeom>
              <a:avLst/>
              <a:gdLst/>
              <a:ahLst/>
              <a:cxnLst/>
              <a:rect l="l" t="t" r="r" b="b"/>
              <a:pathLst>
                <a:path w="5551" h="5725" extrusionOk="0">
                  <a:moveTo>
                    <a:pt x="5202" y="0"/>
                  </a:moveTo>
                  <a:lnTo>
                    <a:pt x="1" y="50"/>
                  </a:lnTo>
                  <a:lnTo>
                    <a:pt x="1145" y="5226"/>
                  </a:lnTo>
                  <a:lnTo>
                    <a:pt x="3808" y="5724"/>
                  </a:lnTo>
                  <a:lnTo>
                    <a:pt x="4057" y="5550"/>
                  </a:lnTo>
                  <a:lnTo>
                    <a:pt x="4281" y="5351"/>
                  </a:lnTo>
                  <a:lnTo>
                    <a:pt x="4480" y="5152"/>
                  </a:lnTo>
                  <a:lnTo>
                    <a:pt x="4679" y="4953"/>
                  </a:lnTo>
                  <a:lnTo>
                    <a:pt x="4829" y="4729"/>
                  </a:lnTo>
                  <a:lnTo>
                    <a:pt x="4978" y="4505"/>
                  </a:lnTo>
                  <a:lnTo>
                    <a:pt x="5102" y="4281"/>
                  </a:lnTo>
                  <a:lnTo>
                    <a:pt x="5202" y="4057"/>
                  </a:lnTo>
                  <a:lnTo>
                    <a:pt x="5301" y="3833"/>
                  </a:lnTo>
                  <a:lnTo>
                    <a:pt x="5376" y="3584"/>
                  </a:lnTo>
                  <a:lnTo>
                    <a:pt x="5476" y="3111"/>
                  </a:lnTo>
                  <a:lnTo>
                    <a:pt x="5550" y="2638"/>
                  </a:lnTo>
                  <a:lnTo>
                    <a:pt x="5550" y="2165"/>
                  </a:lnTo>
                  <a:lnTo>
                    <a:pt x="5550" y="1742"/>
                  </a:lnTo>
                  <a:lnTo>
                    <a:pt x="5500" y="1319"/>
                  </a:lnTo>
                  <a:lnTo>
                    <a:pt x="5451" y="971"/>
                  </a:lnTo>
                  <a:lnTo>
                    <a:pt x="5376" y="647"/>
                  </a:lnTo>
                  <a:lnTo>
                    <a:pt x="5277" y="174"/>
                  </a:lnTo>
                  <a:lnTo>
                    <a:pt x="5202" y="0"/>
                  </a:lnTo>
                  <a:close/>
                </a:path>
              </a:pathLst>
            </a:custGeom>
            <a:solidFill>
              <a:srgbClr val="FF8B7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 name="Google Shape;2859;p67">
              <a:extLst>
                <a:ext uri="{FF2B5EF4-FFF2-40B4-BE49-F238E27FC236}">
                  <a16:creationId xmlns:a16="http://schemas.microsoft.com/office/drawing/2014/main" id="{214C57CE-A531-8EEF-8FED-3DFE181D6D88}"/>
                </a:ext>
              </a:extLst>
            </p:cNvPr>
            <p:cNvSpPr/>
            <p:nvPr/>
          </p:nvSpPr>
          <p:spPr>
            <a:xfrm>
              <a:off x="2900203" y="2033682"/>
              <a:ext cx="73530" cy="68611"/>
            </a:xfrm>
            <a:custGeom>
              <a:avLst/>
              <a:gdLst/>
              <a:ahLst/>
              <a:cxnLst/>
              <a:rect l="l" t="t" r="r" b="b"/>
              <a:pathLst>
                <a:path w="5202" h="4854" extrusionOk="0">
                  <a:moveTo>
                    <a:pt x="573" y="1"/>
                  </a:moveTo>
                  <a:lnTo>
                    <a:pt x="0" y="4854"/>
                  </a:lnTo>
                  <a:lnTo>
                    <a:pt x="5202" y="4804"/>
                  </a:lnTo>
                  <a:lnTo>
                    <a:pt x="4754" y="1494"/>
                  </a:lnTo>
                  <a:lnTo>
                    <a:pt x="573" y="1"/>
                  </a:lnTo>
                  <a:close/>
                </a:path>
              </a:pathLst>
            </a:custGeom>
            <a:solidFill>
              <a:srgbClr val="FF8B7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8" name="Google Shape;2860;p67">
              <a:extLst>
                <a:ext uri="{FF2B5EF4-FFF2-40B4-BE49-F238E27FC236}">
                  <a16:creationId xmlns:a16="http://schemas.microsoft.com/office/drawing/2014/main" id="{6B1E3768-2176-0E0A-CAFD-AB9A093EEF38}"/>
                </a:ext>
              </a:extLst>
            </p:cNvPr>
            <p:cNvSpPr/>
            <p:nvPr/>
          </p:nvSpPr>
          <p:spPr>
            <a:xfrm>
              <a:off x="2527322" y="3951915"/>
              <a:ext cx="66844" cy="15845"/>
            </a:xfrm>
            <a:custGeom>
              <a:avLst/>
              <a:gdLst/>
              <a:ahLst/>
              <a:cxnLst/>
              <a:rect l="l" t="t" r="r" b="b"/>
              <a:pathLst>
                <a:path w="4729" h="1121" extrusionOk="0">
                  <a:moveTo>
                    <a:pt x="125" y="75"/>
                  </a:moveTo>
                  <a:lnTo>
                    <a:pt x="125" y="75"/>
                  </a:lnTo>
                  <a:lnTo>
                    <a:pt x="0" y="1120"/>
                  </a:lnTo>
                  <a:lnTo>
                    <a:pt x="0" y="1120"/>
                  </a:lnTo>
                  <a:lnTo>
                    <a:pt x="125" y="75"/>
                  </a:lnTo>
                  <a:close/>
                  <a:moveTo>
                    <a:pt x="4729" y="0"/>
                  </a:moveTo>
                  <a:lnTo>
                    <a:pt x="4729" y="0"/>
                  </a:lnTo>
                  <a:lnTo>
                    <a:pt x="4604" y="1046"/>
                  </a:lnTo>
                  <a:lnTo>
                    <a:pt x="4604" y="1046"/>
                  </a:lnTo>
                  <a:lnTo>
                    <a:pt x="4729" y="0"/>
                  </a:lnTo>
                  <a:close/>
                </a:path>
              </a:pathLst>
            </a:custGeom>
            <a:solidFill>
              <a:srgbClr val="CCCCC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9" name="Google Shape;2861;p67">
              <a:extLst>
                <a:ext uri="{FF2B5EF4-FFF2-40B4-BE49-F238E27FC236}">
                  <a16:creationId xmlns:a16="http://schemas.microsoft.com/office/drawing/2014/main" id="{0BF9B52D-2858-2000-FF0D-6ADB427C7406}"/>
                </a:ext>
              </a:extLst>
            </p:cNvPr>
            <p:cNvSpPr/>
            <p:nvPr/>
          </p:nvSpPr>
          <p:spPr>
            <a:xfrm>
              <a:off x="2527322" y="3952975"/>
              <a:ext cx="1767" cy="14785"/>
            </a:xfrm>
            <a:custGeom>
              <a:avLst/>
              <a:gdLst/>
              <a:ahLst/>
              <a:cxnLst/>
              <a:rect l="l" t="t" r="r" b="b"/>
              <a:pathLst>
                <a:path w="125" h="1046" fill="none" extrusionOk="0">
                  <a:moveTo>
                    <a:pt x="125" y="0"/>
                  </a:moveTo>
                  <a:lnTo>
                    <a:pt x="125" y="0"/>
                  </a:lnTo>
                  <a:lnTo>
                    <a:pt x="0" y="1045"/>
                  </a:lnTo>
                  <a:lnTo>
                    <a:pt x="0" y="1045"/>
                  </a:lnTo>
                  <a:lnTo>
                    <a:pt x="125"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 name="Google Shape;2862;p67">
              <a:extLst>
                <a:ext uri="{FF2B5EF4-FFF2-40B4-BE49-F238E27FC236}">
                  <a16:creationId xmlns:a16="http://schemas.microsoft.com/office/drawing/2014/main" id="{FE994D6C-0257-6DA6-DE2E-0372F960936C}"/>
                </a:ext>
              </a:extLst>
            </p:cNvPr>
            <p:cNvSpPr/>
            <p:nvPr/>
          </p:nvSpPr>
          <p:spPr>
            <a:xfrm>
              <a:off x="2592400" y="3951915"/>
              <a:ext cx="1767" cy="14785"/>
            </a:xfrm>
            <a:custGeom>
              <a:avLst/>
              <a:gdLst/>
              <a:ahLst/>
              <a:cxnLst/>
              <a:rect l="l" t="t" r="r" b="b"/>
              <a:pathLst>
                <a:path w="125" h="1046" fill="none" extrusionOk="0">
                  <a:moveTo>
                    <a:pt x="125" y="0"/>
                  </a:moveTo>
                  <a:lnTo>
                    <a:pt x="125" y="0"/>
                  </a:lnTo>
                  <a:lnTo>
                    <a:pt x="0" y="1046"/>
                  </a:lnTo>
                  <a:lnTo>
                    <a:pt x="0" y="1046"/>
                  </a:lnTo>
                  <a:lnTo>
                    <a:pt x="125"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 name="Google Shape;2863;p67">
              <a:extLst>
                <a:ext uri="{FF2B5EF4-FFF2-40B4-BE49-F238E27FC236}">
                  <a16:creationId xmlns:a16="http://schemas.microsoft.com/office/drawing/2014/main" id="{4ECDAC0C-54AA-92C2-86A3-4C5513BBAA7C}"/>
                </a:ext>
              </a:extLst>
            </p:cNvPr>
            <p:cNvSpPr/>
            <p:nvPr/>
          </p:nvSpPr>
          <p:spPr>
            <a:xfrm>
              <a:off x="2527322" y="3951915"/>
              <a:ext cx="66844" cy="15845"/>
            </a:xfrm>
            <a:custGeom>
              <a:avLst/>
              <a:gdLst/>
              <a:ahLst/>
              <a:cxnLst/>
              <a:rect l="l" t="t" r="r" b="b"/>
              <a:pathLst>
                <a:path w="4729" h="1121" extrusionOk="0">
                  <a:moveTo>
                    <a:pt x="4729" y="0"/>
                  </a:moveTo>
                  <a:lnTo>
                    <a:pt x="125" y="75"/>
                  </a:lnTo>
                  <a:lnTo>
                    <a:pt x="0" y="1120"/>
                  </a:lnTo>
                  <a:lnTo>
                    <a:pt x="4604" y="1046"/>
                  </a:lnTo>
                  <a:lnTo>
                    <a:pt x="4729" y="0"/>
                  </a:lnTo>
                  <a:close/>
                </a:path>
              </a:pathLst>
            </a:custGeom>
            <a:solidFill>
              <a:srgbClr val="CC6F6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 name="Google Shape;2864;p67">
              <a:extLst>
                <a:ext uri="{FF2B5EF4-FFF2-40B4-BE49-F238E27FC236}">
                  <a16:creationId xmlns:a16="http://schemas.microsoft.com/office/drawing/2014/main" id="{5088563A-911C-F413-C926-88C0688E8FAB}"/>
                </a:ext>
              </a:extLst>
            </p:cNvPr>
            <p:cNvSpPr/>
            <p:nvPr/>
          </p:nvSpPr>
          <p:spPr>
            <a:xfrm>
              <a:off x="2527322" y="3951915"/>
              <a:ext cx="66844" cy="15845"/>
            </a:xfrm>
            <a:custGeom>
              <a:avLst/>
              <a:gdLst/>
              <a:ahLst/>
              <a:cxnLst/>
              <a:rect l="l" t="t" r="r" b="b"/>
              <a:pathLst>
                <a:path w="4729" h="1121" fill="none" extrusionOk="0">
                  <a:moveTo>
                    <a:pt x="4729" y="0"/>
                  </a:moveTo>
                  <a:lnTo>
                    <a:pt x="125" y="75"/>
                  </a:lnTo>
                  <a:lnTo>
                    <a:pt x="0" y="1120"/>
                  </a:lnTo>
                  <a:lnTo>
                    <a:pt x="4604" y="1046"/>
                  </a:lnTo>
                  <a:lnTo>
                    <a:pt x="4729"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 name="Google Shape;2865;p67">
              <a:extLst>
                <a:ext uri="{FF2B5EF4-FFF2-40B4-BE49-F238E27FC236}">
                  <a16:creationId xmlns:a16="http://schemas.microsoft.com/office/drawing/2014/main" id="{3959220A-7410-5DC3-580D-9166B7658ED4}"/>
                </a:ext>
              </a:extLst>
            </p:cNvPr>
            <p:cNvSpPr/>
            <p:nvPr/>
          </p:nvSpPr>
          <p:spPr>
            <a:xfrm>
              <a:off x="2866435" y="3864320"/>
              <a:ext cx="74944" cy="105546"/>
            </a:xfrm>
            <a:custGeom>
              <a:avLst/>
              <a:gdLst/>
              <a:ahLst/>
              <a:cxnLst/>
              <a:rect l="l" t="t" r="r" b="b"/>
              <a:pathLst>
                <a:path w="5302" h="7467" extrusionOk="0">
                  <a:moveTo>
                    <a:pt x="1593" y="7168"/>
                  </a:moveTo>
                  <a:lnTo>
                    <a:pt x="1593" y="7168"/>
                  </a:lnTo>
                  <a:lnTo>
                    <a:pt x="1693" y="7467"/>
                  </a:lnTo>
                  <a:lnTo>
                    <a:pt x="1693" y="7467"/>
                  </a:lnTo>
                  <a:lnTo>
                    <a:pt x="1593" y="7168"/>
                  </a:lnTo>
                  <a:close/>
                  <a:moveTo>
                    <a:pt x="0" y="2415"/>
                  </a:moveTo>
                  <a:lnTo>
                    <a:pt x="1543" y="7044"/>
                  </a:lnTo>
                  <a:lnTo>
                    <a:pt x="1543" y="7044"/>
                  </a:lnTo>
                  <a:lnTo>
                    <a:pt x="0" y="2415"/>
                  </a:lnTo>
                  <a:close/>
                  <a:moveTo>
                    <a:pt x="4131" y="1"/>
                  </a:moveTo>
                  <a:lnTo>
                    <a:pt x="4131" y="1"/>
                  </a:lnTo>
                  <a:lnTo>
                    <a:pt x="5301" y="3410"/>
                  </a:lnTo>
                  <a:lnTo>
                    <a:pt x="4131" y="1"/>
                  </a:lnTo>
                  <a:close/>
                </a:path>
              </a:pathLst>
            </a:custGeom>
            <a:solidFill>
              <a:srgbClr val="CCCCC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 name="Google Shape;2866;p67">
              <a:extLst>
                <a:ext uri="{FF2B5EF4-FFF2-40B4-BE49-F238E27FC236}">
                  <a16:creationId xmlns:a16="http://schemas.microsoft.com/office/drawing/2014/main" id="{4136B428-DCFF-8165-C7BA-9EACB282263C}"/>
                </a:ext>
              </a:extLst>
            </p:cNvPr>
            <p:cNvSpPr/>
            <p:nvPr/>
          </p:nvSpPr>
          <p:spPr>
            <a:xfrm>
              <a:off x="2888952" y="3965626"/>
              <a:ext cx="1413" cy="4240"/>
            </a:xfrm>
            <a:custGeom>
              <a:avLst/>
              <a:gdLst/>
              <a:ahLst/>
              <a:cxnLst/>
              <a:rect l="l" t="t" r="r" b="b"/>
              <a:pathLst>
                <a:path w="100" h="300" fill="none" extrusionOk="0">
                  <a:moveTo>
                    <a:pt x="0" y="1"/>
                  </a:moveTo>
                  <a:lnTo>
                    <a:pt x="0" y="1"/>
                  </a:lnTo>
                  <a:lnTo>
                    <a:pt x="100" y="300"/>
                  </a:lnTo>
                  <a:lnTo>
                    <a:pt x="100" y="300"/>
                  </a:lnTo>
                  <a:lnTo>
                    <a:pt x="0"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 name="Google Shape;2867;p67">
              <a:extLst>
                <a:ext uri="{FF2B5EF4-FFF2-40B4-BE49-F238E27FC236}">
                  <a16:creationId xmlns:a16="http://schemas.microsoft.com/office/drawing/2014/main" id="{915356BC-FC20-3592-915E-BF5416607A1A}"/>
                </a:ext>
              </a:extLst>
            </p:cNvPr>
            <p:cNvSpPr/>
            <p:nvPr/>
          </p:nvSpPr>
          <p:spPr>
            <a:xfrm>
              <a:off x="2866435" y="3898442"/>
              <a:ext cx="21824" cy="65445"/>
            </a:xfrm>
            <a:custGeom>
              <a:avLst/>
              <a:gdLst/>
              <a:ahLst/>
              <a:cxnLst/>
              <a:rect l="l" t="t" r="r" b="b"/>
              <a:pathLst>
                <a:path w="1544" h="4630" fill="none" extrusionOk="0">
                  <a:moveTo>
                    <a:pt x="0" y="1"/>
                  </a:moveTo>
                  <a:lnTo>
                    <a:pt x="1543" y="4630"/>
                  </a:lnTo>
                  <a:lnTo>
                    <a:pt x="1543" y="4630"/>
                  </a:lnTo>
                  <a:lnTo>
                    <a:pt x="0"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 name="Google Shape;2868;p67">
              <a:extLst>
                <a:ext uri="{FF2B5EF4-FFF2-40B4-BE49-F238E27FC236}">
                  <a16:creationId xmlns:a16="http://schemas.microsoft.com/office/drawing/2014/main" id="{8E96700B-4905-42D9-F754-CA1A251565C2}"/>
                </a:ext>
              </a:extLst>
            </p:cNvPr>
            <p:cNvSpPr/>
            <p:nvPr/>
          </p:nvSpPr>
          <p:spPr>
            <a:xfrm>
              <a:off x="2924827" y="3864320"/>
              <a:ext cx="16552" cy="48214"/>
            </a:xfrm>
            <a:custGeom>
              <a:avLst/>
              <a:gdLst/>
              <a:ahLst/>
              <a:cxnLst/>
              <a:rect l="l" t="t" r="r" b="b"/>
              <a:pathLst>
                <a:path w="1171" h="3411" fill="none" extrusionOk="0">
                  <a:moveTo>
                    <a:pt x="0" y="1"/>
                  </a:moveTo>
                  <a:lnTo>
                    <a:pt x="0" y="1"/>
                  </a:lnTo>
                  <a:lnTo>
                    <a:pt x="1170" y="3410"/>
                  </a:lnTo>
                  <a:lnTo>
                    <a:pt x="0"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 name="Google Shape;2869;p67">
              <a:extLst>
                <a:ext uri="{FF2B5EF4-FFF2-40B4-BE49-F238E27FC236}">
                  <a16:creationId xmlns:a16="http://schemas.microsoft.com/office/drawing/2014/main" id="{32EA8D34-CE72-77B1-69D8-F5E342C73EE1}"/>
                </a:ext>
              </a:extLst>
            </p:cNvPr>
            <p:cNvSpPr/>
            <p:nvPr/>
          </p:nvSpPr>
          <p:spPr>
            <a:xfrm>
              <a:off x="2888245" y="3963873"/>
              <a:ext cx="721" cy="1767"/>
            </a:xfrm>
            <a:custGeom>
              <a:avLst/>
              <a:gdLst/>
              <a:ahLst/>
              <a:cxnLst/>
              <a:rect l="l" t="t" r="r" b="b"/>
              <a:pathLst>
                <a:path w="51" h="125" extrusionOk="0">
                  <a:moveTo>
                    <a:pt x="0" y="1"/>
                  </a:moveTo>
                  <a:lnTo>
                    <a:pt x="0" y="1"/>
                  </a:lnTo>
                  <a:lnTo>
                    <a:pt x="50" y="125"/>
                  </a:lnTo>
                  <a:lnTo>
                    <a:pt x="50" y="125"/>
                  </a:lnTo>
                  <a:lnTo>
                    <a:pt x="0" y="1"/>
                  </a:lnTo>
                  <a:close/>
                </a:path>
              </a:pathLst>
            </a:custGeom>
            <a:solidFill>
              <a:srgbClr val="BCBCB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 name="Google Shape;2870;p67">
              <a:extLst>
                <a:ext uri="{FF2B5EF4-FFF2-40B4-BE49-F238E27FC236}">
                  <a16:creationId xmlns:a16="http://schemas.microsoft.com/office/drawing/2014/main" id="{FFC96F02-C2CF-8FA2-3223-1942045F9884}"/>
                </a:ext>
              </a:extLst>
            </p:cNvPr>
            <p:cNvSpPr/>
            <p:nvPr/>
          </p:nvSpPr>
          <p:spPr>
            <a:xfrm>
              <a:off x="2888245" y="3963873"/>
              <a:ext cx="721" cy="1767"/>
            </a:xfrm>
            <a:custGeom>
              <a:avLst/>
              <a:gdLst/>
              <a:ahLst/>
              <a:cxnLst/>
              <a:rect l="l" t="t" r="r" b="b"/>
              <a:pathLst>
                <a:path w="51" h="125" fill="none" extrusionOk="0">
                  <a:moveTo>
                    <a:pt x="0" y="1"/>
                  </a:moveTo>
                  <a:lnTo>
                    <a:pt x="0" y="1"/>
                  </a:lnTo>
                  <a:lnTo>
                    <a:pt x="50" y="125"/>
                  </a:lnTo>
                  <a:lnTo>
                    <a:pt x="50" y="125"/>
                  </a:lnTo>
                  <a:lnTo>
                    <a:pt x="0"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 name="Google Shape;2871;p67">
              <a:extLst>
                <a:ext uri="{FF2B5EF4-FFF2-40B4-BE49-F238E27FC236}">
                  <a16:creationId xmlns:a16="http://schemas.microsoft.com/office/drawing/2014/main" id="{34204B1C-A79C-DF8D-6BE3-EB238E273469}"/>
                </a:ext>
              </a:extLst>
            </p:cNvPr>
            <p:cNvSpPr/>
            <p:nvPr/>
          </p:nvSpPr>
          <p:spPr>
            <a:xfrm>
              <a:off x="2866435" y="3864320"/>
              <a:ext cx="82676" cy="105546"/>
            </a:xfrm>
            <a:custGeom>
              <a:avLst/>
              <a:gdLst/>
              <a:ahLst/>
              <a:cxnLst/>
              <a:rect l="l" t="t" r="r" b="b"/>
              <a:pathLst>
                <a:path w="5849" h="7467" extrusionOk="0">
                  <a:moveTo>
                    <a:pt x="4131" y="1"/>
                  </a:moveTo>
                  <a:lnTo>
                    <a:pt x="0" y="2415"/>
                  </a:lnTo>
                  <a:lnTo>
                    <a:pt x="1543" y="7044"/>
                  </a:lnTo>
                  <a:lnTo>
                    <a:pt x="1593" y="7168"/>
                  </a:lnTo>
                  <a:lnTo>
                    <a:pt x="1693" y="7467"/>
                  </a:lnTo>
                  <a:lnTo>
                    <a:pt x="5849" y="5053"/>
                  </a:lnTo>
                  <a:lnTo>
                    <a:pt x="5301" y="3410"/>
                  </a:lnTo>
                  <a:lnTo>
                    <a:pt x="4131" y="1"/>
                  </a:lnTo>
                  <a:close/>
                </a:path>
              </a:pathLst>
            </a:custGeom>
            <a:solidFill>
              <a:srgbClr val="CC6F6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 name="Google Shape;2872;p67">
              <a:extLst>
                <a:ext uri="{FF2B5EF4-FFF2-40B4-BE49-F238E27FC236}">
                  <a16:creationId xmlns:a16="http://schemas.microsoft.com/office/drawing/2014/main" id="{92996844-698A-9B97-BBED-E82CA5657F16}"/>
                </a:ext>
              </a:extLst>
            </p:cNvPr>
            <p:cNvSpPr/>
            <p:nvPr/>
          </p:nvSpPr>
          <p:spPr>
            <a:xfrm>
              <a:off x="2866435" y="3864320"/>
              <a:ext cx="82676" cy="105546"/>
            </a:xfrm>
            <a:custGeom>
              <a:avLst/>
              <a:gdLst/>
              <a:ahLst/>
              <a:cxnLst/>
              <a:rect l="l" t="t" r="r" b="b"/>
              <a:pathLst>
                <a:path w="5849" h="7467" fill="none" extrusionOk="0">
                  <a:moveTo>
                    <a:pt x="4131" y="1"/>
                  </a:moveTo>
                  <a:lnTo>
                    <a:pt x="0" y="2415"/>
                  </a:lnTo>
                  <a:lnTo>
                    <a:pt x="1543" y="7044"/>
                  </a:lnTo>
                  <a:lnTo>
                    <a:pt x="1593" y="7168"/>
                  </a:lnTo>
                  <a:lnTo>
                    <a:pt x="1693" y="7467"/>
                  </a:lnTo>
                  <a:lnTo>
                    <a:pt x="5849" y="5053"/>
                  </a:lnTo>
                  <a:lnTo>
                    <a:pt x="5301" y="3410"/>
                  </a:lnTo>
                  <a:lnTo>
                    <a:pt x="4131"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 name="Google Shape;2873;p67">
              <a:extLst>
                <a:ext uri="{FF2B5EF4-FFF2-40B4-BE49-F238E27FC236}">
                  <a16:creationId xmlns:a16="http://schemas.microsoft.com/office/drawing/2014/main" id="{26CCEC01-EC97-CB82-4DC1-E4B9E3BB9755}"/>
                </a:ext>
              </a:extLst>
            </p:cNvPr>
            <p:cNvSpPr/>
            <p:nvPr/>
          </p:nvSpPr>
          <p:spPr>
            <a:xfrm>
              <a:off x="2277557" y="2007306"/>
              <a:ext cx="416163" cy="594857"/>
            </a:xfrm>
            <a:custGeom>
              <a:avLst/>
              <a:gdLst/>
              <a:ahLst/>
              <a:cxnLst/>
              <a:rect l="l" t="t" r="r" b="b"/>
              <a:pathLst>
                <a:path w="29442" h="42084" extrusionOk="0">
                  <a:moveTo>
                    <a:pt x="18517" y="0"/>
                  </a:moveTo>
                  <a:lnTo>
                    <a:pt x="17222" y="50"/>
                  </a:lnTo>
                  <a:lnTo>
                    <a:pt x="15903" y="100"/>
                  </a:lnTo>
                  <a:lnTo>
                    <a:pt x="14609" y="150"/>
                  </a:lnTo>
                  <a:lnTo>
                    <a:pt x="13315" y="249"/>
                  </a:lnTo>
                  <a:lnTo>
                    <a:pt x="12021" y="349"/>
                  </a:lnTo>
                  <a:lnTo>
                    <a:pt x="10702" y="473"/>
                  </a:lnTo>
                  <a:lnTo>
                    <a:pt x="9408" y="623"/>
                  </a:lnTo>
                  <a:lnTo>
                    <a:pt x="8114" y="772"/>
                  </a:lnTo>
                  <a:lnTo>
                    <a:pt x="7143" y="921"/>
                  </a:lnTo>
                  <a:lnTo>
                    <a:pt x="6148" y="1071"/>
                  </a:lnTo>
                  <a:lnTo>
                    <a:pt x="5252" y="1220"/>
                  </a:lnTo>
                  <a:lnTo>
                    <a:pt x="4456" y="1394"/>
                  </a:lnTo>
                  <a:lnTo>
                    <a:pt x="2689" y="1767"/>
                  </a:lnTo>
                  <a:lnTo>
                    <a:pt x="1295" y="2091"/>
                  </a:lnTo>
                  <a:lnTo>
                    <a:pt x="1" y="2439"/>
                  </a:lnTo>
                  <a:lnTo>
                    <a:pt x="449" y="4057"/>
                  </a:lnTo>
                  <a:lnTo>
                    <a:pt x="872" y="5699"/>
                  </a:lnTo>
                  <a:lnTo>
                    <a:pt x="1245" y="7342"/>
                  </a:lnTo>
                  <a:lnTo>
                    <a:pt x="1594" y="8985"/>
                  </a:lnTo>
                  <a:lnTo>
                    <a:pt x="1917" y="10602"/>
                  </a:lnTo>
                  <a:lnTo>
                    <a:pt x="2216" y="12245"/>
                  </a:lnTo>
                  <a:lnTo>
                    <a:pt x="2465" y="13862"/>
                  </a:lnTo>
                  <a:lnTo>
                    <a:pt x="2713" y="15455"/>
                  </a:lnTo>
                  <a:lnTo>
                    <a:pt x="2937" y="17023"/>
                  </a:lnTo>
                  <a:lnTo>
                    <a:pt x="3137" y="18591"/>
                  </a:lnTo>
                  <a:lnTo>
                    <a:pt x="3286" y="20134"/>
                  </a:lnTo>
                  <a:lnTo>
                    <a:pt x="3460" y="21652"/>
                  </a:lnTo>
                  <a:lnTo>
                    <a:pt x="3585" y="23145"/>
                  </a:lnTo>
                  <a:lnTo>
                    <a:pt x="3709" y="24589"/>
                  </a:lnTo>
                  <a:lnTo>
                    <a:pt x="3883" y="27401"/>
                  </a:lnTo>
                  <a:lnTo>
                    <a:pt x="4032" y="30039"/>
                  </a:lnTo>
                  <a:lnTo>
                    <a:pt x="4107" y="32503"/>
                  </a:lnTo>
                  <a:lnTo>
                    <a:pt x="4182" y="34742"/>
                  </a:lnTo>
                  <a:lnTo>
                    <a:pt x="4232" y="36758"/>
                  </a:lnTo>
                  <a:lnTo>
                    <a:pt x="4281" y="40018"/>
                  </a:lnTo>
                  <a:lnTo>
                    <a:pt x="4331" y="41213"/>
                  </a:lnTo>
                  <a:lnTo>
                    <a:pt x="4406" y="42084"/>
                  </a:lnTo>
                  <a:lnTo>
                    <a:pt x="28869" y="40267"/>
                  </a:lnTo>
                  <a:lnTo>
                    <a:pt x="29069" y="37853"/>
                  </a:lnTo>
                  <a:lnTo>
                    <a:pt x="29218" y="35514"/>
                  </a:lnTo>
                  <a:lnTo>
                    <a:pt x="29317" y="33249"/>
                  </a:lnTo>
                  <a:lnTo>
                    <a:pt x="29392" y="31059"/>
                  </a:lnTo>
                  <a:lnTo>
                    <a:pt x="29442" y="28944"/>
                  </a:lnTo>
                  <a:lnTo>
                    <a:pt x="29442" y="26903"/>
                  </a:lnTo>
                  <a:lnTo>
                    <a:pt x="29417" y="24937"/>
                  </a:lnTo>
                  <a:lnTo>
                    <a:pt x="29342" y="23046"/>
                  </a:lnTo>
                  <a:lnTo>
                    <a:pt x="29268" y="21229"/>
                  </a:lnTo>
                  <a:lnTo>
                    <a:pt x="29168" y="19487"/>
                  </a:lnTo>
                  <a:lnTo>
                    <a:pt x="29019" y="17819"/>
                  </a:lnTo>
                  <a:lnTo>
                    <a:pt x="28869" y="16251"/>
                  </a:lnTo>
                  <a:lnTo>
                    <a:pt x="28720" y="14733"/>
                  </a:lnTo>
                  <a:lnTo>
                    <a:pt x="28546" y="13315"/>
                  </a:lnTo>
                  <a:lnTo>
                    <a:pt x="28347" y="11946"/>
                  </a:lnTo>
                  <a:lnTo>
                    <a:pt x="28148" y="10677"/>
                  </a:lnTo>
                  <a:lnTo>
                    <a:pt x="27924" y="9482"/>
                  </a:lnTo>
                  <a:lnTo>
                    <a:pt x="27725" y="8362"/>
                  </a:lnTo>
                  <a:lnTo>
                    <a:pt x="27501" y="7317"/>
                  </a:lnTo>
                  <a:lnTo>
                    <a:pt x="27277" y="6347"/>
                  </a:lnTo>
                  <a:lnTo>
                    <a:pt x="26879" y="4629"/>
                  </a:lnTo>
                  <a:lnTo>
                    <a:pt x="26480" y="3236"/>
                  </a:lnTo>
                  <a:lnTo>
                    <a:pt x="26157" y="2141"/>
                  </a:lnTo>
                  <a:lnTo>
                    <a:pt x="25883" y="1369"/>
                  </a:lnTo>
                  <a:lnTo>
                    <a:pt x="25659" y="747"/>
                  </a:lnTo>
                  <a:lnTo>
                    <a:pt x="24589" y="573"/>
                  </a:lnTo>
                  <a:lnTo>
                    <a:pt x="23419" y="399"/>
                  </a:lnTo>
                  <a:lnTo>
                    <a:pt x="21951" y="224"/>
                  </a:lnTo>
                  <a:lnTo>
                    <a:pt x="20906" y="125"/>
                  </a:lnTo>
                  <a:lnTo>
                    <a:pt x="19786" y="50"/>
                  </a:lnTo>
                  <a:lnTo>
                    <a:pt x="19164" y="25"/>
                  </a:lnTo>
                  <a:lnTo>
                    <a:pt x="18517"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2874;p67">
              <a:extLst>
                <a:ext uri="{FF2B5EF4-FFF2-40B4-BE49-F238E27FC236}">
                  <a16:creationId xmlns:a16="http://schemas.microsoft.com/office/drawing/2014/main" id="{03AF4F21-9849-4654-40EA-7720B30802DF}"/>
                </a:ext>
              </a:extLst>
            </p:cNvPr>
            <p:cNvSpPr/>
            <p:nvPr/>
          </p:nvSpPr>
          <p:spPr>
            <a:xfrm>
              <a:off x="2277557" y="2007306"/>
              <a:ext cx="416163" cy="594857"/>
            </a:xfrm>
            <a:custGeom>
              <a:avLst/>
              <a:gdLst/>
              <a:ahLst/>
              <a:cxnLst/>
              <a:rect l="l" t="t" r="r" b="b"/>
              <a:pathLst>
                <a:path w="29442" h="42084" fill="none" extrusionOk="0">
                  <a:moveTo>
                    <a:pt x="1" y="2439"/>
                  </a:moveTo>
                  <a:lnTo>
                    <a:pt x="1" y="2439"/>
                  </a:lnTo>
                  <a:lnTo>
                    <a:pt x="449" y="4057"/>
                  </a:lnTo>
                  <a:lnTo>
                    <a:pt x="872" y="5699"/>
                  </a:lnTo>
                  <a:lnTo>
                    <a:pt x="1245" y="7342"/>
                  </a:lnTo>
                  <a:lnTo>
                    <a:pt x="1594" y="8985"/>
                  </a:lnTo>
                  <a:lnTo>
                    <a:pt x="1917" y="10602"/>
                  </a:lnTo>
                  <a:lnTo>
                    <a:pt x="2216" y="12245"/>
                  </a:lnTo>
                  <a:lnTo>
                    <a:pt x="2465" y="13862"/>
                  </a:lnTo>
                  <a:lnTo>
                    <a:pt x="2713" y="15455"/>
                  </a:lnTo>
                  <a:lnTo>
                    <a:pt x="2937" y="17023"/>
                  </a:lnTo>
                  <a:lnTo>
                    <a:pt x="3137" y="18591"/>
                  </a:lnTo>
                  <a:lnTo>
                    <a:pt x="3286" y="20134"/>
                  </a:lnTo>
                  <a:lnTo>
                    <a:pt x="3460" y="21652"/>
                  </a:lnTo>
                  <a:lnTo>
                    <a:pt x="3585" y="23145"/>
                  </a:lnTo>
                  <a:lnTo>
                    <a:pt x="3709" y="24589"/>
                  </a:lnTo>
                  <a:lnTo>
                    <a:pt x="3883" y="27401"/>
                  </a:lnTo>
                  <a:lnTo>
                    <a:pt x="4032" y="30039"/>
                  </a:lnTo>
                  <a:lnTo>
                    <a:pt x="4107" y="32503"/>
                  </a:lnTo>
                  <a:lnTo>
                    <a:pt x="4182" y="34742"/>
                  </a:lnTo>
                  <a:lnTo>
                    <a:pt x="4232" y="36758"/>
                  </a:lnTo>
                  <a:lnTo>
                    <a:pt x="4281" y="40018"/>
                  </a:lnTo>
                  <a:lnTo>
                    <a:pt x="4331" y="41213"/>
                  </a:lnTo>
                  <a:lnTo>
                    <a:pt x="4406" y="42084"/>
                  </a:lnTo>
                  <a:lnTo>
                    <a:pt x="4406" y="42084"/>
                  </a:lnTo>
                  <a:lnTo>
                    <a:pt x="28869" y="40267"/>
                  </a:lnTo>
                  <a:lnTo>
                    <a:pt x="28869" y="40267"/>
                  </a:lnTo>
                  <a:lnTo>
                    <a:pt x="29069" y="37853"/>
                  </a:lnTo>
                  <a:lnTo>
                    <a:pt x="29218" y="35514"/>
                  </a:lnTo>
                  <a:lnTo>
                    <a:pt x="29317" y="33249"/>
                  </a:lnTo>
                  <a:lnTo>
                    <a:pt x="29392" y="31059"/>
                  </a:lnTo>
                  <a:lnTo>
                    <a:pt x="29442" y="28944"/>
                  </a:lnTo>
                  <a:lnTo>
                    <a:pt x="29442" y="26903"/>
                  </a:lnTo>
                  <a:lnTo>
                    <a:pt x="29417" y="24937"/>
                  </a:lnTo>
                  <a:lnTo>
                    <a:pt x="29342" y="23046"/>
                  </a:lnTo>
                  <a:lnTo>
                    <a:pt x="29268" y="21229"/>
                  </a:lnTo>
                  <a:lnTo>
                    <a:pt x="29168" y="19487"/>
                  </a:lnTo>
                  <a:lnTo>
                    <a:pt x="29019" y="17819"/>
                  </a:lnTo>
                  <a:lnTo>
                    <a:pt x="28869" y="16251"/>
                  </a:lnTo>
                  <a:lnTo>
                    <a:pt x="28720" y="14733"/>
                  </a:lnTo>
                  <a:lnTo>
                    <a:pt x="28546" y="13315"/>
                  </a:lnTo>
                  <a:lnTo>
                    <a:pt x="28347" y="11946"/>
                  </a:lnTo>
                  <a:lnTo>
                    <a:pt x="28148" y="10677"/>
                  </a:lnTo>
                  <a:lnTo>
                    <a:pt x="27924" y="9482"/>
                  </a:lnTo>
                  <a:lnTo>
                    <a:pt x="27725" y="8362"/>
                  </a:lnTo>
                  <a:lnTo>
                    <a:pt x="27501" y="7317"/>
                  </a:lnTo>
                  <a:lnTo>
                    <a:pt x="27277" y="6347"/>
                  </a:lnTo>
                  <a:lnTo>
                    <a:pt x="26879" y="4629"/>
                  </a:lnTo>
                  <a:lnTo>
                    <a:pt x="26480" y="3236"/>
                  </a:lnTo>
                  <a:lnTo>
                    <a:pt x="26157" y="2141"/>
                  </a:lnTo>
                  <a:lnTo>
                    <a:pt x="25883" y="1369"/>
                  </a:lnTo>
                  <a:lnTo>
                    <a:pt x="25659" y="747"/>
                  </a:lnTo>
                  <a:lnTo>
                    <a:pt x="25659" y="747"/>
                  </a:lnTo>
                  <a:lnTo>
                    <a:pt x="24589" y="573"/>
                  </a:lnTo>
                  <a:lnTo>
                    <a:pt x="23419" y="399"/>
                  </a:lnTo>
                  <a:lnTo>
                    <a:pt x="21951" y="224"/>
                  </a:lnTo>
                  <a:lnTo>
                    <a:pt x="21951" y="224"/>
                  </a:lnTo>
                  <a:lnTo>
                    <a:pt x="20906" y="125"/>
                  </a:lnTo>
                  <a:lnTo>
                    <a:pt x="19786" y="50"/>
                  </a:lnTo>
                  <a:lnTo>
                    <a:pt x="19786" y="50"/>
                  </a:lnTo>
                  <a:lnTo>
                    <a:pt x="19164" y="25"/>
                  </a:lnTo>
                  <a:lnTo>
                    <a:pt x="18517" y="0"/>
                  </a:lnTo>
                  <a:lnTo>
                    <a:pt x="18517" y="0"/>
                  </a:lnTo>
                  <a:lnTo>
                    <a:pt x="17222" y="50"/>
                  </a:lnTo>
                  <a:lnTo>
                    <a:pt x="15903" y="100"/>
                  </a:lnTo>
                  <a:lnTo>
                    <a:pt x="14609" y="150"/>
                  </a:lnTo>
                  <a:lnTo>
                    <a:pt x="13315" y="249"/>
                  </a:lnTo>
                  <a:lnTo>
                    <a:pt x="12021" y="349"/>
                  </a:lnTo>
                  <a:lnTo>
                    <a:pt x="10702" y="473"/>
                  </a:lnTo>
                  <a:lnTo>
                    <a:pt x="9408" y="623"/>
                  </a:lnTo>
                  <a:lnTo>
                    <a:pt x="8114" y="772"/>
                  </a:lnTo>
                  <a:lnTo>
                    <a:pt x="8114" y="772"/>
                  </a:lnTo>
                  <a:lnTo>
                    <a:pt x="7143" y="921"/>
                  </a:lnTo>
                  <a:lnTo>
                    <a:pt x="6148" y="1071"/>
                  </a:lnTo>
                  <a:lnTo>
                    <a:pt x="6148" y="1071"/>
                  </a:lnTo>
                  <a:lnTo>
                    <a:pt x="5252" y="1220"/>
                  </a:lnTo>
                  <a:lnTo>
                    <a:pt x="4456" y="1394"/>
                  </a:lnTo>
                  <a:lnTo>
                    <a:pt x="4456" y="1394"/>
                  </a:lnTo>
                  <a:lnTo>
                    <a:pt x="2689" y="1767"/>
                  </a:lnTo>
                  <a:lnTo>
                    <a:pt x="1295" y="2091"/>
                  </a:lnTo>
                  <a:lnTo>
                    <a:pt x="1" y="2439"/>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2875;p67">
              <a:extLst>
                <a:ext uri="{FF2B5EF4-FFF2-40B4-BE49-F238E27FC236}">
                  <a16:creationId xmlns:a16="http://schemas.microsoft.com/office/drawing/2014/main" id="{AD0026AD-70ED-C3DF-8960-020C01C78880}"/>
                </a:ext>
              </a:extLst>
            </p:cNvPr>
            <p:cNvSpPr/>
            <p:nvPr/>
          </p:nvSpPr>
          <p:spPr>
            <a:xfrm>
              <a:off x="2399980" y="2169831"/>
              <a:ext cx="123483" cy="122423"/>
            </a:xfrm>
            <a:custGeom>
              <a:avLst/>
              <a:gdLst/>
              <a:ahLst/>
              <a:cxnLst/>
              <a:rect l="l" t="t" r="r" b="b"/>
              <a:pathLst>
                <a:path w="8736" h="8661" extrusionOk="0">
                  <a:moveTo>
                    <a:pt x="8064" y="0"/>
                  </a:moveTo>
                  <a:lnTo>
                    <a:pt x="0" y="324"/>
                  </a:lnTo>
                  <a:lnTo>
                    <a:pt x="672" y="7093"/>
                  </a:lnTo>
                  <a:lnTo>
                    <a:pt x="4878" y="8661"/>
                  </a:lnTo>
                  <a:lnTo>
                    <a:pt x="8736" y="6769"/>
                  </a:lnTo>
                  <a:lnTo>
                    <a:pt x="8064" y="0"/>
                  </a:lnTo>
                  <a:close/>
                </a:path>
              </a:pathLst>
            </a:custGeom>
            <a:solidFill>
              <a:srgbClr val="F4B45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2876;p67">
              <a:extLst>
                <a:ext uri="{FF2B5EF4-FFF2-40B4-BE49-F238E27FC236}">
                  <a16:creationId xmlns:a16="http://schemas.microsoft.com/office/drawing/2014/main" id="{1A1EAB33-F67F-AA74-CC25-69F83FB7D1FE}"/>
                </a:ext>
              </a:extLst>
            </p:cNvPr>
            <p:cNvSpPr/>
            <p:nvPr/>
          </p:nvSpPr>
          <p:spPr>
            <a:xfrm>
              <a:off x="2399980" y="2169831"/>
              <a:ext cx="123483" cy="122423"/>
            </a:xfrm>
            <a:custGeom>
              <a:avLst/>
              <a:gdLst/>
              <a:ahLst/>
              <a:cxnLst/>
              <a:rect l="l" t="t" r="r" b="b"/>
              <a:pathLst>
                <a:path w="8736" h="8661" fill="none" extrusionOk="0">
                  <a:moveTo>
                    <a:pt x="8064" y="0"/>
                  </a:moveTo>
                  <a:lnTo>
                    <a:pt x="0" y="324"/>
                  </a:lnTo>
                  <a:lnTo>
                    <a:pt x="672" y="7093"/>
                  </a:lnTo>
                  <a:lnTo>
                    <a:pt x="4878" y="8661"/>
                  </a:lnTo>
                  <a:lnTo>
                    <a:pt x="8736" y="6769"/>
                  </a:lnTo>
                  <a:lnTo>
                    <a:pt x="8064"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2877;p67">
              <a:extLst>
                <a:ext uri="{FF2B5EF4-FFF2-40B4-BE49-F238E27FC236}">
                  <a16:creationId xmlns:a16="http://schemas.microsoft.com/office/drawing/2014/main" id="{33D39B34-5168-D461-9CAF-4C5A5397CA34}"/>
                </a:ext>
              </a:extLst>
            </p:cNvPr>
            <p:cNvSpPr/>
            <p:nvPr/>
          </p:nvSpPr>
          <p:spPr>
            <a:xfrm>
              <a:off x="2313092" y="2206059"/>
              <a:ext cx="8806" cy="65092"/>
            </a:xfrm>
            <a:custGeom>
              <a:avLst/>
              <a:gdLst/>
              <a:ahLst/>
              <a:cxnLst/>
              <a:rect l="l" t="t" r="r" b="b"/>
              <a:pathLst>
                <a:path w="623" h="4605" extrusionOk="0">
                  <a:moveTo>
                    <a:pt x="0" y="0"/>
                  </a:moveTo>
                  <a:lnTo>
                    <a:pt x="0" y="0"/>
                  </a:lnTo>
                  <a:lnTo>
                    <a:pt x="324" y="2315"/>
                  </a:lnTo>
                  <a:lnTo>
                    <a:pt x="623" y="4604"/>
                  </a:lnTo>
                  <a:lnTo>
                    <a:pt x="623" y="4604"/>
                  </a:lnTo>
                  <a:lnTo>
                    <a:pt x="324" y="2315"/>
                  </a:lnTo>
                  <a:lnTo>
                    <a:pt x="0" y="0"/>
                  </a:lnTo>
                  <a:close/>
                </a:path>
              </a:pathLst>
            </a:custGeom>
            <a:solidFill>
              <a:srgbClr val="CCCCC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2878;p67">
              <a:extLst>
                <a:ext uri="{FF2B5EF4-FFF2-40B4-BE49-F238E27FC236}">
                  <a16:creationId xmlns:a16="http://schemas.microsoft.com/office/drawing/2014/main" id="{5F07543F-0CC1-8EA7-1370-64BAFAE3E01C}"/>
                </a:ext>
              </a:extLst>
            </p:cNvPr>
            <p:cNvSpPr/>
            <p:nvPr/>
          </p:nvSpPr>
          <p:spPr>
            <a:xfrm>
              <a:off x="2313092" y="2206059"/>
              <a:ext cx="8806" cy="65092"/>
            </a:xfrm>
            <a:custGeom>
              <a:avLst/>
              <a:gdLst/>
              <a:ahLst/>
              <a:cxnLst/>
              <a:rect l="l" t="t" r="r" b="b"/>
              <a:pathLst>
                <a:path w="623" h="4605" fill="none" extrusionOk="0">
                  <a:moveTo>
                    <a:pt x="0" y="0"/>
                  </a:moveTo>
                  <a:lnTo>
                    <a:pt x="0" y="0"/>
                  </a:lnTo>
                  <a:lnTo>
                    <a:pt x="324" y="2315"/>
                  </a:lnTo>
                  <a:lnTo>
                    <a:pt x="623" y="4604"/>
                  </a:lnTo>
                  <a:lnTo>
                    <a:pt x="623" y="4604"/>
                  </a:lnTo>
                  <a:lnTo>
                    <a:pt x="324" y="2315"/>
                  </a:lnTo>
                  <a:lnTo>
                    <a:pt x="0"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2879;p67">
              <a:extLst>
                <a:ext uri="{FF2B5EF4-FFF2-40B4-BE49-F238E27FC236}">
                  <a16:creationId xmlns:a16="http://schemas.microsoft.com/office/drawing/2014/main" id="{FFDDE44B-66CC-9518-F3DC-88D8A6993123}"/>
                </a:ext>
              </a:extLst>
            </p:cNvPr>
            <p:cNvSpPr/>
            <p:nvPr/>
          </p:nvSpPr>
          <p:spPr>
            <a:xfrm>
              <a:off x="2311679" y="2147314"/>
              <a:ext cx="41882" cy="159372"/>
            </a:xfrm>
            <a:custGeom>
              <a:avLst/>
              <a:gdLst/>
              <a:ahLst/>
              <a:cxnLst/>
              <a:rect l="l" t="t" r="r" b="b"/>
              <a:pathLst>
                <a:path w="2963" h="11275" extrusionOk="0">
                  <a:moveTo>
                    <a:pt x="2813" y="0"/>
                  </a:moveTo>
                  <a:lnTo>
                    <a:pt x="1" y="3609"/>
                  </a:lnTo>
                  <a:lnTo>
                    <a:pt x="100" y="4156"/>
                  </a:lnTo>
                  <a:lnTo>
                    <a:pt x="424" y="6471"/>
                  </a:lnTo>
                  <a:lnTo>
                    <a:pt x="723" y="8760"/>
                  </a:lnTo>
                  <a:lnTo>
                    <a:pt x="996" y="11274"/>
                  </a:lnTo>
                  <a:lnTo>
                    <a:pt x="1146" y="11075"/>
                  </a:lnTo>
                  <a:lnTo>
                    <a:pt x="1295" y="10851"/>
                  </a:lnTo>
                  <a:lnTo>
                    <a:pt x="1444" y="10602"/>
                  </a:lnTo>
                  <a:lnTo>
                    <a:pt x="1594" y="10303"/>
                  </a:lnTo>
                  <a:lnTo>
                    <a:pt x="1718" y="10005"/>
                  </a:lnTo>
                  <a:lnTo>
                    <a:pt x="1842" y="9681"/>
                  </a:lnTo>
                  <a:lnTo>
                    <a:pt x="2091" y="8960"/>
                  </a:lnTo>
                  <a:lnTo>
                    <a:pt x="2290" y="8163"/>
                  </a:lnTo>
                  <a:lnTo>
                    <a:pt x="2465" y="7317"/>
                  </a:lnTo>
                  <a:lnTo>
                    <a:pt x="2614" y="6446"/>
                  </a:lnTo>
                  <a:lnTo>
                    <a:pt x="2738" y="5550"/>
                  </a:lnTo>
                  <a:lnTo>
                    <a:pt x="2813" y="4679"/>
                  </a:lnTo>
                  <a:lnTo>
                    <a:pt x="2888" y="3808"/>
                  </a:lnTo>
                  <a:lnTo>
                    <a:pt x="2937" y="2987"/>
                  </a:lnTo>
                  <a:lnTo>
                    <a:pt x="2962" y="2215"/>
                  </a:lnTo>
                  <a:lnTo>
                    <a:pt x="2962" y="1494"/>
                  </a:lnTo>
                  <a:lnTo>
                    <a:pt x="2937" y="896"/>
                  </a:lnTo>
                  <a:lnTo>
                    <a:pt x="2888" y="374"/>
                  </a:lnTo>
                  <a:lnTo>
                    <a:pt x="2813" y="0"/>
                  </a:lnTo>
                  <a:close/>
                </a:path>
              </a:pathLst>
            </a:custGeom>
            <a:solidFill>
              <a:srgbClr val="C28A3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2880;p67">
              <a:extLst>
                <a:ext uri="{FF2B5EF4-FFF2-40B4-BE49-F238E27FC236}">
                  <a16:creationId xmlns:a16="http://schemas.microsoft.com/office/drawing/2014/main" id="{30A2F645-1E42-524D-6196-3E4680341590}"/>
                </a:ext>
              </a:extLst>
            </p:cNvPr>
            <p:cNvSpPr/>
            <p:nvPr/>
          </p:nvSpPr>
          <p:spPr>
            <a:xfrm>
              <a:off x="2311679" y="2147314"/>
              <a:ext cx="41882" cy="159372"/>
            </a:xfrm>
            <a:custGeom>
              <a:avLst/>
              <a:gdLst/>
              <a:ahLst/>
              <a:cxnLst/>
              <a:rect l="l" t="t" r="r" b="b"/>
              <a:pathLst>
                <a:path w="2963" h="11275" fill="none" extrusionOk="0">
                  <a:moveTo>
                    <a:pt x="2813" y="0"/>
                  </a:moveTo>
                  <a:lnTo>
                    <a:pt x="1" y="3609"/>
                  </a:lnTo>
                  <a:lnTo>
                    <a:pt x="1" y="3609"/>
                  </a:lnTo>
                  <a:lnTo>
                    <a:pt x="100" y="4156"/>
                  </a:lnTo>
                  <a:lnTo>
                    <a:pt x="100" y="4156"/>
                  </a:lnTo>
                  <a:lnTo>
                    <a:pt x="424" y="6471"/>
                  </a:lnTo>
                  <a:lnTo>
                    <a:pt x="723" y="8760"/>
                  </a:lnTo>
                  <a:lnTo>
                    <a:pt x="723" y="8760"/>
                  </a:lnTo>
                  <a:lnTo>
                    <a:pt x="996" y="11274"/>
                  </a:lnTo>
                  <a:lnTo>
                    <a:pt x="996" y="11274"/>
                  </a:lnTo>
                  <a:lnTo>
                    <a:pt x="1146" y="11075"/>
                  </a:lnTo>
                  <a:lnTo>
                    <a:pt x="1295" y="10851"/>
                  </a:lnTo>
                  <a:lnTo>
                    <a:pt x="1444" y="10602"/>
                  </a:lnTo>
                  <a:lnTo>
                    <a:pt x="1594" y="10303"/>
                  </a:lnTo>
                  <a:lnTo>
                    <a:pt x="1718" y="10005"/>
                  </a:lnTo>
                  <a:lnTo>
                    <a:pt x="1842" y="9681"/>
                  </a:lnTo>
                  <a:lnTo>
                    <a:pt x="2091" y="8960"/>
                  </a:lnTo>
                  <a:lnTo>
                    <a:pt x="2290" y="8163"/>
                  </a:lnTo>
                  <a:lnTo>
                    <a:pt x="2465" y="7317"/>
                  </a:lnTo>
                  <a:lnTo>
                    <a:pt x="2614" y="6446"/>
                  </a:lnTo>
                  <a:lnTo>
                    <a:pt x="2738" y="5550"/>
                  </a:lnTo>
                  <a:lnTo>
                    <a:pt x="2813" y="4679"/>
                  </a:lnTo>
                  <a:lnTo>
                    <a:pt x="2888" y="3808"/>
                  </a:lnTo>
                  <a:lnTo>
                    <a:pt x="2937" y="2987"/>
                  </a:lnTo>
                  <a:lnTo>
                    <a:pt x="2962" y="2215"/>
                  </a:lnTo>
                  <a:lnTo>
                    <a:pt x="2962" y="1494"/>
                  </a:lnTo>
                  <a:lnTo>
                    <a:pt x="2937" y="896"/>
                  </a:lnTo>
                  <a:lnTo>
                    <a:pt x="2888" y="374"/>
                  </a:lnTo>
                  <a:lnTo>
                    <a:pt x="2813"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2881;p67">
              <a:extLst>
                <a:ext uri="{FF2B5EF4-FFF2-40B4-BE49-F238E27FC236}">
                  <a16:creationId xmlns:a16="http://schemas.microsoft.com/office/drawing/2014/main" id="{9CD0EC47-F652-CD88-20F2-4D7D20D45F7E}"/>
                </a:ext>
              </a:extLst>
            </p:cNvPr>
            <p:cNvSpPr/>
            <p:nvPr/>
          </p:nvSpPr>
          <p:spPr>
            <a:xfrm>
              <a:off x="2392234" y="1851468"/>
              <a:ext cx="161139" cy="215304"/>
            </a:xfrm>
            <a:custGeom>
              <a:avLst/>
              <a:gdLst/>
              <a:ahLst/>
              <a:cxnLst/>
              <a:rect l="l" t="t" r="r" b="b"/>
              <a:pathLst>
                <a:path w="11400" h="15232" extrusionOk="0">
                  <a:moveTo>
                    <a:pt x="175" y="1"/>
                  </a:moveTo>
                  <a:lnTo>
                    <a:pt x="349" y="648"/>
                  </a:lnTo>
                  <a:lnTo>
                    <a:pt x="499" y="1344"/>
                  </a:lnTo>
                  <a:lnTo>
                    <a:pt x="673" y="2116"/>
                  </a:lnTo>
                  <a:lnTo>
                    <a:pt x="822" y="2887"/>
                  </a:lnTo>
                  <a:lnTo>
                    <a:pt x="971" y="3709"/>
                  </a:lnTo>
                  <a:lnTo>
                    <a:pt x="1096" y="4555"/>
                  </a:lnTo>
                  <a:lnTo>
                    <a:pt x="1171" y="5401"/>
                  </a:lnTo>
                  <a:lnTo>
                    <a:pt x="1245" y="6222"/>
                  </a:lnTo>
                  <a:lnTo>
                    <a:pt x="1270" y="7068"/>
                  </a:lnTo>
                  <a:lnTo>
                    <a:pt x="1245" y="7865"/>
                  </a:lnTo>
                  <a:lnTo>
                    <a:pt x="1195" y="8661"/>
                  </a:lnTo>
                  <a:lnTo>
                    <a:pt x="1146" y="9034"/>
                  </a:lnTo>
                  <a:lnTo>
                    <a:pt x="1071" y="9408"/>
                  </a:lnTo>
                  <a:lnTo>
                    <a:pt x="996" y="9756"/>
                  </a:lnTo>
                  <a:lnTo>
                    <a:pt x="897" y="10080"/>
                  </a:lnTo>
                  <a:lnTo>
                    <a:pt x="797" y="10428"/>
                  </a:lnTo>
                  <a:lnTo>
                    <a:pt x="673" y="10727"/>
                  </a:lnTo>
                  <a:lnTo>
                    <a:pt x="524" y="11025"/>
                  </a:lnTo>
                  <a:lnTo>
                    <a:pt x="374" y="11299"/>
                  </a:lnTo>
                  <a:lnTo>
                    <a:pt x="200" y="11548"/>
                  </a:lnTo>
                  <a:lnTo>
                    <a:pt x="1" y="11797"/>
                  </a:lnTo>
                  <a:lnTo>
                    <a:pt x="772" y="12419"/>
                  </a:lnTo>
                  <a:lnTo>
                    <a:pt x="1171" y="12743"/>
                  </a:lnTo>
                  <a:lnTo>
                    <a:pt x="1594" y="13066"/>
                  </a:lnTo>
                  <a:lnTo>
                    <a:pt x="2042" y="13365"/>
                  </a:lnTo>
                  <a:lnTo>
                    <a:pt x="2490" y="13663"/>
                  </a:lnTo>
                  <a:lnTo>
                    <a:pt x="2987" y="13937"/>
                  </a:lnTo>
                  <a:lnTo>
                    <a:pt x="3485" y="14186"/>
                  </a:lnTo>
                  <a:lnTo>
                    <a:pt x="4008" y="14435"/>
                  </a:lnTo>
                  <a:lnTo>
                    <a:pt x="4555" y="14634"/>
                  </a:lnTo>
                  <a:lnTo>
                    <a:pt x="5152" y="14833"/>
                  </a:lnTo>
                  <a:lnTo>
                    <a:pt x="5750" y="14982"/>
                  </a:lnTo>
                  <a:lnTo>
                    <a:pt x="6397" y="15107"/>
                  </a:lnTo>
                  <a:lnTo>
                    <a:pt x="7044" y="15182"/>
                  </a:lnTo>
                  <a:lnTo>
                    <a:pt x="7741" y="15231"/>
                  </a:lnTo>
                  <a:lnTo>
                    <a:pt x="8487" y="15231"/>
                  </a:lnTo>
                  <a:lnTo>
                    <a:pt x="8836" y="15206"/>
                  </a:lnTo>
                  <a:lnTo>
                    <a:pt x="9184" y="15157"/>
                  </a:lnTo>
                  <a:lnTo>
                    <a:pt x="9483" y="15107"/>
                  </a:lnTo>
                  <a:lnTo>
                    <a:pt x="9757" y="15057"/>
                  </a:lnTo>
                  <a:lnTo>
                    <a:pt x="10005" y="14982"/>
                  </a:lnTo>
                  <a:lnTo>
                    <a:pt x="10229" y="14883"/>
                  </a:lnTo>
                  <a:lnTo>
                    <a:pt x="10453" y="14783"/>
                  </a:lnTo>
                  <a:lnTo>
                    <a:pt x="10628" y="14684"/>
                  </a:lnTo>
                  <a:lnTo>
                    <a:pt x="10802" y="14559"/>
                  </a:lnTo>
                  <a:lnTo>
                    <a:pt x="10926" y="14460"/>
                  </a:lnTo>
                  <a:lnTo>
                    <a:pt x="11051" y="14310"/>
                  </a:lnTo>
                  <a:lnTo>
                    <a:pt x="11150" y="14186"/>
                  </a:lnTo>
                  <a:lnTo>
                    <a:pt x="11225" y="14037"/>
                  </a:lnTo>
                  <a:lnTo>
                    <a:pt x="11299" y="13887"/>
                  </a:lnTo>
                  <a:lnTo>
                    <a:pt x="11349" y="13713"/>
                  </a:lnTo>
                  <a:lnTo>
                    <a:pt x="11374" y="13564"/>
                  </a:lnTo>
                  <a:lnTo>
                    <a:pt x="11399" y="13240"/>
                  </a:lnTo>
                  <a:lnTo>
                    <a:pt x="11349" y="12892"/>
                  </a:lnTo>
                  <a:lnTo>
                    <a:pt x="11275" y="12568"/>
                  </a:lnTo>
                  <a:lnTo>
                    <a:pt x="11150" y="12220"/>
                  </a:lnTo>
                  <a:lnTo>
                    <a:pt x="11001" y="11896"/>
                  </a:lnTo>
                  <a:lnTo>
                    <a:pt x="10827" y="11573"/>
                  </a:lnTo>
                  <a:lnTo>
                    <a:pt x="10628" y="11274"/>
                  </a:lnTo>
                  <a:lnTo>
                    <a:pt x="10404" y="11025"/>
                  </a:lnTo>
                  <a:lnTo>
                    <a:pt x="10055" y="10951"/>
                  </a:lnTo>
                  <a:lnTo>
                    <a:pt x="9732" y="10876"/>
                  </a:lnTo>
                  <a:lnTo>
                    <a:pt x="9433" y="10801"/>
                  </a:lnTo>
                  <a:lnTo>
                    <a:pt x="9159" y="10702"/>
                  </a:lnTo>
                  <a:lnTo>
                    <a:pt x="8885" y="10577"/>
                  </a:lnTo>
                  <a:lnTo>
                    <a:pt x="8637" y="10453"/>
                  </a:lnTo>
                  <a:lnTo>
                    <a:pt x="8413" y="10329"/>
                  </a:lnTo>
                  <a:lnTo>
                    <a:pt x="8214" y="10179"/>
                  </a:lnTo>
                  <a:lnTo>
                    <a:pt x="8014" y="10030"/>
                  </a:lnTo>
                  <a:lnTo>
                    <a:pt x="7840" y="9881"/>
                  </a:lnTo>
                  <a:lnTo>
                    <a:pt x="7666" y="9706"/>
                  </a:lnTo>
                  <a:lnTo>
                    <a:pt x="7517" y="9532"/>
                  </a:lnTo>
                  <a:lnTo>
                    <a:pt x="7392" y="9358"/>
                  </a:lnTo>
                  <a:lnTo>
                    <a:pt x="7293" y="9159"/>
                  </a:lnTo>
                  <a:lnTo>
                    <a:pt x="7094" y="8761"/>
                  </a:lnTo>
                  <a:lnTo>
                    <a:pt x="6944" y="8338"/>
                  </a:lnTo>
                  <a:lnTo>
                    <a:pt x="6845" y="7890"/>
                  </a:lnTo>
                  <a:lnTo>
                    <a:pt x="6795" y="7417"/>
                  </a:lnTo>
                  <a:lnTo>
                    <a:pt x="6770" y="6944"/>
                  </a:lnTo>
                  <a:lnTo>
                    <a:pt x="6795" y="6471"/>
                  </a:lnTo>
                  <a:lnTo>
                    <a:pt x="6845" y="5973"/>
                  </a:lnTo>
                  <a:lnTo>
                    <a:pt x="6895" y="5476"/>
                  </a:lnTo>
                  <a:lnTo>
                    <a:pt x="6969" y="4978"/>
                  </a:lnTo>
                  <a:lnTo>
                    <a:pt x="175" y="1"/>
                  </a:lnTo>
                  <a:close/>
                </a:path>
              </a:pathLst>
            </a:custGeom>
            <a:solidFill>
              <a:srgbClr val="FF8B7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2882;p67">
              <a:extLst>
                <a:ext uri="{FF2B5EF4-FFF2-40B4-BE49-F238E27FC236}">
                  <a16:creationId xmlns:a16="http://schemas.microsoft.com/office/drawing/2014/main" id="{E1323D5D-DFA6-EF77-5309-DFB4FA59B448}"/>
                </a:ext>
              </a:extLst>
            </p:cNvPr>
            <p:cNvSpPr/>
            <p:nvPr/>
          </p:nvSpPr>
          <p:spPr>
            <a:xfrm>
              <a:off x="2392234" y="1851468"/>
              <a:ext cx="161139" cy="215304"/>
            </a:xfrm>
            <a:custGeom>
              <a:avLst/>
              <a:gdLst/>
              <a:ahLst/>
              <a:cxnLst/>
              <a:rect l="l" t="t" r="r" b="b"/>
              <a:pathLst>
                <a:path w="11400" h="15232" fill="none" extrusionOk="0">
                  <a:moveTo>
                    <a:pt x="175" y="1"/>
                  </a:moveTo>
                  <a:lnTo>
                    <a:pt x="175" y="1"/>
                  </a:lnTo>
                  <a:lnTo>
                    <a:pt x="349" y="648"/>
                  </a:lnTo>
                  <a:lnTo>
                    <a:pt x="499" y="1344"/>
                  </a:lnTo>
                  <a:lnTo>
                    <a:pt x="673" y="2116"/>
                  </a:lnTo>
                  <a:lnTo>
                    <a:pt x="822" y="2887"/>
                  </a:lnTo>
                  <a:lnTo>
                    <a:pt x="971" y="3709"/>
                  </a:lnTo>
                  <a:lnTo>
                    <a:pt x="1096" y="4555"/>
                  </a:lnTo>
                  <a:lnTo>
                    <a:pt x="1171" y="5401"/>
                  </a:lnTo>
                  <a:lnTo>
                    <a:pt x="1245" y="6222"/>
                  </a:lnTo>
                  <a:lnTo>
                    <a:pt x="1270" y="7068"/>
                  </a:lnTo>
                  <a:lnTo>
                    <a:pt x="1245" y="7865"/>
                  </a:lnTo>
                  <a:lnTo>
                    <a:pt x="1195" y="8661"/>
                  </a:lnTo>
                  <a:lnTo>
                    <a:pt x="1146" y="9034"/>
                  </a:lnTo>
                  <a:lnTo>
                    <a:pt x="1071" y="9408"/>
                  </a:lnTo>
                  <a:lnTo>
                    <a:pt x="996" y="9756"/>
                  </a:lnTo>
                  <a:lnTo>
                    <a:pt x="897" y="10080"/>
                  </a:lnTo>
                  <a:lnTo>
                    <a:pt x="797" y="10428"/>
                  </a:lnTo>
                  <a:lnTo>
                    <a:pt x="673" y="10727"/>
                  </a:lnTo>
                  <a:lnTo>
                    <a:pt x="524" y="11025"/>
                  </a:lnTo>
                  <a:lnTo>
                    <a:pt x="374" y="11299"/>
                  </a:lnTo>
                  <a:lnTo>
                    <a:pt x="200" y="11548"/>
                  </a:lnTo>
                  <a:lnTo>
                    <a:pt x="1" y="11797"/>
                  </a:lnTo>
                  <a:lnTo>
                    <a:pt x="1" y="11797"/>
                  </a:lnTo>
                  <a:lnTo>
                    <a:pt x="772" y="12419"/>
                  </a:lnTo>
                  <a:lnTo>
                    <a:pt x="1171" y="12743"/>
                  </a:lnTo>
                  <a:lnTo>
                    <a:pt x="1594" y="13066"/>
                  </a:lnTo>
                  <a:lnTo>
                    <a:pt x="2042" y="13365"/>
                  </a:lnTo>
                  <a:lnTo>
                    <a:pt x="2490" y="13663"/>
                  </a:lnTo>
                  <a:lnTo>
                    <a:pt x="2987" y="13937"/>
                  </a:lnTo>
                  <a:lnTo>
                    <a:pt x="3485" y="14186"/>
                  </a:lnTo>
                  <a:lnTo>
                    <a:pt x="4008" y="14435"/>
                  </a:lnTo>
                  <a:lnTo>
                    <a:pt x="4555" y="14634"/>
                  </a:lnTo>
                  <a:lnTo>
                    <a:pt x="5152" y="14833"/>
                  </a:lnTo>
                  <a:lnTo>
                    <a:pt x="5750" y="14982"/>
                  </a:lnTo>
                  <a:lnTo>
                    <a:pt x="6397" y="15107"/>
                  </a:lnTo>
                  <a:lnTo>
                    <a:pt x="7044" y="15182"/>
                  </a:lnTo>
                  <a:lnTo>
                    <a:pt x="7741" y="15231"/>
                  </a:lnTo>
                  <a:lnTo>
                    <a:pt x="8487" y="15231"/>
                  </a:lnTo>
                  <a:lnTo>
                    <a:pt x="8487" y="15231"/>
                  </a:lnTo>
                  <a:lnTo>
                    <a:pt x="8836" y="15206"/>
                  </a:lnTo>
                  <a:lnTo>
                    <a:pt x="9184" y="15157"/>
                  </a:lnTo>
                  <a:lnTo>
                    <a:pt x="9483" y="15107"/>
                  </a:lnTo>
                  <a:lnTo>
                    <a:pt x="9757" y="15057"/>
                  </a:lnTo>
                  <a:lnTo>
                    <a:pt x="10005" y="14982"/>
                  </a:lnTo>
                  <a:lnTo>
                    <a:pt x="10229" y="14883"/>
                  </a:lnTo>
                  <a:lnTo>
                    <a:pt x="10453" y="14783"/>
                  </a:lnTo>
                  <a:lnTo>
                    <a:pt x="10628" y="14684"/>
                  </a:lnTo>
                  <a:lnTo>
                    <a:pt x="10802" y="14559"/>
                  </a:lnTo>
                  <a:lnTo>
                    <a:pt x="10926" y="14460"/>
                  </a:lnTo>
                  <a:lnTo>
                    <a:pt x="11051" y="14310"/>
                  </a:lnTo>
                  <a:lnTo>
                    <a:pt x="11150" y="14186"/>
                  </a:lnTo>
                  <a:lnTo>
                    <a:pt x="11225" y="14037"/>
                  </a:lnTo>
                  <a:lnTo>
                    <a:pt x="11299" y="13887"/>
                  </a:lnTo>
                  <a:lnTo>
                    <a:pt x="11349" y="13713"/>
                  </a:lnTo>
                  <a:lnTo>
                    <a:pt x="11374" y="13564"/>
                  </a:lnTo>
                  <a:lnTo>
                    <a:pt x="11399" y="13240"/>
                  </a:lnTo>
                  <a:lnTo>
                    <a:pt x="11349" y="12892"/>
                  </a:lnTo>
                  <a:lnTo>
                    <a:pt x="11275" y="12568"/>
                  </a:lnTo>
                  <a:lnTo>
                    <a:pt x="11150" y="12220"/>
                  </a:lnTo>
                  <a:lnTo>
                    <a:pt x="11001" y="11896"/>
                  </a:lnTo>
                  <a:lnTo>
                    <a:pt x="10827" y="11573"/>
                  </a:lnTo>
                  <a:lnTo>
                    <a:pt x="10628" y="11274"/>
                  </a:lnTo>
                  <a:lnTo>
                    <a:pt x="10404" y="11025"/>
                  </a:lnTo>
                  <a:lnTo>
                    <a:pt x="10404" y="11025"/>
                  </a:lnTo>
                  <a:lnTo>
                    <a:pt x="10055" y="10951"/>
                  </a:lnTo>
                  <a:lnTo>
                    <a:pt x="9732" y="10876"/>
                  </a:lnTo>
                  <a:lnTo>
                    <a:pt x="9433" y="10801"/>
                  </a:lnTo>
                  <a:lnTo>
                    <a:pt x="9159" y="10702"/>
                  </a:lnTo>
                  <a:lnTo>
                    <a:pt x="8885" y="10577"/>
                  </a:lnTo>
                  <a:lnTo>
                    <a:pt x="8637" y="10453"/>
                  </a:lnTo>
                  <a:lnTo>
                    <a:pt x="8413" y="10329"/>
                  </a:lnTo>
                  <a:lnTo>
                    <a:pt x="8214" y="10179"/>
                  </a:lnTo>
                  <a:lnTo>
                    <a:pt x="8014" y="10030"/>
                  </a:lnTo>
                  <a:lnTo>
                    <a:pt x="7840" y="9881"/>
                  </a:lnTo>
                  <a:lnTo>
                    <a:pt x="7666" y="9706"/>
                  </a:lnTo>
                  <a:lnTo>
                    <a:pt x="7517" y="9532"/>
                  </a:lnTo>
                  <a:lnTo>
                    <a:pt x="7392" y="9358"/>
                  </a:lnTo>
                  <a:lnTo>
                    <a:pt x="7293" y="9159"/>
                  </a:lnTo>
                  <a:lnTo>
                    <a:pt x="7094" y="8761"/>
                  </a:lnTo>
                  <a:lnTo>
                    <a:pt x="6944" y="8338"/>
                  </a:lnTo>
                  <a:lnTo>
                    <a:pt x="6845" y="7890"/>
                  </a:lnTo>
                  <a:lnTo>
                    <a:pt x="6795" y="7417"/>
                  </a:lnTo>
                  <a:lnTo>
                    <a:pt x="6770" y="6944"/>
                  </a:lnTo>
                  <a:lnTo>
                    <a:pt x="6795" y="6471"/>
                  </a:lnTo>
                  <a:lnTo>
                    <a:pt x="6845" y="5973"/>
                  </a:lnTo>
                  <a:lnTo>
                    <a:pt x="6895" y="5476"/>
                  </a:lnTo>
                  <a:lnTo>
                    <a:pt x="6969" y="4978"/>
                  </a:lnTo>
                  <a:lnTo>
                    <a:pt x="175"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2883;p67">
              <a:extLst>
                <a:ext uri="{FF2B5EF4-FFF2-40B4-BE49-F238E27FC236}">
                  <a16:creationId xmlns:a16="http://schemas.microsoft.com/office/drawing/2014/main" id="{6EEAA5F3-8C66-3B81-AE98-F8C31CBD94E1}"/>
                </a:ext>
              </a:extLst>
            </p:cNvPr>
            <p:cNvSpPr/>
            <p:nvPr/>
          </p:nvSpPr>
          <p:spPr>
            <a:xfrm>
              <a:off x="2347214" y="2007306"/>
              <a:ext cx="177309" cy="107652"/>
            </a:xfrm>
            <a:custGeom>
              <a:avLst/>
              <a:gdLst/>
              <a:ahLst/>
              <a:cxnLst/>
              <a:rect l="l" t="t" r="r" b="b"/>
              <a:pathLst>
                <a:path w="12544" h="7616" extrusionOk="0">
                  <a:moveTo>
                    <a:pt x="3186" y="0"/>
                  </a:moveTo>
                  <a:lnTo>
                    <a:pt x="2763" y="100"/>
                  </a:lnTo>
                  <a:lnTo>
                    <a:pt x="1817" y="299"/>
                  </a:lnTo>
                  <a:lnTo>
                    <a:pt x="1270" y="448"/>
                  </a:lnTo>
                  <a:lnTo>
                    <a:pt x="747" y="623"/>
                  </a:lnTo>
                  <a:lnTo>
                    <a:pt x="324" y="772"/>
                  </a:lnTo>
                  <a:lnTo>
                    <a:pt x="150" y="871"/>
                  </a:lnTo>
                  <a:lnTo>
                    <a:pt x="25" y="946"/>
                  </a:lnTo>
                  <a:lnTo>
                    <a:pt x="0" y="1170"/>
                  </a:lnTo>
                  <a:lnTo>
                    <a:pt x="25" y="1394"/>
                  </a:lnTo>
                  <a:lnTo>
                    <a:pt x="50" y="1618"/>
                  </a:lnTo>
                  <a:lnTo>
                    <a:pt x="75" y="1817"/>
                  </a:lnTo>
                  <a:lnTo>
                    <a:pt x="199" y="2240"/>
                  </a:lnTo>
                  <a:lnTo>
                    <a:pt x="374" y="2638"/>
                  </a:lnTo>
                  <a:lnTo>
                    <a:pt x="598" y="3012"/>
                  </a:lnTo>
                  <a:lnTo>
                    <a:pt x="871" y="3360"/>
                  </a:lnTo>
                  <a:lnTo>
                    <a:pt x="1170" y="3709"/>
                  </a:lnTo>
                  <a:lnTo>
                    <a:pt x="1518" y="4032"/>
                  </a:lnTo>
                  <a:lnTo>
                    <a:pt x="1892" y="4356"/>
                  </a:lnTo>
                  <a:lnTo>
                    <a:pt x="2315" y="4629"/>
                  </a:lnTo>
                  <a:lnTo>
                    <a:pt x="2738" y="4928"/>
                  </a:lnTo>
                  <a:lnTo>
                    <a:pt x="3211" y="5177"/>
                  </a:lnTo>
                  <a:lnTo>
                    <a:pt x="3684" y="5426"/>
                  </a:lnTo>
                  <a:lnTo>
                    <a:pt x="4156" y="5675"/>
                  </a:lnTo>
                  <a:lnTo>
                    <a:pt x="4654" y="5899"/>
                  </a:lnTo>
                  <a:lnTo>
                    <a:pt x="5152" y="6098"/>
                  </a:lnTo>
                  <a:lnTo>
                    <a:pt x="6147" y="6471"/>
                  </a:lnTo>
                  <a:lnTo>
                    <a:pt x="7118" y="6770"/>
                  </a:lnTo>
                  <a:lnTo>
                    <a:pt x="8039" y="7043"/>
                  </a:lnTo>
                  <a:lnTo>
                    <a:pt x="8860" y="7242"/>
                  </a:lnTo>
                  <a:lnTo>
                    <a:pt x="9532" y="7417"/>
                  </a:lnTo>
                  <a:lnTo>
                    <a:pt x="10080" y="7516"/>
                  </a:lnTo>
                  <a:lnTo>
                    <a:pt x="10552" y="7616"/>
                  </a:lnTo>
                  <a:lnTo>
                    <a:pt x="10652" y="7218"/>
                  </a:lnTo>
                  <a:lnTo>
                    <a:pt x="10801" y="6770"/>
                  </a:lnTo>
                  <a:lnTo>
                    <a:pt x="11025" y="6247"/>
                  </a:lnTo>
                  <a:lnTo>
                    <a:pt x="11299" y="5675"/>
                  </a:lnTo>
                  <a:lnTo>
                    <a:pt x="11473" y="5376"/>
                  </a:lnTo>
                  <a:lnTo>
                    <a:pt x="11647" y="5102"/>
                  </a:lnTo>
                  <a:lnTo>
                    <a:pt x="11846" y="4828"/>
                  </a:lnTo>
                  <a:lnTo>
                    <a:pt x="12070" y="4555"/>
                  </a:lnTo>
                  <a:lnTo>
                    <a:pt x="12294" y="4331"/>
                  </a:lnTo>
                  <a:lnTo>
                    <a:pt x="12543" y="4132"/>
                  </a:lnTo>
                  <a:lnTo>
                    <a:pt x="11075" y="3808"/>
                  </a:lnTo>
                  <a:lnTo>
                    <a:pt x="9756" y="3485"/>
                  </a:lnTo>
                  <a:lnTo>
                    <a:pt x="8586" y="3136"/>
                  </a:lnTo>
                  <a:lnTo>
                    <a:pt x="7566" y="2788"/>
                  </a:lnTo>
                  <a:lnTo>
                    <a:pt x="6695" y="2439"/>
                  </a:lnTo>
                  <a:lnTo>
                    <a:pt x="5923" y="2091"/>
                  </a:lnTo>
                  <a:lnTo>
                    <a:pt x="5301" y="1767"/>
                  </a:lnTo>
                  <a:lnTo>
                    <a:pt x="4754" y="1444"/>
                  </a:lnTo>
                  <a:lnTo>
                    <a:pt x="4306" y="1145"/>
                  </a:lnTo>
                  <a:lnTo>
                    <a:pt x="3957" y="871"/>
                  </a:lnTo>
                  <a:lnTo>
                    <a:pt x="3684" y="623"/>
                  </a:lnTo>
                  <a:lnTo>
                    <a:pt x="3485" y="424"/>
                  </a:lnTo>
                  <a:lnTo>
                    <a:pt x="3335" y="249"/>
                  </a:lnTo>
                  <a:lnTo>
                    <a:pt x="3261" y="125"/>
                  </a:lnTo>
                  <a:lnTo>
                    <a:pt x="3186"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2884;p67">
              <a:extLst>
                <a:ext uri="{FF2B5EF4-FFF2-40B4-BE49-F238E27FC236}">
                  <a16:creationId xmlns:a16="http://schemas.microsoft.com/office/drawing/2014/main" id="{33F2C5F7-AD65-8A18-C0D2-1CBE930CD677}"/>
                </a:ext>
              </a:extLst>
            </p:cNvPr>
            <p:cNvSpPr/>
            <p:nvPr/>
          </p:nvSpPr>
          <p:spPr>
            <a:xfrm>
              <a:off x="2524509" y="2003080"/>
              <a:ext cx="72824" cy="98860"/>
            </a:xfrm>
            <a:custGeom>
              <a:avLst/>
              <a:gdLst/>
              <a:ahLst/>
              <a:cxnLst/>
              <a:rect l="l" t="t" r="r" b="b"/>
              <a:pathLst>
                <a:path w="5152" h="6994" extrusionOk="0">
                  <a:moveTo>
                    <a:pt x="1494" y="1"/>
                  </a:moveTo>
                  <a:lnTo>
                    <a:pt x="871" y="26"/>
                  </a:lnTo>
                  <a:lnTo>
                    <a:pt x="971" y="299"/>
                  </a:lnTo>
                  <a:lnTo>
                    <a:pt x="1046" y="598"/>
                  </a:lnTo>
                  <a:lnTo>
                    <a:pt x="1120" y="872"/>
                  </a:lnTo>
                  <a:lnTo>
                    <a:pt x="1145" y="1170"/>
                  </a:lnTo>
                  <a:lnTo>
                    <a:pt x="1170" y="1469"/>
                  </a:lnTo>
                  <a:lnTo>
                    <a:pt x="1170" y="1768"/>
                  </a:lnTo>
                  <a:lnTo>
                    <a:pt x="1145" y="2066"/>
                  </a:lnTo>
                  <a:lnTo>
                    <a:pt x="1095" y="2340"/>
                  </a:lnTo>
                  <a:lnTo>
                    <a:pt x="1046" y="2639"/>
                  </a:lnTo>
                  <a:lnTo>
                    <a:pt x="946" y="2913"/>
                  </a:lnTo>
                  <a:lnTo>
                    <a:pt x="846" y="3186"/>
                  </a:lnTo>
                  <a:lnTo>
                    <a:pt x="722" y="3460"/>
                  </a:lnTo>
                  <a:lnTo>
                    <a:pt x="573" y="3709"/>
                  </a:lnTo>
                  <a:lnTo>
                    <a:pt x="399" y="3958"/>
                  </a:lnTo>
                  <a:lnTo>
                    <a:pt x="224" y="4182"/>
                  </a:lnTo>
                  <a:lnTo>
                    <a:pt x="0" y="4406"/>
                  </a:lnTo>
                  <a:lnTo>
                    <a:pt x="498" y="4655"/>
                  </a:lnTo>
                  <a:lnTo>
                    <a:pt x="996" y="4928"/>
                  </a:lnTo>
                  <a:lnTo>
                    <a:pt x="1469" y="5202"/>
                  </a:lnTo>
                  <a:lnTo>
                    <a:pt x="1917" y="5526"/>
                  </a:lnTo>
                  <a:lnTo>
                    <a:pt x="2365" y="5849"/>
                  </a:lnTo>
                  <a:lnTo>
                    <a:pt x="2788" y="6222"/>
                  </a:lnTo>
                  <a:lnTo>
                    <a:pt x="3186" y="6596"/>
                  </a:lnTo>
                  <a:lnTo>
                    <a:pt x="3584" y="6994"/>
                  </a:lnTo>
                  <a:lnTo>
                    <a:pt x="3908" y="6621"/>
                  </a:lnTo>
                  <a:lnTo>
                    <a:pt x="4181" y="6272"/>
                  </a:lnTo>
                  <a:lnTo>
                    <a:pt x="4430" y="5924"/>
                  </a:lnTo>
                  <a:lnTo>
                    <a:pt x="4629" y="5575"/>
                  </a:lnTo>
                  <a:lnTo>
                    <a:pt x="4779" y="5252"/>
                  </a:lnTo>
                  <a:lnTo>
                    <a:pt x="4928" y="4928"/>
                  </a:lnTo>
                  <a:lnTo>
                    <a:pt x="5027" y="4605"/>
                  </a:lnTo>
                  <a:lnTo>
                    <a:pt x="5077" y="4281"/>
                  </a:lnTo>
                  <a:lnTo>
                    <a:pt x="5127" y="3983"/>
                  </a:lnTo>
                  <a:lnTo>
                    <a:pt x="5152" y="3684"/>
                  </a:lnTo>
                  <a:lnTo>
                    <a:pt x="5152" y="3410"/>
                  </a:lnTo>
                  <a:lnTo>
                    <a:pt x="5127" y="3112"/>
                  </a:lnTo>
                  <a:lnTo>
                    <a:pt x="5077" y="2863"/>
                  </a:lnTo>
                  <a:lnTo>
                    <a:pt x="5003" y="2589"/>
                  </a:lnTo>
                  <a:lnTo>
                    <a:pt x="4928" y="2340"/>
                  </a:lnTo>
                  <a:lnTo>
                    <a:pt x="4828" y="2116"/>
                  </a:lnTo>
                  <a:lnTo>
                    <a:pt x="4629" y="1668"/>
                  </a:lnTo>
                  <a:lnTo>
                    <a:pt x="4405" y="1270"/>
                  </a:lnTo>
                  <a:lnTo>
                    <a:pt x="4156" y="946"/>
                  </a:lnTo>
                  <a:lnTo>
                    <a:pt x="3908" y="648"/>
                  </a:lnTo>
                  <a:lnTo>
                    <a:pt x="3708" y="424"/>
                  </a:lnTo>
                  <a:lnTo>
                    <a:pt x="3534" y="250"/>
                  </a:lnTo>
                  <a:lnTo>
                    <a:pt x="3360" y="125"/>
                  </a:lnTo>
                  <a:lnTo>
                    <a:pt x="2738" y="51"/>
                  </a:lnTo>
                  <a:lnTo>
                    <a:pt x="2116" y="26"/>
                  </a:lnTo>
                  <a:lnTo>
                    <a:pt x="1494"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2885;p67">
              <a:extLst>
                <a:ext uri="{FF2B5EF4-FFF2-40B4-BE49-F238E27FC236}">
                  <a16:creationId xmlns:a16="http://schemas.microsoft.com/office/drawing/2014/main" id="{C0293913-9B68-607C-3AA1-C19E71BA49CC}"/>
                </a:ext>
              </a:extLst>
            </p:cNvPr>
            <p:cNvSpPr/>
            <p:nvPr/>
          </p:nvSpPr>
          <p:spPr>
            <a:xfrm>
              <a:off x="2530135" y="2100880"/>
              <a:ext cx="14432" cy="25697"/>
            </a:xfrm>
            <a:custGeom>
              <a:avLst/>
              <a:gdLst/>
              <a:ahLst/>
              <a:cxnLst/>
              <a:rect l="l" t="t" r="r" b="b"/>
              <a:pathLst>
                <a:path w="1021" h="1818" extrusionOk="0">
                  <a:moveTo>
                    <a:pt x="374" y="0"/>
                  </a:moveTo>
                  <a:lnTo>
                    <a:pt x="274" y="25"/>
                  </a:lnTo>
                  <a:lnTo>
                    <a:pt x="200" y="100"/>
                  </a:lnTo>
                  <a:lnTo>
                    <a:pt x="125" y="199"/>
                  </a:lnTo>
                  <a:lnTo>
                    <a:pt x="75" y="324"/>
                  </a:lnTo>
                  <a:lnTo>
                    <a:pt x="25" y="448"/>
                  </a:lnTo>
                  <a:lnTo>
                    <a:pt x="1" y="622"/>
                  </a:lnTo>
                  <a:lnTo>
                    <a:pt x="1" y="797"/>
                  </a:lnTo>
                  <a:lnTo>
                    <a:pt x="1" y="996"/>
                  </a:lnTo>
                  <a:lnTo>
                    <a:pt x="50" y="1170"/>
                  </a:lnTo>
                  <a:lnTo>
                    <a:pt x="100" y="1319"/>
                  </a:lnTo>
                  <a:lnTo>
                    <a:pt x="150" y="1469"/>
                  </a:lnTo>
                  <a:lnTo>
                    <a:pt x="224" y="1593"/>
                  </a:lnTo>
                  <a:lnTo>
                    <a:pt x="324" y="1693"/>
                  </a:lnTo>
                  <a:lnTo>
                    <a:pt x="399" y="1767"/>
                  </a:lnTo>
                  <a:lnTo>
                    <a:pt x="498" y="1817"/>
                  </a:lnTo>
                  <a:lnTo>
                    <a:pt x="648" y="1817"/>
                  </a:lnTo>
                  <a:lnTo>
                    <a:pt x="747" y="1792"/>
                  </a:lnTo>
                  <a:lnTo>
                    <a:pt x="822" y="1717"/>
                  </a:lnTo>
                  <a:lnTo>
                    <a:pt x="896" y="1618"/>
                  </a:lnTo>
                  <a:lnTo>
                    <a:pt x="946" y="1494"/>
                  </a:lnTo>
                  <a:lnTo>
                    <a:pt x="996" y="1369"/>
                  </a:lnTo>
                  <a:lnTo>
                    <a:pt x="1021" y="1195"/>
                  </a:lnTo>
                  <a:lnTo>
                    <a:pt x="1021" y="1021"/>
                  </a:lnTo>
                  <a:lnTo>
                    <a:pt x="996" y="846"/>
                  </a:lnTo>
                  <a:lnTo>
                    <a:pt x="971" y="672"/>
                  </a:lnTo>
                  <a:lnTo>
                    <a:pt x="921" y="498"/>
                  </a:lnTo>
                  <a:lnTo>
                    <a:pt x="847" y="349"/>
                  </a:lnTo>
                  <a:lnTo>
                    <a:pt x="772" y="249"/>
                  </a:lnTo>
                  <a:lnTo>
                    <a:pt x="697" y="125"/>
                  </a:lnTo>
                  <a:lnTo>
                    <a:pt x="598" y="50"/>
                  </a:lnTo>
                  <a:lnTo>
                    <a:pt x="498" y="0"/>
                  </a:lnTo>
                  <a:close/>
                </a:path>
              </a:pathLst>
            </a:custGeom>
            <a:solidFill>
              <a:srgbClr val="A17B3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2886;p67">
              <a:extLst>
                <a:ext uri="{FF2B5EF4-FFF2-40B4-BE49-F238E27FC236}">
                  <a16:creationId xmlns:a16="http://schemas.microsoft.com/office/drawing/2014/main" id="{8A90ABC5-96C1-FE44-0411-58CC199E640D}"/>
                </a:ext>
              </a:extLst>
            </p:cNvPr>
            <p:cNvSpPr/>
            <p:nvPr/>
          </p:nvSpPr>
          <p:spPr>
            <a:xfrm>
              <a:off x="2530135" y="2100880"/>
              <a:ext cx="14432" cy="25697"/>
            </a:xfrm>
            <a:custGeom>
              <a:avLst/>
              <a:gdLst/>
              <a:ahLst/>
              <a:cxnLst/>
              <a:rect l="l" t="t" r="r" b="b"/>
              <a:pathLst>
                <a:path w="1021" h="1818" fill="none" extrusionOk="0">
                  <a:moveTo>
                    <a:pt x="424" y="0"/>
                  </a:moveTo>
                  <a:lnTo>
                    <a:pt x="424" y="0"/>
                  </a:lnTo>
                  <a:lnTo>
                    <a:pt x="374" y="0"/>
                  </a:lnTo>
                  <a:lnTo>
                    <a:pt x="374" y="0"/>
                  </a:lnTo>
                  <a:lnTo>
                    <a:pt x="274" y="25"/>
                  </a:lnTo>
                  <a:lnTo>
                    <a:pt x="200" y="100"/>
                  </a:lnTo>
                  <a:lnTo>
                    <a:pt x="125" y="199"/>
                  </a:lnTo>
                  <a:lnTo>
                    <a:pt x="75" y="324"/>
                  </a:lnTo>
                  <a:lnTo>
                    <a:pt x="25" y="448"/>
                  </a:lnTo>
                  <a:lnTo>
                    <a:pt x="1" y="622"/>
                  </a:lnTo>
                  <a:lnTo>
                    <a:pt x="1" y="797"/>
                  </a:lnTo>
                  <a:lnTo>
                    <a:pt x="1" y="996"/>
                  </a:lnTo>
                  <a:lnTo>
                    <a:pt x="1" y="996"/>
                  </a:lnTo>
                  <a:lnTo>
                    <a:pt x="50" y="1170"/>
                  </a:lnTo>
                  <a:lnTo>
                    <a:pt x="100" y="1319"/>
                  </a:lnTo>
                  <a:lnTo>
                    <a:pt x="150" y="1469"/>
                  </a:lnTo>
                  <a:lnTo>
                    <a:pt x="224" y="1593"/>
                  </a:lnTo>
                  <a:lnTo>
                    <a:pt x="324" y="1693"/>
                  </a:lnTo>
                  <a:lnTo>
                    <a:pt x="399" y="1767"/>
                  </a:lnTo>
                  <a:lnTo>
                    <a:pt x="498" y="1817"/>
                  </a:lnTo>
                  <a:lnTo>
                    <a:pt x="598" y="1817"/>
                  </a:lnTo>
                  <a:lnTo>
                    <a:pt x="598" y="1817"/>
                  </a:lnTo>
                  <a:lnTo>
                    <a:pt x="648" y="1817"/>
                  </a:lnTo>
                  <a:lnTo>
                    <a:pt x="648" y="1817"/>
                  </a:lnTo>
                  <a:lnTo>
                    <a:pt x="747" y="1792"/>
                  </a:lnTo>
                  <a:lnTo>
                    <a:pt x="822" y="1717"/>
                  </a:lnTo>
                  <a:lnTo>
                    <a:pt x="896" y="1618"/>
                  </a:lnTo>
                  <a:lnTo>
                    <a:pt x="946" y="1494"/>
                  </a:lnTo>
                  <a:lnTo>
                    <a:pt x="996" y="1369"/>
                  </a:lnTo>
                  <a:lnTo>
                    <a:pt x="1021" y="1195"/>
                  </a:lnTo>
                  <a:lnTo>
                    <a:pt x="1021" y="1021"/>
                  </a:lnTo>
                  <a:lnTo>
                    <a:pt x="996" y="846"/>
                  </a:lnTo>
                  <a:lnTo>
                    <a:pt x="996" y="846"/>
                  </a:lnTo>
                  <a:lnTo>
                    <a:pt x="971" y="672"/>
                  </a:lnTo>
                  <a:lnTo>
                    <a:pt x="921" y="498"/>
                  </a:lnTo>
                  <a:lnTo>
                    <a:pt x="847" y="349"/>
                  </a:lnTo>
                  <a:lnTo>
                    <a:pt x="772" y="249"/>
                  </a:lnTo>
                  <a:lnTo>
                    <a:pt x="697" y="125"/>
                  </a:lnTo>
                  <a:lnTo>
                    <a:pt x="598" y="50"/>
                  </a:lnTo>
                  <a:lnTo>
                    <a:pt x="498" y="0"/>
                  </a:lnTo>
                  <a:lnTo>
                    <a:pt x="424"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 name="Google Shape;2887;p67">
              <a:extLst>
                <a:ext uri="{FF2B5EF4-FFF2-40B4-BE49-F238E27FC236}">
                  <a16:creationId xmlns:a16="http://schemas.microsoft.com/office/drawing/2014/main" id="{0899C469-BBBF-B4A4-F411-74A0DAD887DE}"/>
                </a:ext>
              </a:extLst>
            </p:cNvPr>
            <p:cNvSpPr/>
            <p:nvPr/>
          </p:nvSpPr>
          <p:spPr>
            <a:xfrm>
              <a:off x="2433042" y="1880318"/>
              <a:ext cx="57360" cy="68258"/>
            </a:xfrm>
            <a:custGeom>
              <a:avLst/>
              <a:gdLst/>
              <a:ahLst/>
              <a:cxnLst/>
              <a:rect l="l" t="t" r="r" b="b"/>
              <a:pathLst>
                <a:path w="4058" h="4829" extrusionOk="0">
                  <a:moveTo>
                    <a:pt x="51" y="0"/>
                  </a:moveTo>
                  <a:lnTo>
                    <a:pt x="1" y="473"/>
                  </a:lnTo>
                  <a:lnTo>
                    <a:pt x="1" y="921"/>
                  </a:lnTo>
                  <a:lnTo>
                    <a:pt x="26" y="1369"/>
                  </a:lnTo>
                  <a:lnTo>
                    <a:pt x="100" y="1817"/>
                  </a:lnTo>
                  <a:lnTo>
                    <a:pt x="150" y="2091"/>
                  </a:lnTo>
                  <a:lnTo>
                    <a:pt x="275" y="2365"/>
                  </a:lnTo>
                  <a:lnTo>
                    <a:pt x="424" y="2638"/>
                  </a:lnTo>
                  <a:lnTo>
                    <a:pt x="598" y="2912"/>
                  </a:lnTo>
                  <a:lnTo>
                    <a:pt x="797" y="3161"/>
                  </a:lnTo>
                  <a:lnTo>
                    <a:pt x="1021" y="3385"/>
                  </a:lnTo>
                  <a:lnTo>
                    <a:pt x="1270" y="3634"/>
                  </a:lnTo>
                  <a:lnTo>
                    <a:pt x="1544" y="3833"/>
                  </a:lnTo>
                  <a:lnTo>
                    <a:pt x="1817" y="4032"/>
                  </a:lnTo>
                  <a:lnTo>
                    <a:pt x="2116" y="4231"/>
                  </a:lnTo>
                  <a:lnTo>
                    <a:pt x="2415" y="4380"/>
                  </a:lnTo>
                  <a:lnTo>
                    <a:pt x="2713" y="4530"/>
                  </a:lnTo>
                  <a:lnTo>
                    <a:pt x="3012" y="4629"/>
                  </a:lnTo>
                  <a:lnTo>
                    <a:pt x="3311" y="4729"/>
                  </a:lnTo>
                  <a:lnTo>
                    <a:pt x="3584" y="4779"/>
                  </a:lnTo>
                  <a:lnTo>
                    <a:pt x="3858" y="4828"/>
                  </a:lnTo>
                  <a:lnTo>
                    <a:pt x="3883" y="4355"/>
                  </a:lnTo>
                  <a:lnTo>
                    <a:pt x="3908" y="3883"/>
                  </a:lnTo>
                  <a:lnTo>
                    <a:pt x="3983" y="3410"/>
                  </a:lnTo>
                  <a:lnTo>
                    <a:pt x="4057" y="2962"/>
                  </a:lnTo>
                  <a:lnTo>
                    <a:pt x="51" y="0"/>
                  </a:lnTo>
                  <a:close/>
                </a:path>
              </a:pathLst>
            </a:custGeom>
            <a:solidFill>
              <a:srgbClr val="CC6F6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6" name="Google Shape;2888;p67">
              <a:extLst>
                <a:ext uri="{FF2B5EF4-FFF2-40B4-BE49-F238E27FC236}">
                  <a16:creationId xmlns:a16="http://schemas.microsoft.com/office/drawing/2014/main" id="{DA0536D1-CB97-F09A-1144-8B221A7B0B2B}"/>
                </a:ext>
              </a:extLst>
            </p:cNvPr>
            <p:cNvSpPr/>
            <p:nvPr/>
          </p:nvSpPr>
          <p:spPr>
            <a:xfrm>
              <a:off x="2433042" y="1880318"/>
              <a:ext cx="57360" cy="68258"/>
            </a:xfrm>
            <a:custGeom>
              <a:avLst/>
              <a:gdLst/>
              <a:ahLst/>
              <a:cxnLst/>
              <a:rect l="l" t="t" r="r" b="b"/>
              <a:pathLst>
                <a:path w="4058" h="4829" fill="none" extrusionOk="0">
                  <a:moveTo>
                    <a:pt x="51" y="0"/>
                  </a:moveTo>
                  <a:lnTo>
                    <a:pt x="51" y="0"/>
                  </a:lnTo>
                  <a:lnTo>
                    <a:pt x="1" y="473"/>
                  </a:lnTo>
                  <a:lnTo>
                    <a:pt x="1" y="921"/>
                  </a:lnTo>
                  <a:lnTo>
                    <a:pt x="26" y="1369"/>
                  </a:lnTo>
                  <a:lnTo>
                    <a:pt x="100" y="1817"/>
                  </a:lnTo>
                  <a:lnTo>
                    <a:pt x="100" y="1817"/>
                  </a:lnTo>
                  <a:lnTo>
                    <a:pt x="150" y="2091"/>
                  </a:lnTo>
                  <a:lnTo>
                    <a:pt x="275" y="2365"/>
                  </a:lnTo>
                  <a:lnTo>
                    <a:pt x="424" y="2638"/>
                  </a:lnTo>
                  <a:lnTo>
                    <a:pt x="598" y="2912"/>
                  </a:lnTo>
                  <a:lnTo>
                    <a:pt x="797" y="3161"/>
                  </a:lnTo>
                  <a:lnTo>
                    <a:pt x="1021" y="3385"/>
                  </a:lnTo>
                  <a:lnTo>
                    <a:pt x="1270" y="3634"/>
                  </a:lnTo>
                  <a:lnTo>
                    <a:pt x="1544" y="3833"/>
                  </a:lnTo>
                  <a:lnTo>
                    <a:pt x="1817" y="4032"/>
                  </a:lnTo>
                  <a:lnTo>
                    <a:pt x="2116" y="4231"/>
                  </a:lnTo>
                  <a:lnTo>
                    <a:pt x="2415" y="4380"/>
                  </a:lnTo>
                  <a:lnTo>
                    <a:pt x="2713" y="4530"/>
                  </a:lnTo>
                  <a:lnTo>
                    <a:pt x="3012" y="4629"/>
                  </a:lnTo>
                  <a:lnTo>
                    <a:pt x="3311" y="4729"/>
                  </a:lnTo>
                  <a:lnTo>
                    <a:pt x="3584" y="4779"/>
                  </a:lnTo>
                  <a:lnTo>
                    <a:pt x="3858" y="4828"/>
                  </a:lnTo>
                  <a:lnTo>
                    <a:pt x="3858" y="4828"/>
                  </a:lnTo>
                  <a:lnTo>
                    <a:pt x="3883" y="4355"/>
                  </a:lnTo>
                  <a:lnTo>
                    <a:pt x="3908" y="3883"/>
                  </a:lnTo>
                  <a:lnTo>
                    <a:pt x="3983" y="3410"/>
                  </a:lnTo>
                  <a:lnTo>
                    <a:pt x="4057" y="2962"/>
                  </a:lnTo>
                  <a:lnTo>
                    <a:pt x="51"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2889;p67">
              <a:extLst>
                <a:ext uri="{FF2B5EF4-FFF2-40B4-BE49-F238E27FC236}">
                  <a16:creationId xmlns:a16="http://schemas.microsoft.com/office/drawing/2014/main" id="{1D94BF37-F223-8C62-CF73-59FA3C5167A9}"/>
                </a:ext>
              </a:extLst>
            </p:cNvPr>
            <p:cNvSpPr/>
            <p:nvPr/>
          </p:nvSpPr>
          <p:spPr>
            <a:xfrm>
              <a:off x="2370084" y="1616488"/>
              <a:ext cx="180122" cy="176956"/>
            </a:xfrm>
            <a:custGeom>
              <a:avLst/>
              <a:gdLst/>
              <a:ahLst/>
              <a:cxnLst/>
              <a:rect l="l" t="t" r="r" b="b"/>
              <a:pathLst>
                <a:path w="12743" h="12519" extrusionOk="0">
                  <a:moveTo>
                    <a:pt x="6048" y="0"/>
                  </a:moveTo>
                  <a:lnTo>
                    <a:pt x="5724" y="25"/>
                  </a:lnTo>
                  <a:lnTo>
                    <a:pt x="5400" y="50"/>
                  </a:lnTo>
                  <a:lnTo>
                    <a:pt x="5077" y="125"/>
                  </a:lnTo>
                  <a:lnTo>
                    <a:pt x="4778" y="174"/>
                  </a:lnTo>
                  <a:lnTo>
                    <a:pt x="4480" y="274"/>
                  </a:lnTo>
                  <a:lnTo>
                    <a:pt x="4181" y="374"/>
                  </a:lnTo>
                  <a:lnTo>
                    <a:pt x="3882" y="473"/>
                  </a:lnTo>
                  <a:lnTo>
                    <a:pt x="3335" y="747"/>
                  </a:lnTo>
                  <a:lnTo>
                    <a:pt x="2812" y="1070"/>
                  </a:lnTo>
                  <a:lnTo>
                    <a:pt x="2314" y="1419"/>
                  </a:lnTo>
                  <a:lnTo>
                    <a:pt x="1867" y="1817"/>
                  </a:lnTo>
                  <a:lnTo>
                    <a:pt x="1468" y="2265"/>
                  </a:lnTo>
                  <a:lnTo>
                    <a:pt x="1095" y="2763"/>
                  </a:lnTo>
                  <a:lnTo>
                    <a:pt x="772" y="3260"/>
                  </a:lnTo>
                  <a:lnTo>
                    <a:pt x="622" y="3534"/>
                  </a:lnTo>
                  <a:lnTo>
                    <a:pt x="498" y="3808"/>
                  </a:lnTo>
                  <a:lnTo>
                    <a:pt x="398" y="4107"/>
                  </a:lnTo>
                  <a:lnTo>
                    <a:pt x="299" y="4405"/>
                  </a:lnTo>
                  <a:lnTo>
                    <a:pt x="199" y="4704"/>
                  </a:lnTo>
                  <a:lnTo>
                    <a:pt x="124" y="5002"/>
                  </a:lnTo>
                  <a:lnTo>
                    <a:pt x="75" y="5301"/>
                  </a:lnTo>
                  <a:lnTo>
                    <a:pt x="25" y="5625"/>
                  </a:lnTo>
                  <a:lnTo>
                    <a:pt x="0" y="5948"/>
                  </a:lnTo>
                  <a:lnTo>
                    <a:pt x="0" y="6247"/>
                  </a:lnTo>
                  <a:lnTo>
                    <a:pt x="0" y="6570"/>
                  </a:lnTo>
                  <a:lnTo>
                    <a:pt x="25" y="6894"/>
                  </a:lnTo>
                  <a:lnTo>
                    <a:pt x="75" y="7217"/>
                  </a:lnTo>
                  <a:lnTo>
                    <a:pt x="124" y="7516"/>
                  </a:lnTo>
                  <a:lnTo>
                    <a:pt x="199" y="7815"/>
                  </a:lnTo>
                  <a:lnTo>
                    <a:pt x="299" y="8113"/>
                  </a:lnTo>
                  <a:lnTo>
                    <a:pt x="398" y="8412"/>
                  </a:lnTo>
                  <a:lnTo>
                    <a:pt x="498" y="8711"/>
                  </a:lnTo>
                  <a:lnTo>
                    <a:pt x="622" y="8984"/>
                  </a:lnTo>
                  <a:lnTo>
                    <a:pt x="772" y="9258"/>
                  </a:lnTo>
                  <a:lnTo>
                    <a:pt x="1095" y="9756"/>
                  </a:lnTo>
                  <a:lnTo>
                    <a:pt x="1468" y="10254"/>
                  </a:lnTo>
                  <a:lnTo>
                    <a:pt x="1867" y="10702"/>
                  </a:lnTo>
                  <a:lnTo>
                    <a:pt x="2314" y="11100"/>
                  </a:lnTo>
                  <a:lnTo>
                    <a:pt x="2812" y="11448"/>
                  </a:lnTo>
                  <a:lnTo>
                    <a:pt x="3335" y="11772"/>
                  </a:lnTo>
                  <a:lnTo>
                    <a:pt x="3882" y="12045"/>
                  </a:lnTo>
                  <a:lnTo>
                    <a:pt x="4181" y="12145"/>
                  </a:lnTo>
                  <a:lnTo>
                    <a:pt x="4480" y="12245"/>
                  </a:lnTo>
                  <a:lnTo>
                    <a:pt x="4778" y="12319"/>
                  </a:lnTo>
                  <a:lnTo>
                    <a:pt x="5077" y="12394"/>
                  </a:lnTo>
                  <a:lnTo>
                    <a:pt x="5400" y="12444"/>
                  </a:lnTo>
                  <a:lnTo>
                    <a:pt x="5724" y="12493"/>
                  </a:lnTo>
                  <a:lnTo>
                    <a:pt x="6048" y="12518"/>
                  </a:lnTo>
                  <a:lnTo>
                    <a:pt x="6695" y="12518"/>
                  </a:lnTo>
                  <a:lnTo>
                    <a:pt x="7018" y="12493"/>
                  </a:lnTo>
                  <a:lnTo>
                    <a:pt x="7342" y="12444"/>
                  </a:lnTo>
                  <a:lnTo>
                    <a:pt x="7640" y="12394"/>
                  </a:lnTo>
                  <a:lnTo>
                    <a:pt x="7964" y="12319"/>
                  </a:lnTo>
                  <a:lnTo>
                    <a:pt x="8262" y="12245"/>
                  </a:lnTo>
                  <a:lnTo>
                    <a:pt x="8561" y="12145"/>
                  </a:lnTo>
                  <a:lnTo>
                    <a:pt x="8835" y="12045"/>
                  </a:lnTo>
                  <a:lnTo>
                    <a:pt x="9407" y="11772"/>
                  </a:lnTo>
                  <a:lnTo>
                    <a:pt x="9930" y="11448"/>
                  </a:lnTo>
                  <a:lnTo>
                    <a:pt x="10428" y="11100"/>
                  </a:lnTo>
                  <a:lnTo>
                    <a:pt x="10876" y="10702"/>
                  </a:lnTo>
                  <a:lnTo>
                    <a:pt x="11274" y="10254"/>
                  </a:lnTo>
                  <a:lnTo>
                    <a:pt x="11647" y="9756"/>
                  </a:lnTo>
                  <a:lnTo>
                    <a:pt x="11971" y="9258"/>
                  </a:lnTo>
                  <a:lnTo>
                    <a:pt x="12120" y="8984"/>
                  </a:lnTo>
                  <a:lnTo>
                    <a:pt x="12244" y="8711"/>
                  </a:lnTo>
                  <a:lnTo>
                    <a:pt x="12344" y="8412"/>
                  </a:lnTo>
                  <a:lnTo>
                    <a:pt x="12443" y="8113"/>
                  </a:lnTo>
                  <a:lnTo>
                    <a:pt x="12543" y="7815"/>
                  </a:lnTo>
                  <a:lnTo>
                    <a:pt x="12618" y="7516"/>
                  </a:lnTo>
                  <a:lnTo>
                    <a:pt x="12667" y="7217"/>
                  </a:lnTo>
                  <a:lnTo>
                    <a:pt x="12692" y="6894"/>
                  </a:lnTo>
                  <a:lnTo>
                    <a:pt x="12717" y="6570"/>
                  </a:lnTo>
                  <a:lnTo>
                    <a:pt x="12742" y="6247"/>
                  </a:lnTo>
                  <a:lnTo>
                    <a:pt x="12717" y="5948"/>
                  </a:lnTo>
                  <a:lnTo>
                    <a:pt x="12692" y="5625"/>
                  </a:lnTo>
                  <a:lnTo>
                    <a:pt x="12667" y="5301"/>
                  </a:lnTo>
                  <a:lnTo>
                    <a:pt x="12618" y="5002"/>
                  </a:lnTo>
                  <a:lnTo>
                    <a:pt x="12543" y="4704"/>
                  </a:lnTo>
                  <a:lnTo>
                    <a:pt x="12443" y="4405"/>
                  </a:lnTo>
                  <a:lnTo>
                    <a:pt x="12344" y="4107"/>
                  </a:lnTo>
                  <a:lnTo>
                    <a:pt x="12244" y="3808"/>
                  </a:lnTo>
                  <a:lnTo>
                    <a:pt x="12120" y="3534"/>
                  </a:lnTo>
                  <a:lnTo>
                    <a:pt x="11971" y="3260"/>
                  </a:lnTo>
                  <a:lnTo>
                    <a:pt x="11647" y="2763"/>
                  </a:lnTo>
                  <a:lnTo>
                    <a:pt x="11274" y="2265"/>
                  </a:lnTo>
                  <a:lnTo>
                    <a:pt x="10876" y="1817"/>
                  </a:lnTo>
                  <a:lnTo>
                    <a:pt x="10428" y="1419"/>
                  </a:lnTo>
                  <a:lnTo>
                    <a:pt x="9930" y="1070"/>
                  </a:lnTo>
                  <a:lnTo>
                    <a:pt x="9407" y="747"/>
                  </a:lnTo>
                  <a:lnTo>
                    <a:pt x="8835" y="473"/>
                  </a:lnTo>
                  <a:lnTo>
                    <a:pt x="8561" y="374"/>
                  </a:lnTo>
                  <a:lnTo>
                    <a:pt x="8262" y="274"/>
                  </a:lnTo>
                  <a:lnTo>
                    <a:pt x="7964" y="174"/>
                  </a:lnTo>
                  <a:lnTo>
                    <a:pt x="7640" y="125"/>
                  </a:lnTo>
                  <a:lnTo>
                    <a:pt x="7342" y="50"/>
                  </a:lnTo>
                  <a:lnTo>
                    <a:pt x="7018" y="25"/>
                  </a:lnTo>
                  <a:lnTo>
                    <a:pt x="6695"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 name="Google Shape;2890;p67">
              <a:extLst>
                <a:ext uri="{FF2B5EF4-FFF2-40B4-BE49-F238E27FC236}">
                  <a16:creationId xmlns:a16="http://schemas.microsoft.com/office/drawing/2014/main" id="{9967ECE3-984F-4154-C059-BDB7C4961418}"/>
                </a:ext>
              </a:extLst>
            </p:cNvPr>
            <p:cNvSpPr/>
            <p:nvPr/>
          </p:nvSpPr>
          <p:spPr>
            <a:xfrm>
              <a:off x="2480535" y="1604869"/>
              <a:ext cx="68258" cy="111539"/>
            </a:xfrm>
            <a:custGeom>
              <a:avLst/>
              <a:gdLst/>
              <a:ahLst/>
              <a:cxnLst/>
              <a:rect l="l" t="t" r="r" b="b"/>
              <a:pathLst>
                <a:path w="4829" h="7891" extrusionOk="0">
                  <a:moveTo>
                    <a:pt x="25" y="1"/>
                  </a:moveTo>
                  <a:lnTo>
                    <a:pt x="0" y="51"/>
                  </a:lnTo>
                  <a:lnTo>
                    <a:pt x="0" y="101"/>
                  </a:lnTo>
                  <a:lnTo>
                    <a:pt x="50" y="125"/>
                  </a:lnTo>
                  <a:lnTo>
                    <a:pt x="349" y="225"/>
                  </a:lnTo>
                  <a:lnTo>
                    <a:pt x="648" y="325"/>
                  </a:lnTo>
                  <a:lnTo>
                    <a:pt x="921" y="449"/>
                  </a:lnTo>
                  <a:lnTo>
                    <a:pt x="1195" y="573"/>
                  </a:lnTo>
                  <a:lnTo>
                    <a:pt x="1469" y="723"/>
                  </a:lnTo>
                  <a:lnTo>
                    <a:pt x="1743" y="872"/>
                  </a:lnTo>
                  <a:lnTo>
                    <a:pt x="2240" y="1245"/>
                  </a:lnTo>
                  <a:lnTo>
                    <a:pt x="2713" y="1644"/>
                  </a:lnTo>
                  <a:lnTo>
                    <a:pt x="2937" y="1843"/>
                  </a:lnTo>
                  <a:lnTo>
                    <a:pt x="3136" y="2067"/>
                  </a:lnTo>
                  <a:lnTo>
                    <a:pt x="3335" y="2315"/>
                  </a:lnTo>
                  <a:lnTo>
                    <a:pt x="3510" y="2564"/>
                  </a:lnTo>
                  <a:lnTo>
                    <a:pt x="3684" y="2813"/>
                  </a:lnTo>
                  <a:lnTo>
                    <a:pt x="3858" y="3087"/>
                  </a:lnTo>
                  <a:lnTo>
                    <a:pt x="4007" y="3361"/>
                  </a:lnTo>
                  <a:lnTo>
                    <a:pt x="4132" y="3634"/>
                  </a:lnTo>
                  <a:lnTo>
                    <a:pt x="4256" y="3908"/>
                  </a:lnTo>
                  <a:lnTo>
                    <a:pt x="4356" y="4207"/>
                  </a:lnTo>
                  <a:lnTo>
                    <a:pt x="4455" y="4481"/>
                  </a:lnTo>
                  <a:lnTo>
                    <a:pt x="4530" y="4779"/>
                  </a:lnTo>
                  <a:lnTo>
                    <a:pt x="4580" y="5078"/>
                  </a:lnTo>
                  <a:lnTo>
                    <a:pt x="4629" y="5377"/>
                  </a:lnTo>
                  <a:lnTo>
                    <a:pt x="4654" y="5675"/>
                  </a:lnTo>
                  <a:lnTo>
                    <a:pt x="4679" y="5974"/>
                  </a:lnTo>
                  <a:lnTo>
                    <a:pt x="4679" y="6272"/>
                  </a:lnTo>
                  <a:lnTo>
                    <a:pt x="4654" y="6596"/>
                  </a:lnTo>
                  <a:lnTo>
                    <a:pt x="4629" y="6895"/>
                  </a:lnTo>
                  <a:lnTo>
                    <a:pt x="4580" y="7193"/>
                  </a:lnTo>
                  <a:lnTo>
                    <a:pt x="4530" y="7492"/>
                  </a:lnTo>
                  <a:lnTo>
                    <a:pt x="4455" y="7791"/>
                  </a:lnTo>
                  <a:lnTo>
                    <a:pt x="4455" y="7840"/>
                  </a:lnTo>
                  <a:lnTo>
                    <a:pt x="4505" y="7890"/>
                  </a:lnTo>
                  <a:lnTo>
                    <a:pt x="4555" y="7865"/>
                  </a:lnTo>
                  <a:lnTo>
                    <a:pt x="4580" y="7840"/>
                  </a:lnTo>
                  <a:lnTo>
                    <a:pt x="4654" y="7517"/>
                  </a:lnTo>
                  <a:lnTo>
                    <a:pt x="4729" y="7218"/>
                  </a:lnTo>
                  <a:lnTo>
                    <a:pt x="4779" y="6920"/>
                  </a:lnTo>
                  <a:lnTo>
                    <a:pt x="4804" y="6596"/>
                  </a:lnTo>
                  <a:lnTo>
                    <a:pt x="4829" y="6297"/>
                  </a:lnTo>
                  <a:lnTo>
                    <a:pt x="4804" y="5974"/>
                  </a:lnTo>
                  <a:lnTo>
                    <a:pt x="4804" y="5675"/>
                  </a:lnTo>
                  <a:lnTo>
                    <a:pt x="4779" y="5352"/>
                  </a:lnTo>
                  <a:lnTo>
                    <a:pt x="4729" y="5053"/>
                  </a:lnTo>
                  <a:lnTo>
                    <a:pt x="4654" y="4754"/>
                  </a:lnTo>
                  <a:lnTo>
                    <a:pt x="4580" y="4456"/>
                  </a:lnTo>
                  <a:lnTo>
                    <a:pt x="4480" y="4157"/>
                  </a:lnTo>
                  <a:lnTo>
                    <a:pt x="4381" y="3858"/>
                  </a:lnTo>
                  <a:lnTo>
                    <a:pt x="4256" y="3560"/>
                  </a:lnTo>
                  <a:lnTo>
                    <a:pt x="4132" y="3286"/>
                  </a:lnTo>
                  <a:lnTo>
                    <a:pt x="3982" y="3012"/>
                  </a:lnTo>
                  <a:lnTo>
                    <a:pt x="3808" y="2739"/>
                  </a:lnTo>
                  <a:lnTo>
                    <a:pt x="3634" y="2465"/>
                  </a:lnTo>
                  <a:lnTo>
                    <a:pt x="3435" y="2216"/>
                  </a:lnTo>
                  <a:lnTo>
                    <a:pt x="3236" y="1967"/>
                  </a:lnTo>
                  <a:lnTo>
                    <a:pt x="3037" y="1743"/>
                  </a:lnTo>
                  <a:lnTo>
                    <a:pt x="2813" y="1519"/>
                  </a:lnTo>
                  <a:lnTo>
                    <a:pt x="2564" y="1320"/>
                  </a:lnTo>
                  <a:lnTo>
                    <a:pt x="2340" y="1121"/>
                  </a:lnTo>
                  <a:lnTo>
                    <a:pt x="2066" y="922"/>
                  </a:lnTo>
                  <a:lnTo>
                    <a:pt x="1817" y="748"/>
                  </a:lnTo>
                  <a:lnTo>
                    <a:pt x="1543" y="598"/>
                  </a:lnTo>
                  <a:lnTo>
                    <a:pt x="1270" y="449"/>
                  </a:lnTo>
                  <a:lnTo>
                    <a:pt x="971" y="325"/>
                  </a:lnTo>
                  <a:lnTo>
                    <a:pt x="697" y="200"/>
                  </a:lnTo>
                  <a:lnTo>
                    <a:pt x="399" y="101"/>
                  </a:lnTo>
                  <a:lnTo>
                    <a:pt x="75"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2891;p67">
              <a:extLst>
                <a:ext uri="{FF2B5EF4-FFF2-40B4-BE49-F238E27FC236}">
                  <a16:creationId xmlns:a16="http://schemas.microsoft.com/office/drawing/2014/main" id="{1EEE2AE1-F300-CF55-774D-673BB92AC59A}"/>
                </a:ext>
              </a:extLst>
            </p:cNvPr>
            <p:cNvSpPr/>
            <p:nvPr/>
          </p:nvSpPr>
          <p:spPr>
            <a:xfrm>
              <a:off x="2466118" y="1678046"/>
              <a:ext cx="136148" cy="133689"/>
            </a:xfrm>
            <a:custGeom>
              <a:avLst/>
              <a:gdLst/>
              <a:ahLst/>
              <a:cxnLst/>
              <a:rect l="l" t="t" r="r" b="b"/>
              <a:pathLst>
                <a:path w="9632" h="9458" extrusionOk="0">
                  <a:moveTo>
                    <a:pt x="4803" y="0"/>
                  </a:moveTo>
                  <a:lnTo>
                    <a:pt x="4330" y="25"/>
                  </a:lnTo>
                  <a:lnTo>
                    <a:pt x="3858" y="75"/>
                  </a:lnTo>
                  <a:lnTo>
                    <a:pt x="3385" y="200"/>
                  </a:lnTo>
                  <a:lnTo>
                    <a:pt x="2937" y="349"/>
                  </a:lnTo>
                  <a:lnTo>
                    <a:pt x="2514" y="573"/>
                  </a:lnTo>
                  <a:lnTo>
                    <a:pt x="2115" y="797"/>
                  </a:lnTo>
                  <a:lnTo>
                    <a:pt x="1742" y="1071"/>
                  </a:lnTo>
                  <a:lnTo>
                    <a:pt x="1419" y="1369"/>
                  </a:lnTo>
                  <a:lnTo>
                    <a:pt x="1095" y="1718"/>
                  </a:lnTo>
                  <a:lnTo>
                    <a:pt x="821" y="2066"/>
                  </a:lnTo>
                  <a:lnTo>
                    <a:pt x="573" y="2464"/>
                  </a:lnTo>
                  <a:lnTo>
                    <a:pt x="373" y="2887"/>
                  </a:lnTo>
                  <a:lnTo>
                    <a:pt x="224" y="3310"/>
                  </a:lnTo>
                  <a:lnTo>
                    <a:pt x="100" y="3783"/>
                  </a:lnTo>
                  <a:lnTo>
                    <a:pt x="25" y="4231"/>
                  </a:lnTo>
                  <a:lnTo>
                    <a:pt x="0" y="4729"/>
                  </a:lnTo>
                  <a:lnTo>
                    <a:pt x="25" y="5202"/>
                  </a:lnTo>
                  <a:lnTo>
                    <a:pt x="100" y="5675"/>
                  </a:lnTo>
                  <a:lnTo>
                    <a:pt x="224" y="6147"/>
                  </a:lnTo>
                  <a:lnTo>
                    <a:pt x="373" y="6571"/>
                  </a:lnTo>
                  <a:lnTo>
                    <a:pt x="573" y="6994"/>
                  </a:lnTo>
                  <a:lnTo>
                    <a:pt x="821" y="7367"/>
                  </a:lnTo>
                  <a:lnTo>
                    <a:pt x="1095" y="7740"/>
                  </a:lnTo>
                  <a:lnTo>
                    <a:pt x="1419" y="8089"/>
                  </a:lnTo>
                  <a:lnTo>
                    <a:pt x="1742" y="8387"/>
                  </a:lnTo>
                  <a:lnTo>
                    <a:pt x="2115" y="8661"/>
                  </a:lnTo>
                  <a:lnTo>
                    <a:pt x="2514" y="8885"/>
                  </a:lnTo>
                  <a:lnTo>
                    <a:pt x="2937" y="9084"/>
                  </a:lnTo>
                  <a:lnTo>
                    <a:pt x="3385" y="9258"/>
                  </a:lnTo>
                  <a:lnTo>
                    <a:pt x="3858" y="9358"/>
                  </a:lnTo>
                  <a:lnTo>
                    <a:pt x="4330" y="9433"/>
                  </a:lnTo>
                  <a:lnTo>
                    <a:pt x="4803" y="9457"/>
                  </a:lnTo>
                  <a:lnTo>
                    <a:pt x="5301" y="9433"/>
                  </a:lnTo>
                  <a:lnTo>
                    <a:pt x="5774" y="9358"/>
                  </a:lnTo>
                  <a:lnTo>
                    <a:pt x="6247" y="9258"/>
                  </a:lnTo>
                  <a:lnTo>
                    <a:pt x="6695" y="9084"/>
                  </a:lnTo>
                  <a:lnTo>
                    <a:pt x="7118" y="8885"/>
                  </a:lnTo>
                  <a:lnTo>
                    <a:pt x="7516" y="8661"/>
                  </a:lnTo>
                  <a:lnTo>
                    <a:pt x="7864" y="8387"/>
                  </a:lnTo>
                  <a:lnTo>
                    <a:pt x="8213" y="8089"/>
                  </a:lnTo>
                  <a:lnTo>
                    <a:pt x="8536" y="7740"/>
                  </a:lnTo>
                  <a:lnTo>
                    <a:pt x="8810" y="7367"/>
                  </a:lnTo>
                  <a:lnTo>
                    <a:pt x="9059" y="6994"/>
                  </a:lnTo>
                  <a:lnTo>
                    <a:pt x="9258" y="6571"/>
                  </a:lnTo>
                  <a:lnTo>
                    <a:pt x="9407" y="6147"/>
                  </a:lnTo>
                  <a:lnTo>
                    <a:pt x="9532" y="5675"/>
                  </a:lnTo>
                  <a:lnTo>
                    <a:pt x="9606" y="5202"/>
                  </a:lnTo>
                  <a:lnTo>
                    <a:pt x="9631" y="4729"/>
                  </a:lnTo>
                  <a:lnTo>
                    <a:pt x="9606" y="4231"/>
                  </a:lnTo>
                  <a:lnTo>
                    <a:pt x="9532" y="3783"/>
                  </a:lnTo>
                  <a:lnTo>
                    <a:pt x="9407" y="3310"/>
                  </a:lnTo>
                  <a:lnTo>
                    <a:pt x="9258" y="2887"/>
                  </a:lnTo>
                  <a:lnTo>
                    <a:pt x="9059" y="2464"/>
                  </a:lnTo>
                  <a:lnTo>
                    <a:pt x="8810" y="2066"/>
                  </a:lnTo>
                  <a:lnTo>
                    <a:pt x="8536" y="1718"/>
                  </a:lnTo>
                  <a:lnTo>
                    <a:pt x="8213" y="1369"/>
                  </a:lnTo>
                  <a:lnTo>
                    <a:pt x="7864" y="1071"/>
                  </a:lnTo>
                  <a:lnTo>
                    <a:pt x="7516" y="797"/>
                  </a:lnTo>
                  <a:lnTo>
                    <a:pt x="7118" y="573"/>
                  </a:lnTo>
                  <a:lnTo>
                    <a:pt x="6695" y="349"/>
                  </a:lnTo>
                  <a:lnTo>
                    <a:pt x="6247" y="200"/>
                  </a:lnTo>
                  <a:lnTo>
                    <a:pt x="5774" y="75"/>
                  </a:lnTo>
                  <a:lnTo>
                    <a:pt x="5301" y="25"/>
                  </a:lnTo>
                  <a:lnTo>
                    <a:pt x="4803"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2892;p67">
              <a:extLst>
                <a:ext uri="{FF2B5EF4-FFF2-40B4-BE49-F238E27FC236}">
                  <a16:creationId xmlns:a16="http://schemas.microsoft.com/office/drawing/2014/main" id="{C90478A6-7941-DF76-6367-BFFF3E2FAD13}"/>
                </a:ext>
              </a:extLst>
            </p:cNvPr>
            <p:cNvSpPr/>
            <p:nvPr/>
          </p:nvSpPr>
          <p:spPr>
            <a:xfrm>
              <a:off x="2299014" y="1669607"/>
              <a:ext cx="158312" cy="155838"/>
            </a:xfrm>
            <a:custGeom>
              <a:avLst/>
              <a:gdLst/>
              <a:ahLst/>
              <a:cxnLst/>
              <a:rect l="l" t="t" r="r" b="b"/>
              <a:pathLst>
                <a:path w="11200" h="11025" extrusionOk="0">
                  <a:moveTo>
                    <a:pt x="5600" y="0"/>
                  </a:moveTo>
                  <a:lnTo>
                    <a:pt x="5028" y="25"/>
                  </a:lnTo>
                  <a:lnTo>
                    <a:pt x="4481" y="125"/>
                  </a:lnTo>
                  <a:lnTo>
                    <a:pt x="3933" y="249"/>
                  </a:lnTo>
                  <a:lnTo>
                    <a:pt x="3435" y="448"/>
                  </a:lnTo>
                  <a:lnTo>
                    <a:pt x="2938" y="672"/>
                  </a:lnTo>
                  <a:lnTo>
                    <a:pt x="2465" y="946"/>
                  </a:lnTo>
                  <a:lnTo>
                    <a:pt x="2042" y="1269"/>
                  </a:lnTo>
                  <a:lnTo>
                    <a:pt x="1643" y="1618"/>
                  </a:lnTo>
                  <a:lnTo>
                    <a:pt x="1295" y="2016"/>
                  </a:lnTo>
                  <a:lnTo>
                    <a:pt x="971" y="2439"/>
                  </a:lnTo>
                  <a:lnTo>
                    <a:pt x="673" y="2887"/>
                  </a:lnTo>
                  <a:lnTo>
                    <a:pt x="449" y="3385"/>
                  </a:lnTo>
                  <a:lnTo>
                    <a:pt x="250" y="3882"/>
                  </a:lnTo>
                  <a:lnTo>
                    <a:pt x="125" y="4405"/>
                  </a:lnTo>
                  <a:lnTo>
                    <a:pt x="26" y="4953"/>
                  </a:lnTo>
                  <a:lnTo>
                    <a:pt x="1" y="5525"/>
                  </a:lnTo>
                  <a:lnTo>
                    <a:pt x="26" y="6073"/>
                  </a:lnTo>
                  <a:lnTo>
                    <a:pt x="125" y="6620"/>
                  </a:lnTo>
                  <a:lnTo>
                    <a:pt x="250" y="7168"/>
                  </a:lnTo>
                  <a:lnTo>
                    <a:pt x="449" y="7665"/>
                  </a:lnTo>
                  <a:lnTo>
                    <a:pt x="673" y="8138"/>
                  </a:lnTo>
                  <a:lnTo>
                    <a:pt x="971" y="8586"/>
                  </a:lnTo>
                  <a:lnTo>
                    <a:pt x="1295" y="9034"/>
                  </a:lnTo>
                  <a:lnTo>
                    <a:pt x="1643" y="9407"/>
                  </a:lnTo>
                  <a:lnTo>
                    <a:pt x="2042" y="9781"/>
                  </a:lnTo>
                  <a:lnTo>
                    <a:pt x="2465" y="10079"/>
                  </a:lnTo>
                  <a:lnTo>
                    <a:pt x="2938" y="10353"/>
                  </a:lnTo>
                  <a:lnTo>
                    <a:pt x="3435" y="10602"/>
                  </a:lnTo>
                  <a:lnTo>
                    <a:pt x="3933" y="10776"/>
                  </a:lnTo>
                  <a:lnTo>
                    <a:pt x="4481" y="10925"/>
                  </a:lnTo>
                  <a:lnTo>
                    <a:pt x="5028" y="11000"/>
                  </a:lnTo>
                  <a:lnTo>
                    <a:pt x="5600" y="11025"/>
                  </a:lnTo>
                  <a:lnTo>
                    <a:pt x="6173" y="11000"/>
                  </a:lnTo>
                  <a:lnTo>
                    <a:pt x="6720" y="10925"/>
                  </a:lnTo>
                  <a:lnTo>
                    <a:pt x="7268" y="10776"/>
                  </a:lnTo>
                  <a:lnTo>
                    <a:pt x="7790" y="10602"/>
                  </a:lnTo>
                  <a:lnTo>
                    <a:pt x="8263" y="10353"/>
                  </a:lnTo>
                  <a:lnTo>
                    <a:pt x="8736" y="10079"/>
                  </a:lnTo>
                  <a:lnTo>
                    <a:pt x="9159" y="9781"/>
                  </a:lnTo>
                  <a:lnTo>
                    <a:pt x="9557" y="9407"/>
                  </a:lnTo>
                  <a:lnTo>
                    <a:pt x="9931" y="9034"/>
                  </a:lnTo>
                  <a:lnTo>
                    <a:pt x="10229" y="8586"/>
                  </a:lnTo>
                  <a:lnTo>
                    <a:pt x="10528" y="8138"/>
                  </a:lnTo>
                  <a:lnTo>
                    <a:pt x="10752" y="7665"/>
                  </a:lnTo>
                  <a:lnTo>
                    <a:pt x="10951" y="7168"/>
                  </a:lnTo>
                  <a:lnTo>
                    <a:pt x="11076" y="6620"/>
                  </a:lnTo>
                  <a:lnTo>
                    <a:pt x="11175" y="6073"/>
                  </a:lnTo>
                  <a:lnTo>
                    <a:pt x="11200" y="5525"/>
                  </a:lnTo>
                  <a:lnTo>
                    <a:pt x="11175" y="4953"/>
                  </a:lnTo>
                  <a:lnTo>
                    <a:pt x="11076" y="4405"/>
                  </a:lnTo>
                  <a:lnTo>
                    <a:pt x="10951" y="3882"/>
                  </a:lnTo>
                  <a:lnTo>
                    <a:pt x="10752" y="3385"/>
                  </a:lnTo>
                  <a:lnTo>
                    <a:pt x="10528" y="2887"/>
                  </a:lnTo>
                  <a:lnTo>
                    <a:pt x="10229" y="2439"/>
                  </a:lnTo>
                  <a:lnTo>
                    <a:pt x="9931" y="2016"/>
                  </a:lnTo>
                  <a:lnTo>
                    <a:pt x="9557" y="1618"/>
                  </a:lnTo>
                  <a:lnTo>
                    <a:pt x="9159" y="1269"/>
                  </a:lnTo>
                  <a:lnTo>
                    <a:pt x="8736" y="946"/>
                  </a:lnTo>
                  <a:lnTo>
                    <a:pt x="8263" y="672"/>
                  </a:lnTo>
                  <a:lnTo>
                    <a:pt x="7790" y="448"/>
                  </a:lnTo>
                  <a:lnTo>
                    <a:pt x="7268" y="249"/>
                  </a:lnTo>
                  <a:lnTo>
                    <a:pt x="6720" y="125"/>
                  </a:lnTo>
                  <a:lnTo>
                    <a:pt x="6173" y="25"/>
                  </a:lnTo>
                  <a:lnTo>
                    <a:pt x="5600"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2893;p67">
              <a:extLst>
                <a:ext uri="{FF2B5EF4-FFF2-40B4-BE49-F238E27FC236}">
                  <a16:creationId xmlns:a16="http://schemas.microsoft.com/office/drawing/2014/main" id="{D3BA511B-CE88-27E6-A5DC-61252295643C}"/>
                </a:ext>
              </a:extLst>
            </p:cNvPr>
            <p:cNvSpPr/>
            <p:nvPr/>
          </p:nvSpPr>
          <p:spPr>
            <a:xfrm>
              <a:off x="2382735" y="1680152"/>
              <a:ext cx="188575" cy="253653"/>
            </a:xfrm>
            <a:custGeom>
              <a:avLst/>
              <a:gdLst/>
              <a:ahLst/>
              <a:cxnLst/>
              <a:rect l="l" t="t" r="r" b="b"/>
              <a:pathLst>
                <a:path w="13341" h="17945" extrusionOk="0">
                  <a:moveTo>
                    <a:pt x="5999" y="1"/>
                  </a:moveTo>
                  <a:lnTo>
                    <a:pt x="5700" y="26"/>
                  </a:lnTo>
                  <a:lnTo>
                    <a:pt x="5103" y="100"/>
                  </a:lnTo>
                  <a:lnTo>
                    <a:pt x="4505" y="250"/>
                  </a:lnTo>
                  <a:lnTo>
                    <a:pt x="3958" y="424"/>
                  </a:lnTo>
                  <a:lnTo>
                    <a:pt x="3410" y="673"/>
                  </a:lnTo>
                  <a:lnTo>
                    <a:pt x="2888" y="971"/>
                  </a:lnTo>
                  <a:lnTo>
                    <a:pt x="2390" y="1320"/>
                  </a:lnTo>
                  <a:lnTo>
                    <a:pt x="1942" y="1693"/>
                  </a:lnTo>
                  <a:lnTo>
                    <a:pt x="1519" y="2141"/>
                  </a:lnTo>
                  <a:lnTo>
                    <a:pt x="1345" y="2365"/>
                  </a:lnTo>
                  <a:lnTo>
                    <a:pt x="1146" y="2614"/>
                  </a:lnTo>
                  <a:lnTo>
                    <a:pt x="972" y="2863"/>
                  </a:lnTo>
                  <a:lnTo>
                    <a:pt x="822" y="3136"/>
                  </a:lnTo>
                  <a:lnTo>
                    <a:pt x="673" y="3410"/>
                  </a:lnTo>
                  <a:lnTo>
                    <a:pt x="548" y="3684"/>
                  </a:lnTo>
                  <a:lnTo>
                    <a:pt x="424" y="3983"/>
                  </a:lnTo>
                  <a:lnTo>
                    <a:pt x="300" y="4281"/>
                  </a:lnTo>
                  <a:lnTo>
                    <a:pt x="200" y="4630"/>
                  </a:lnTo>
                  <a:lnTo>
                    <a:pt x="125" y="4978"/>
                  </a:lnTo>
                  <a:lnTo>
                    <a:pt x="51" y="5327"/>
                  </a:lnTo>
                  <a:lnTo>
                    <a:pt x="26" y="5700"/>
                  </a:lnTo>
                  <a:lnTo>
                    <a:pt x="1" y="6048"/>
                  </a:lnTo>
                  <a:lnTo>
                    <a:pt x="1" y="6422"/>
                  </a:lnTo>
                  <a:lnTo>
                    <a:pt x="26" y="6770"/>
                  </a:lnTo>
                  <a:lnTo>
                    <a:pt x="76" y="7143"/>
                  </a:lnTo>
                  <a:lnTo>
                    <a:pt x="275" y="8736"/>
                  </a:lnTo>
                  <a:lnTo>
                    <a:pt x="474" y="10179"/>
                  </a:lnTo>
                  <a:lnTo>
                    <a:pt x="598" y="10851"/>
                  </a:lnTo>
                  <a:lnTo>
                    <a:pt x="698" y="11498"/>
                  </a:lnTo>
                  <a:lnTo>
                    <a:pt x="822" y="12096"/>
                  </a:lnTo>
                  <a:lnTo>
                    <a:pt x="972" y="12693"/>
                  </a:lnTo>
                  <a:lnTo>
                    <a:pt x="1146" y="13241"/>
                  </a:lnTo>
                  <a:lnTo>
                    <a:pt x="1345" y="13763"/>
                  </a:lnTo>
                  <a:lnTo>
                    <a:pt x="1569" y="14261"/>
                  </a:lnTo>
                  <a:lnTo>
                    <a:pt x="1818" y="14734"/>
                  </a:lnTo>
                  <a:lnTo>
                    <a:pt x="2116" y="15207"/>
                  </a:lnTo>
                  <a:lnTo>
                    <a:pt x="2465" y="15630"/>
                  </a:lnTo>
                  <a:lnTo>
                    <a:pt x="2838" y="16053"/>
                  </a:lnTo>
                  <a:lnTo>
                    <a:pt x="3286" y="16476"/>
                  </a:lnTo>
                  <a:lnTo>
                    <a:pt x="3634" y="16750"/>
                  </a:lnTo>
                  <a:lnTo>
                    <a:pt x="3983" y="17023"/>
                  </a:lnTo>
                  <a:lnTo>
                    <a:pt x="4356" y="17222"/>
                  </a:lnTo>
                  <a:lnTo>
                    <a:pt x="4729" y="17421"/>
                  </a:lnTo>
                  <a:lnTo>
                    <a:pt x="5103" y="17571"/>
                  </a:lnTo>
                  <a:lnTo>
                    <a:pt x="5501" y="17720"/>
                  </a:lnTo>
                  <a:lnTo>
                    <a:pt x="5874" y="17820"/>
                  </a:lnTo>
                  <a:lnTo>
                    <a:pt x="6272" y="17894"/>
                  </a:lnTo>
                  <a:lnTo>
                    <a:pt x="6671" y="17919"/>
                  </a:lnTo>
                  <a:lnTo>
                    <a:pt x="7069" y="17944"/>
                  </a:lnTo>
                  <a:lnTo>
                    <a:pt x="7442" y="17919"/>
                  </a:lnTo>
                  <a:lnTo>
                    <a:pt x="7840" y="17894"/>
                  </a:lnTo>
                  <a:lnTo>
                    <a:pt x="8214" y="17820"/>
                  </a:lnTo>
                  <a:lnTo>
                    <a:pt x="8587" y="17745"/>
                  </a:lnTo>
                  <a:lnTo>
                    <a:pt x="8960" y="17621"/>
                  </a:lnTo>
                  <a:lnTo>
                    <a:pt x="9333" y="17496"/>
                  </a:lnTo>
                  <a:lnTo>
                    <a:pt x="9682" y="17322"/>
                  </a:lnTo>
                  <a:lnTo>
                    <a:pt x="10030" y="17148"/>
                  </a:lnTo>
                  <a:lnTo>
                    <a:pt x="10354" y="16949"/>
                  </a:lnTo>
                  <a:lnTo>
                    <a:pt x="10677" y="16725"/>
                  </a:lnTo>
                  <a:lnTo>
                    <a:pt x="11001" y="16476"/>
                  </a:lnTo>
                  <a:lnTo>
                    <a:pt x="11275" y="16202"/>
                  </a:lnTo>
                  <a:lnTo>
                    <a:pt x="11573" y="15928"/>
                  </a:lnTo>
                  <a:lnTo>
                    <a:pt x="11822" y="15605"/>
                  </a:lnTo>
                  <a:lnTo>
                    <a:pt x="12071" y="15306"/>
                  </a:lnTo>
                  <a:lnTo>
                    <a:pt x="12295" y="14958"/>
                  </a:lnTo>
                  <a:lnTo>
                    <a:pt x="12494" y="14609"/>
                  </a:lnTo>
                  <a:lnTo>
                    <a:pt x="12668" y="14236"/>
                  </a:lnTo>
                  <a:lnTo>
                    <a:pt x="12843" y="13863"/>
                  </a:lnTo>
                  <a:lnTo>
                    <a:pt x="12967" y="13464"/>
                  </a:lnTo>
                  <a:lnTo>
                    <a:pt x="13067" y="13041"/>
                  </a:lnTo>
                  <a:lnTo>
                    <a:pt x="13166" y="12618"/>
                  </a:lnTo>
                  <a:lnTo>
                    <a:pt x="13266" y="11822"/>
                  </a:lnTo>
                  <a:lnTo>
                    <a:pt x="13315" y="10951"/>
                  </a:lnTo>
                  <a:lnTo>
                    <a:pt x="13340" y="10080"/>
                  </a:lnTo>
                  <a:lnTo>
                    <a:pt x="13315" y="9159"/>
                  </a:lnTo>
                  <a:lnTo>
                    <a:pt x="13216" y="8238"/>
                  </a:lnTo>
                  <a:lnTo>
                    <a:pt x="13067" y="7293"/>
                  </a:lnTo>
                  <a:lnTo>
                    <a:pt x="12992" y="6820"/>
                  </a:lnTo>
                  <a:lnTo>
                    <a:pt x="12867" y="6372"/>
                  </a:lnTo>
                  <a:lnTo>
                    <a:pt x="12743" y="5924"/>
                  </a:lnTo>
                  <a:lnTo>
                    <a:pt x="12619" y="5476"/>
                  </a:lnTo>
                  <a:lnTo>
                    <a:pt x="12469" y="5028"/>
                  </a:lnTo>
                  <a:lnTo>
                    <a:pt x="12295" y="4605"/>
                  </a:lnTo>
                  <a:lnTo>
                    <a:pt x="12121" y="4182"/>
                  </a:lnTo>
                  <a:lnTo>
                    <a:pt x="11922" y="3759"/>
                  </a:lnTo>
                  <a:lnTo>
                    <a:pt x="11698" y="3360"/>
                  </a:lnTo>
                  <a:lnTo>
                    <a:pt x="11474" y="2987"/>
                  </a:lnTo>
                  <a:lnTo>
                    <a:pt x="11225" y="2639"/>
                  </a:lnTo>
                  <a:lnTo>
                    <a:pt x="10951" y="2290"/>
                  </a:lnTo>
                  <a:lnTo>
                    <a:pt x="10652" y="1942"/>
                  </a:lnTo>
                  <a:lnTo>
                    <a:pt x="10354" y="1643"/>
                  </a:lnTo>
                  <a:lnTo>
                    <a:pt x="10030" y="1370"/>
                  </a:lnTo>
                  <a:lnTo>
                    <a:pt x="9707" y="1096"/>
                  </a:lnTo>
                  <a:lnTo>
                    <a:pt x="9333" y="872"/>
                  </a:lnTo>
                  <a:lnTo>
                    <a:pt x="8960" y="648"/>
                  </a:lnTo>
                  <a:lnTo>
                    <a:pt x="8562" y="474"/>
                  </a:lnTo>
                  <a:lnTo>
                    <a:pt x="8139" y="324"/>
                  </a:lnTo>
                  <a:lnTo>
                    <a:pt x="7840" y="225"/>
                  </a:lnTo>
                  <a:lnTo>
                    <a:pt x="7542" y="150"/>
                  </a:lnTo>
                  <a:lnTo>
                    <a:pt x="7218" y="100"/>
                  </a:lnTo>
                  <a:lnTo>
                    <a:pt x="6919" y="51"/>
                  </a:lnTo>
                  <a:lnTo>
                    <a:pt x="6596" y="26"/>
                  </a:lnTo>
                  <a:lnTo>
                    <a:pt x="6297" y="1"/>
                  </a:lnTo>
                  <a:close/>
                </a:path>
              </a:pathLst>
            </a:custGeom>
            <a:solidFill>
              <a:srgbClr val="FF8B7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2894;p67">
              <a:extLst>
                <a:ext uri="{FF2B5EF4-FFF2-40B4-BE49-F238E27FC236}">
                  <a16:creationId xmlns:a16="http://schemas.microsoft.com/office/drawing/2014/main" id="{37E40F82-0A36-8F4B-28F7-A427EB900E2D}"/>
                </a:ext>
              </a:extLst>
            </p:cNvPr>
            <p:cNvSpPr/>
            <p:nvPr/>
          </p:nvSpPr>
          <p:spPr>
            <a:xfrm>
              <a:off x="2347214" y="1641111"/>
              <a:ext cx="168871" cy="139668"/>
            </a:xfrm>
            <a:custGeom>
              <a:avLst/>
              <a:gdLst/>
              <a:ahLst/>
              <a:cxnLst/>
              <a:rect l="l" t="t" r="r" b="b"/>
              <a:pathLst>
                <a:path w="11947" h="9881" extrusionOk="0">
                  <a:moveTo>
                    <a:pt x="7740" y="0"/>
                  </a:moveTo>
                  <a:lnTo>
                    <a:pt x="7392" y="25"/>
                  </a:lnTo>
                  <a:lnTo>
                    <a:pt x="7068" y="50"/>
                  </a:lnTo>
                  <a:lnTo>
                    <a:pt x="6745" y="100"/>
                  </a:lnTo>
                  <a:lnTo>
                    <a:pt x="6421" y="150"/>
                  </a:lnTo>
                  <a:lnTo>
                    <a:pt x="5774" y="324"/>
                  </a:lnTo>
                  <a:lnTo>
                    <a:pt x="5152" y="523"/>
                  </a:lnTo>
                  <a:lnTo>
                    <a:pt x="4580" y="772"/>
                  </a:lnTo>
                  <a:lnTo>
                    <a:pt x="4032" y="1070"/>
                  </a:lnTo>
                  <a:lnTo>
                    <a:pt x="3509" y="1369"/>
                  </a:lnTo>
                  <a:lnTo>
                    <a:pt x="3061" y="1668"/>
                  </a:lnTo>
                  <a:lnTo>
                    <a:pt x="2638" y="1966"/>
                  </a:lnTo>
                  <a:lnTo>
                    <a:pt x="2315" y="2265"/>
                  </a:lnTo>
                  <a:lnTo>
                    <a:pt x="1942" y="2613"/>
                  </a:lnTo>
                  <a:lnTo>
                    <a:pt x="1618" y="2987"/>
                  </a:lnTo>
                  <a:lnTo>
                    <a:pt x="1319" y="3335"/>
                  </a:lnTo>
                  <a:lnTo>
                    <a:pt x="1071" y="3684"/>
                  </a:lnTo>
                  <a:lnTo>
                    <a:pt x="847" y="4032"/>
                  </a:lnTo>
                  <a:lnTo>
                    <a:pt x="647" y="4405"/>
                  </a:lnTo>
                  <a:lnTo>
                    <a:pt x="473" y="4754"/>
                  </a:lnTo>
                  <a:lnTo>
                    <a:pt x="349" y="5077"/>
                  </a:lnTo>
                  <a:lnTo>
                    <a:pt x="224" y="5426"/>
                  </a:lnTo>
                  <a:lnTo>
                    <a:pt x="150" y="5774"/>
                  </a:lnTo>
                  <a:lnTo>
                    <a:pt x="75" y="6098"/>
                  </a:lnTo>
                  <a:lnTo>
                    <a:pt x="50" y="6421"/>
                  </a:lnTo>
                  <a:lnTo>
                    <a:pt x="0" y="6745"/>
                  </a:lnTo>
                  <a:lnTo>
                    <a:pt x="0" y="7043"/>
                  </a:lnTo>
                  <a:lnTo>
                    <a:pt x="25" y="7641"/>
                  </a:lnTo>
                  <a:lnTo>
                    <a:pt x="50" y="7939"/>
                  </a:lnTo>
                  <a:lnTo>
                    <a:pt x="100" y="8188"/>
                  </a:lnTo>
                  <a:lnTo>
                    <a:pt x="175" y="8437"/>
                  </a:lnTo>
                  <a:lnTo>
                    <a:pt x="249" y="8661"/>
                  </a:lnTo>
                  <a:lnTo>
                    <a:pt x="374" y="8860"/>
                  </a:lnTo>
                  <a:lnTo>
                    <a:pt x="473" y="9059"/>
                  </a:lnTo>
                  <a:lnTo>
                    <a:pt x="623" y="9208"/>
                  </a:lnTo>
                  <a:lnTo>
                    <a:pt x="772" y="9358"/>
                  </a:lnTo>
                  <a:lnTo>
                    <a:pt x="946" y="9482"/>
                  </a:lnTo>
                  <a:lnTo>
                    <a:pt x="1120" y="9582"/>
                  </a:lnTo>
                  <a:lnTo>
                    <a:pt x="1319" y="9681"/>
                  </a:lnTo>
                  <a:lnTo>
                    <a:pt x="1518" y="9756"/>
                  </a:lnTo>
                  <a:lnTo>
                    <a:pt x="1718" y="9806"/>
                  </a:lnTo>
                  <a:lnTo>
                    <a:pt x="1942" y="9855"/>
                  </a:lnTo>
                  <a:lnTo>
                    <a:pt x="2190" y="9855"/>
                  </a:lnTo>
                  <a:lnTo>
                    <a:pt x="2439" y="9880"/>
                  </a:lnTo>
                  <a:lnTo>
                    <a:pt x="2962" y="9855"/>
                  </a:lnTo>
                  <a:lnTo>
                    <a:pt x="3485" y="9781"/>
                  </a:lnTo>
                  <a:lnTo>
                    <a:pt x="4057" y="9631"/>
                  </a:lnTo>
                  <a:lnTo>
                    <a:pt x="4654" y="9457"/>
                  </a:lnTo>
                  <a:lnTo>
                    <a:pt x="5251" y="9233"/>
                  </a:lnTo>
                  <a:lnTo>
                    <a:pt x="5849" y="8960"/>
                  </a:lnTo>
                  <a:lnTo>
                    <a:pt x="6471" y="8661"/>
                  </a:lnTo>
                  <a:lnTo>
                    <a:pt x="7068" y="8337"/>
                  </a:lnTo>
                  <a:lnTo>
                    <a:pt x="7666" y="7989"/>
                  </a:lnTo>
                  <a:lnTo>
                    <a:pt x="8238" y="7591"/>
                  </a:lnTo>
                  <a:lnTo>
                    <a:pt x="8785" y="7193"/>
                  </a:lnTo>
                  <a:lnTo>
                    <a:pt x="9308" y="6770"/>
                  </a:lnTo>
                  <a:lnTo>
                    <a:pt x="9806" y="6322"/>
                  </a:lnTo>
                  <a:lnTo>
                    <a:pt x="10279" y="5874"/>
                  </a:lnTo>
                  <a:lnTo>
                    <a:pt x="10677" y="5426"/>
                  </a:lnTo>
                  <a:lnTo>
                    <a:pt x="11050" y="4978"/>
                  </a:lnTo>
                  <a:lnTo>
                    <a:pt x="11349" y="4530"/>
                  </a:lnTo>
                  <a:lnTo>
                    <a:pt x="11598" y="4082"/>
                  </a:lnTo>
                  <a:lnTo>
                    <a:pt x="11797" y="3634"/>
                  </a:lnTo>
                  <a:lnTo>
                    <a:pt x="11846" y="3435"/>
                  </a:lnTo>
                  <a:lnTo>
                    <a:pt x="11896" y="3211"/>
                  </a:lnTo>
                  <a:lnTo>
                    <a:pt x="11921" y="3012"/>
                  </a:lnTo>
                  <a:lnTo>
                    <a:pt x="11946" y="2813"/>
                  </a:lnTo>
                  <a:lnTo>
                    <a:pt x="11921" y="2613"/>
                  </a:lnTo>
                  <a:lnTo>
                    <a:pt x="11896" y="2439"/>
                  </a:lnTo>
                  <a:lnTo>
                    <a:pt x="11822" y="2240"/>
                  </a:lnTo>
                  <a:lnTo>
                    <a:pt x="11747" y="2066"/>
                  </a:lnTo>
                  <a:lnTo>
                    <a:pt x="11647" y="1892"/>
                  </a:lnTo>
                  <a:lnTo>
                    <a:pt x="11523" y="1742"/>
                  </a:lnTo>
                  <a:lnTo>
                    <a:pt x="11224" y="1444"/>
                  </a:lnTo>
                  <a:lnTo>
                    <a:pt x="10951" y="1170"/>
                  </a:lnTo>
                  <a:lnTo>
                    <a:pt x="10652" y="921"/>
                  </a:lnTo>
                  <a:lnTo>
                    <a:pt x="10328" y="722"/>
                  </a:lnTo>
                  <a:lnTo>
                    <a:pt x="10030" y="548"/>
                  </a:lnTo>
                  <a:lnTo>
                    <a:pt x="9706" y="399"/>
                  </a:lnTo>
                  <a:lnTo>
                    <a:pt x="9383" y="274"/>
                  </a:lnTo>
                  <a:lnTo>
                    <a:pt x="9059" y="175"/>
                  </a:lnTo>
                  <a:lnTo>
                    <a:pt x="8736" y="100"/>
                  </a:lnTo>
                  <a:lnTo>
                    <a:pt x="8387" y="50"/>
                  </a:lnTo>
                  <a:lnTo>
                    <a:pt x="8064" y="25"/>
                  </a:lnTo>
                  <a:lnTo>
                    <a:pt x="7740"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2895;p67">
              <a:extLst>
                <a:ext uri="{FF2B5EF4-FFF2-40B4-BE49-F238E27FC236}">
                  <a16:creationId xmlns:a16="http://schemas.microsoft.com/office/drawing/2014/main" id="{24F8E0DE-5D5C-8056-18A7-B004F8E7A437}"/>
                </a:ext>
              </a:extLst>
            </p:cNvPr>
            <p:cNvSpPr/>
            <p:nvPr/>
          </p:nvSpPr>
          <p:spPr>
            <a:xfrm>
              <a:off x="2481595" y="1668194"/>
              <a:ext cx="85488" cy="48907"/>
            </a:xfrm>
            <a:custGeom>
              <a:avLst/>
              <a:gdLst/>
              <a:ahLst/>
              <a:cxnLst/>
              <a:rect l="l" t="t" r="r" b="b"/>
              <a:pathLst>
                <a:path w="6048" h="3460" extrusionOk="0">
                  <a:moveTo>
                    <a:pt x="1916" y="1"/>
                  </a:moveTo>
                  <a:lnTo>
                    <a:pt x="1668" y="25"/>
                  </a:lnTo>
                  <a:lnTo>
                    <a:pt x="1419" y="75"/>
                  </a:lnTo>
                  <a:lnTo>
                    <a:pt x="1145" y="175"/>
                  </a:lnTo>
                  <a:lnTo>
                    <a:pt x="921" y="274"/>
                  </a:lnTo>
                  <a:lnTo>
                    <a:pt x="697" y="374"/>
                  </a:lnTo>
                  <a:lnTo>
                    <a:pt x="523" y="473"/>
                  </a:lnTo>
                  <a:lnTo>
                    <a:pt x="373" y="573"/>
                  </a:lnTo>
                  <a:lnTo>
                    <a:pt x="249" y="697"/>
                  </a:lnTo>
                  <a:lnTo>
                    <a:pt x="149" y="822"/>
                  </a:lnTo>
                  <a:lnTo>
                    <a:pt x="75" y="921"/>
                  </a:lnTo>
                  <a:lnTo>
                    <a:pt x="25" y="1046"/>
                  </a:lnTo>
                  <a:lnTo>
                    <a:pt x="0" y="1170"/>
                  </a:lnTo>
                  <a:lnTo>
                    <a:pt x="0" y="1295"/>
                  </a:lnTo>
                  <a:lnTo>
                    <a:pt x="0" y="1419"/>
                  </a:lnTo>
                  <a:lnTo>
                    <a:pt x="50" y="1544"/>
                  </a:lnTo>
                  <a:lnTo>
                    <a:pt x="125" y="1693"/>
                  </a:lnTo>
                  <a:lnTo>
                    <a:pt x="224" y="1817"/>
                  </a:lnTo>
                  <a:lnTo>
                    <a:pt x="324" y="1942"/>
                  </a:lnTo>
                  <a:lnTo>
                    <a:pt x="597" y="2191"/>
                  </a:lnTo>
                  <a:lnTo>
                    <a:pt x="971" y="2415"/>
                  </a:lnTo>
                  <a:lnTo>
                    <a:pt x="1394" y="2639"/>
                  </a:lnTo>
                  <a:lnTo>
                    <a:pt x="1892" y="2838"/>
                  </a:lnTo>
                  <a:lnTo>
                    <a:pt x="2464" y="3037"/>
                  </a:lnTo>
                  <a:lnTo>
                    <a:pt x="3061" y="3186"/>
                  </a:lnTo>
                  <a:lnTo>
                    <a:pt x="3733" y="3335"/>
                  </a:lnTo>
                  <a:lnTo>
                    <a:pt x="4455" y="3435"/>
                  </a:lnTo>
                  <a:lnTo>
                    <a:pt x="4803" y="3460"/>
                  </a:lnTo>
                  <a:lnTo>
                    <a:pt x="5102" y="3460"/>
                  </a:lnTo>
                  <a:lnTo>
                    <a:pt x="5376" y="3435"/>
                  </a:lnTo>
                  <a:lnTo>
                    <a:pt x="5575" y="3385"/>
                  </a:lnTo>
                  <a:lnTo>
                    <a:pt x="5749" y="3311"/>
                  </a:lnTo>
                  <a:lnTo>
                    <a:pt x="5873" y="3236"/>
                  </a:lnTo>
                  <a:lnTo>
                    <a:pt x="5973" y="3111"/>
                  </a:lnTo>
                  <a:lnTo>
                    <a:pt x="6023" y="2987"/>
                  </a:lnTo>
                  <a:lnTo>
                    <a:pt x="6048" y="2863"/>
                  </a:lnTo>
                  <a:lnTo>
                    <a:pt x="6023" y="2713"/>
                  </a:lnTo>
                  <a:lnTo>
                    <a:pt x="5998" y="2539"/>
                  </a:lnTo>
                  <a:lnTo>
                    <a:pt x="5923" y="2365"/>
                  </a:lnTo>
                  <a:lnTo>
                    <a:pt x="5824" y="2191"/>
                  </a:lnTo>
                  <a:lnTo>
                    <a:pt x="5699" y="2016"/>
                  </a:lnTo>
                  <a:lnTo>
                    <a:pt x="5550" y="1817"/>
                  </a:lnTo>
                  <a:lnTo>
                    <a:pt x="5401" y="1643"/>
                  </a:lnTo>
                  <a:lnTo>
                    <a:pt x="5002" y="1270"/>
                  </a:lnTo>
                  <a:lnTo>
                    <a:pt x="4554" y="921"/>
                  </a:lnTo>
                  <a:lnTo>
                    <a:pt x="4082" y="598"/>
                  </a:lnTo>
                  <a:lnTo>
                    <a:pt x="3808" y="473"/>
                  </a:lnTo>
                  <a:lnTo>
                    <a:pt x="3534" y="349"/>
                  </a:lnTo>
                  <a:lnTo>
                    <a:pt x="3285" y="225"/>
                  </a:lnTo>
                  <a:lnTo>
                    <a:pt x="3011" y="125"/>
                  </a:lnTo>
                  <a:lnTo>
                    <a:pt x="2738" y="75"/>
                  </a:lnTo>
                  <a:lnTo>
                    <a:pt x="2464" y="25"/>
                  </a:lnTo>
                  <a:lnTo>
                    <a:pt x="2190"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2896;p67">
              <a:extLst>
                <a:ext uri="{FF2B5EF4-FFF2-40B4-BE49-F238E27FC236}">
                  <a16:creationId xmlns:a16="http://schemas.microsoft.com/office/drawing/2014/main" id="{15CACA13-5B13-0836-50B4-69F722247FC3}"/>
                </a:ext>
              </a:extLst>
            </p:cNvPr>
            <p:cNvSpPr/>
            <p:nvPr/>
          </p:nvSpPr>
          <p:spPr>
            <a:xfrm>
              <a:off x="2353900" y="1808908"/>
              <a:ext cx="70011" cy="69304"/>
            </a:xfrm>
            <a:custGeom>
              <a:avLst/>
              <a:gdLst/>
              <a:ahLst/>
              <a:cxnLst/>
              <a:rect l="l" t="t" r="r" b="b"/>
              <a:pathLst>
                <a:path w="4953" h="4903" extrusionOk="0">
                  <a:moveTo>
                    <a:pt x="1643" y="0"/>
                  </a:moveTo>
                  <a:lnTo>
                    <a:pt x="1369" y="75"/>
                  </a:lnTo>
                  <a:lnTo>
                    <a:pt x="1120" y="150"/>
                  </a:lnTo>
                  <a:lnTo>
                    <a:pt x="896" y="274"/>
                  </a:lnTo>
                  <a:lnTo>
                    <a:pt x="672" y="398"/>
                  </a:lnTo>
                  <a:lnTo>
                    <a:pt x="498" y="548"/>
                  </a:lnTo>
                  <a:lnTo>
                    <a:pt x="349" y="722"/>
                  </a:lnTo>
                  <a:lnTo>
                    <a:pt x="224" y="921"/>
                  </a:lnTo>
                  <a:lnTo>
                    <a:pt x="125" y="1120"/>
                  </a:lnTo>
                  <a:lnTo>
                    <a:pt x="50" y="1344"/>
                  </a:lnTo>
                  <a:lnTo>
                    <a:pt x="0" y="1568"/>
                  </a:lnTo>
                  <a:lnTo>
                    <a:pt x="0" y="1792"/>
                  </a:lnTo>
                  <a:lnTo>
                    <a:pt x="0" y="2016"/>
                  </a:lnTo>
                  <a:lnTo>
                    <a:pt x="25" y="2265"/>
                  </a:lnTo>
                  <a:lnTo>
                    <a:pt x="100" y="2489"/>
                  </a:lnTo>
                  <a:lnTo>
                    <a:pt x="174" y="2738"/>
                  </a:lnTo>
                  <a:lnTo>
                    <a:pt x="299" y="2962"/>
                  </a:lnTo>
                  <a:lnTo>
                    <a:pt x="423" y="3161"/>
                  </a:lnTo>
                  <a:lnTo>
                    <a:pt x="697" y="3509"/>
                  </a:lnTo>
                  <a:lnTo>
                    <a:pt x="996" y="3808"/>
                  </a:lnTo>
                  <a:lnTo>
                    <a:pt x="1319" y="4082"/>
                  </a:lnTo>
                  <a:lnTo>
                    <a:pt x="1668" y="4306"/>
                  </a:lnTo>
                  <a:lnTo>
                    <a:pt x="2041" y="4505"/>
                  </a:lnTo>
                  <a:lnTo>
                    <a:pt x="2439" y="4679"/>
                  </a:lnTo>
                  <a:lnTo>
                    <a:pt x="2837" y="4803"/>
                  </a:lnTo>
                  <a:lnTo>
                    <a:pt x="3260" y="4878"/>
                  </a:lnTo>
                  <a:lnTo>
                    <a:pt x="3534" y="4903"/>
                  </a:lnTo>
                  <a:lnTo>
                    <a:pt x="3783" y="4903"/>
                  </a:lnTo>
                  <a:lnTo>
                    <a:pt x="4007" y="4853"/>
                  </a:lnTo>
                  <a:lnTo>
                    <a:pt x="4206" y="4779"/>
                  </a:lnTo>
                  <a:lnTo>
                    <a:pt x="4380" y="4679"/>
                  </a:lnTo>
                  <a:lnTo>
                    <a:pt x="4555" y="4530"/>
                  </a:lnTo>
                  <a:lnTo>
                    <a:pt x="4679" y="4380"/>
                  </a:lnTo>
                  <a:lnTo>
                    <a:pt x="4778" y="4206"/>
                  </a:lnTo>
                  <a:lnTo>
                    <a:pt x="4853" y="4032"/>
                  </a:lnTo>
                  <a:lnTo>
                    <a:pt x="4928" y="3808"/>
                  </a:lnTo>
                  <a:lnTo>
                    <a:pt x="4953" y="3609"/>
                  </a:lnTo>
                  <a:lnTo>
                    <a:pt x="4953" y="3360"/>
                  </a:lnTo>
                  <a:lnTo>
                    <a:pt x="4953" y="3136"/>
                  </a:lnTo>
                  <a:lnTo>
                    <a:pt x="4903" y="2887"/>
                  </a:lnTo>
                  <a:lnTo>
                    <a:pt x="4828" y="2638"/>
                  </a:lnTo>
                  <a:lnTo>
                    <a:pt x="4729" y="2389"/>
                  </a:lnTo>
                  <a:lnTo>
                    <a:pt x="4629" y="2165"/>
                  </a:lnTo>
                  <a:lnTo>
                    <a:pt x="4505" y="1941"/>
                  </a:lnTo>
                  <a:lnTo>
                    <a:pt x="4355" y="1717"/>
                  </a:lnTo>
                  <a:lnTo>
                    <a:pt x="4181" y="1469"/>
                  </a:lnTo>
                  <a:lnTo>
                    <a:pt x="4007" y="1245"/>
                  </a:lnTo>
                  <a:lnTo>
                    <a:pt x="3808" y="1046"/>
                  </a:lnTo>
                  <a:lnTo>
                    <a:pt x="3609" y="822"/>
                  </a:lnTo>
                  <a:lnTo>
                    <a:pt x="3385" y="647"/>
                  </a:lnTo>
                  <a:lnTo>
                    <a:pt x="3161" y="473"/>
                  </a:lnTo>
                  <a:lnTo>
                    <a:pt x="2937" y="324"/>
                  </a:lnTo>
                  <a:lnTo>
                    <a:pt x="2688" y="199"/>
                  </a:lnTo>
                  <a:lnTo>
                    <a:pt x="2414" y="100"/>
                  </a:lnTo>
                  <a:lnTo>
                    <a:pt x="2165" y="25"/>
                  </a:lnTo>
                  <a:lnTo>
                    <a:pt x="1892" y="0"/>
                  </a:lnTo>
                  <a:close/>
                </a:path>
              </a:pathLst>
            </a:custGeom>
            <a:solidFill>
              <a:srgbClr val="FF8B7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2897;p67">
              <a:extLst>
                <a:ext uri="{FF2B5EF4-FFF2-40B4-BE49-F238E27FC236}">
                  <a16:creationId xmlns:a16="http://schemas.microsoft.com/office/drawing/2014/main" id="{7B776591-DE52-DD9D-E247-473B41B240AD}"/>
                </a:ext>
              </a:extLst>
            </p:cNvPr>
            <p:cNvSpPr/>
            <p:nvPr/>
          </p:nvSpPr>
          <p:spPr>
            <a:xfrm>
              <a:off x="2458725" y="2576834"/>
              <a:ext cx="299379" cy="1376495"/>
            </a:xfrm>
            <a:custGeom>
              <a:avLst/>
              <a:gdLst/>
              <a:ahLst/>
              <a:cxnLst/>
              <a:rect l="l" t="t" r="r" b="b"/>
              <a:pathLst>
                <a:path w="21180" h="97382" extrusionOk="0">
                  <a:moveTo>
                    <a:pt x="16077" y="0"/>
                  </a:moveTo>
                  <a:lnTo>
                    <a:pt x="0" y="1195"/>
                  </a:lnTo>
                  <a:lnTo>
                    <a:pt x="200" y="2115"/>
                  </a:lnTo>
                  <a:lnTo>
                    <a:pt x="747" y="4654"/>
                  </a:lnTo>
                  <a:lnTo>
                    <a:pt x="1120" y="6471"/>
                  </a:lnTo>
                  <a:lnTo>
                    <a:pt x="1543" y="8586"/>
                  </a:lnTo>
                  <a:lnTo>
                    <a:pt x="2016" y="11000"/>
                  </a:lnTo>
                  <a:lnTo>
                    <a:pt x="2514" y="13663"/>
                  </a:lnTo>
                  <a:lnTo>
                    <a:pt x="3709" y="20283"/>
                  </a:lnTo>
                  <a:lnTo>
                    <a:pt x="4654" y="25385"/>
                  </a:lnTo>
                  <a:lnTo>
                    <a:pt x="5525" y="30088"/>
                  </a:lnTo>
                  <a:lnTo>
                    <a:pt x="6521" y="35513"/>
                  </a:lnTo>
                  <a:lnTo>
                    <a:pt x="6695" y="36708"/>
                  </a:lnTo>
                  <a:lnTo>
                    <a:pt x="6869" y="37927"/>
                  </a:lnTo>
                  <a:lnTo>
                    <a:pt x="6969" y="39122"/>
                  </a:lnTo>
                  <a:lnTo>
                    <a:pt x="7068" y="40292"/>
                  </a:lnTo>
                  <a:lnTo>
                    <a:pt x="7118" y="41437"/>
                  </a:lnTo>
                  <a:lnTo>
                    <a:pt x="7168" y="42581"/>
                  </a:lnTo>
                  <a:lnTo>
                    <a:pt x="7193" y="43701"/>
                  </a:lnTo>
                  <a:lnTo>
                    <a:pt x="7193" y="44771"/>
                  </a:lnTo>
                  <a:lnTo>
                    <a:pt x="7168" y="46887"/>
                  </a:lnTo>
                  <a:lnTo>
                    <a:pt x="7143" y="48878"/>
                  </a:lnTo>
                  <a:lnTo>
                    <a:pt x="7143" y="50719"/>
                  </a:lnTo>
                  <a:lnTo>
                    <a:pt x="7143" y="51590"/>
                  </a:lnTo>
                  <a:lnTo>
                    <a:pt x="7168" y="52436"/>
                  </a:lnTo>
                  <a:lnTo>
                    <a:pt x="7218" y="53805"/>
                  </a:lnTo>
                  <a:lnTo>
                    <a:pt x="7243" y="55298"/>
                  </a:lnTo>
                  <a:lnTo>
                    <a:pt x="7243" y="56841"/>
                  </a:lnTo>
                  <a:lnTo>
                    <a:pt x="7218" y="58459"/>
                  </a:lnTo>
                  <a:lnTo>
                    <a:pt x="7168" y="60151"/>
                  </a:lnTo>
                  <a:lnTo>
                    <a:pt x="7093" y="61893"/>
                  </a:lnTo>
                  <a:lnTo>
                    <a:pt x="6994" y="63660"/>
                  </a:lnTo>
                  <a:lnTo>
                    <a:pt x="6869" y="65477"/>
                  </a:lnTo>
                  <a:lnTo>
                    <a:pt x="6595" y="69185"/>
                  </a:lnTo>
                  <a:lnTo>
                    <a:pt x="6272" y="72918"/>
                  </a:lnTo>
                  <a:lnTo>
                    <a:pt x="5924" y="76651"/>
                  </a:lnTo>
                  <a:lnTo>
                    <a:pt x="5550" y="80260"/>
                  </a:lnTo>
                  <a:lnTo>
                    <a:pt x="5152" y="83719"/>
                  </a:lnTo>
                  <a:lnTo>
                    <a:pt x="4779" y="86930"/>
                  </a:lnTo>
                  <a:lnTo>
                    <a:pt x="4405" y="89841"/>
                  </a:lnTo>
                  <a:lnTo>
                    <a:pt x="4082" y="92380"/>
                  </a:lnTo>
                  <a:lnTo>
                    <a:pt x="3584" y="96038"/>
                  </a:lnTo>
                  <a:lnTo>
                    <a:pt x="3385" y="97382"/>
                  </a:lnTo>
                  <a:lnTo>
                    <a:pt x="11150" y="97282"/>
                  </a:lnTo>
                  <a:lnTo>
                    <a:pt x="11573" y="95889"/>
                  </a:lnTo>
                  <a:lnTo>
                    <a:pt x="12693" y="92081"/>
                  </a:lnTo>
                  <a:lnTo>
                    <a:pt x="13439" y="89468"/>
                  </a:lnTo>
                  <a:lnTo>
                    <a:pt x="14261" y="86457"/>
                  </a:lnTo>
                  <a:lnTo>
                    <a:pt x="15157" y="83147"/>
                  </a:lnTo>
                  <a:lnTo>
                    <a:pt x="16102" y="79563"/>
                  </a:lnTo>
                  <a:lnTo>
                    <a:pt x="17023" y="75830"/>
                  </a:lnTo>
                  <a:lnTo>
                    <a:pt x="17919" y="72022"/>
                  </a:lnTo>
                  <a:lnTo>
                    <a:pt x="18342" y="70081"/>
                  </a:lnTo>
                  <a:lnTo>
                    <a:pt x="18765" y="68165"/>
                  </a:lnTo>
                  <a:lnTo>
                    <a:pt x="19163" y="66249"/>
                  </a:lnTo>
                  <a:lnTo>
                    <a:pt x="19537" y="64332"/>
                  </a:lnTo>
                  <a:lnTo>
                    <a:pt x="19860" y="62466"/>
                  </a:lnTo>
                  <a:lnTo>
                    <a:pt x="20184" y="60649"/>
                  </a:lnTo>
                  <a:lnTo>
                    <a:pt x="20457" y="58857"/>
                  </a:lnTo>
                  <a:lnTo>
                    <a:pt x="20681" y="57140"/>
                  </a:lnTo>
                  <a:lnTo>
                    <a:pt x="20881" y="55473"/>
                  </a:lnTo>
                  <a:lnTo>
                    <a:pt x="21030" y="53880"/>
                  </a:lnTo>
                  <a:lnTo>
                    <a:pt x="21129" y="52387"/>
                  </a:lnTo>
                  <a:lnTo>
                    <a:pt x="21179" y="50968"/>
                  </a:lnTo>
                  <a:lnTo>
                    <a:pt x="21179" y="49599"/>
                  </a:lnTo>
                  <a:lnTo>
                    <a:pt x="21129" y="48106"/>
                  </a:lnTo>
                  <a:lnTo>
                    <a:pt x="21080" y="46489"/>
                  </a:lnTo>
                  <a:lnTo>
                    <a:pt x="21005" y="44771"/>
                  </a:lnTo>
                  <a:lnTo>
                    <a:pt x="20881" y="42955"/>
                  </a:lnTo>
                  <a:lnTo>
                    <a:pt x="20756" y="41063"/>
                  </a:lnTo>
                  <a:lnTo>
                    <a:pt x="20433" y="37106"/>
                  </a:lnTo>
                  <a:lnTo>
                    <a:pt x="20059" y="32950"/>
                  </a:lnTo>
                  <a:lnTo>
                    <a:pt x="19611" y="28695"/>
                  </a:lnTo>
                  <a:lnTo>
                    <a:pt x="19163" y="24439"/>
                  </a:lnTo>
                  <a:lnTo>
                    <a:pt x="18666" y="20233"/>
                  </a:lnTo>
                  <a:lnTo>
                    <a:pt x="18193" y="16201"/>
                  </a:lnTo>
                  <a:lnTo>
                    <a:pt x="17720" y="12443"/>
                  </a:lnTo>
                  <a:lnTo>
                    <a:pt x="16899" y="5998"/>
                  </a:lnTo>
                  <a:lnTo>
                    <a:pt x="16301" y="1618"/>
                  </a:lnTo>
                  <a:lnTo>
                    <a:pt x="16077"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2898;p67">
              <a:extLst>
                <a:ext uri="{FF2B5EF4-FFF2-40B4-BE49-F238E27FC236}">
                  <a16:creationId xmlns:a16="http://schemas.microsoft.com/office/drawing/2014/main" id="{2EBC764F-7C16-F0A0-FF4C-DDB68C324734}"/>
                </a:ext>
              </a:extLst>
            </p:cNvPr>
            <p:cNvSpPr/>
            <p:nvPr/>
          </p:nvSpPr>
          <p:spPr>
            <a:xfrm>
              <a:off x="2458725" y="2576834"/>
              <a:ext cx="299379" cy="1376495"/>
            </a:xfrm>
            <a:custGeom>
              <a:avLst/>
              <a:gdLst/>
              <a:ahLst/>
              <a:cxnLst/>
              <a:rect l="l" t="t" r="r" b="b"/>
              <a:pathLst>
                <a:path w="21180" h="97382" fill="none" extrusionOk="0">
                  <a:moveTo>
                    <a:pt x="11150" y="97282"/>
                  </a:moveTo>
                  <a:lnTo>
                    <a:pt x="3385" y="97382"/>
                  </a:lnTo>
                  <a:lnTo>
                    <a:pt x="3385" y="97382"/>
                  </a:lnTo>
                  <a:lnTo>
                    <a:pt x="3584" y="96038"/>
                  </a:lnTo>
                  <a:lnTo>
                    <a:pt x="4082" y="92380"/>
                  </a:lnTo>
                  <a:lnTo>
                    <a:pt x="4405" y="89841"/>
                  </a:lnTo>
                  <a:lnTo>
                    <a:pt x="4779" y="86930"/>
                  </a:lnTo>
                  <a:lnTo>
                    <a:pt x="5152" y="83719"/>
                  </a:lnTo>
                  <a:lnTo>
                    <a:pt x="5550" y="80260"/>
                  </a:lnTo>
                  <a:lnTo>
                    <a:pt x="5924" y="76651"/>
                  </a:lnTo>
                  <a:lnTo>
                    <a:pt x="6272" y="72918"/>
                  </a:lnTo>
                  <a:lnTo>
                    <a:pt x="6595" y="69185"/>
                  </a:lnTo>
                  <a:lnTo>
                    <a:pt x="6869" y="65477"/>
                  </a:lnTo>
                  <a:lnTo>
                    <a:pt x="6994" y="63660"/>
                  </a:lnTo>
                  <a:lnTo>
                    <a:pt x="7093" y="61893"/>
                  </a:lnTo>
                  <a:lnTo>
                    <a:pt x="7168" y="60151"/>
                  </a:lnTo>
                  <a:lnTo>
                    <a:pt x="7218" y="58459"/>
                  </a:lnTo>
                  <a:lnTo>
                    <a:pt x="7243" y="56841"/>
                  </a:lnTo>
                  <a:lnTo>
                    <a:pt x="7243" y="55298"/>
                  </a:lnTo>
                  <a:lnTo>
                    <a:pt x="7218" y="53805"/>
                  </a:lnTo>
                  <a:lnTo>
                    <a:pt x="7168" y="52436"/>
                  </a:lnTo>
                  <a:lnTo>
                    <a:pt x="7168" y="52436"/>
                  </a:lnTo>
                  <a:lnTo>
                    <a:pt x="7143" y="51590"/>
                  </a:lnTo>
                  <a:lnTo>
                    <a:pt x="7143" y="50719"/>
                  </a:lnTo>
                  <a:lnTo>
                    <a:pt x="7143" y="48878"/>
                  </a:lnTo>
                  <a:lnTo>
                    <a:pt x="7168" y="46887"/>
                  </a:lnTo>
                  <a:lnTo>
                    <a:pt x="7193" y="44771"/>
                  </a:lnTo>
                  <a:lnTo>
                    <a:pt x="7193" y="43701"/>
                  </a:lnTo>
                  <a:lnTo>
                    <a:pt x="7168" y="42581"/>
                  </a:lnTo>
                  <a:lnTo>
                    <a:pt x="7118" y="41437"/>
                  </a:lnTo>
                  <a:lnTo>
                    <a:pt x="7068" y="40292"/>
                  </a:lnTo>
                  <a:lnTo>
                    <a:pt x="6969" y="39122"/>
                  </a:lnTo>
                  <a:lnTo>
                    <a:pt x="6869" y="37927"/>
                  </a:lnTo>
                  <a:lnTo>
                    <a:pt x="6695" y="36708"/>
                  </a:lnTo>
                  <a:lnTo>
                    <a:pt x="6521" y="35513"/>
                  </a:lnTo>
                  <a:lnTo>
                    <a:pt x="6521" y="35513"/>
                  </a:lnTo>
                  <a:lnTo>
                    <a:pt x="5525" y="30088"/>
                  </a:lnTo>
                  <a:lnTo>
                    <a:pt x="4654" y="25385"/>
                  </a:lnTo>
                  <a:lnTo>
                    <a:pt x="3709" y="20283"/>
                  </a:lnTo>
                  <a:lnTo>
                    <a:pt x="2514" y="13663"/>
                  </a:lnTo>
                  <a:lnTo>
                    <a:pt x="2514" y="13663"/>
                  </a:lnTo>
                  <a:lnTo>
                    <a:pt x="2016" y="11000"/>
                  </a:lnTo>
                  <a:lnTo>
                    <a:pt x="1543" y="8586"/>
                  </a:lnTo>
                  <a:lnTo>
                    <a:pt x="1120" y="6471"/>
                  </a:lnTo>
                  <a:lnTo>
                    <a:pt x="747" y="4654"/>
                  </a:lnTo>
                  <a:lnTo>
                    <a:pt x="200" y="2115"/>
                  </a:lnTo>
                  <a:lnTo>
                    <a:pt x="0" y="1195"/>
                  </a:lnTo>
                  <a:lnTo>
                    <a:pt x="16077" y="0"/>
                  </a:lnTo>
                  <a:lnTo>
                    <a:pt x="16077" y="0"/>
                  </a:lnTo>
                  <a:lnTo>
                    <a:pt x="16301" y="1618"/>
                  </a:lnTo>
                  <a:lnTo>
                    <a:pt x="16899" y="5998"/>
                  </a:lnTo>
                  <a:lnTo>
                    <a:pt x="17720" y="12443"/>
                  </a:lnTo>
                  <a:lnTo>
                    <a:pt x="18193" y="16201"/>
                  </a:lnTo>
                  <a:lnTo>
                    <a:pt x="18666" y="20233"/>
                  </a:lnTo>
                  <a:lnTo>
                    <a:pt x="19163" y="24439"/>
                  </a:lnTo>
                  <a:lnTo>
                    <a:pt x="19611" y="28695"/>
                  </a:lnTo>
                  <a:lnTo>
                    <a:pt x="20059" y="32950"/>
                  </a:lnTo>
                  <a:lnTo>
                    <a:pt x="20433" y="37106"/>
                  </a:lnTo>
                  <a:lnTo>
                    <a:pt x="20756" y="41063"/>
                  </a:lnTo>
                  <a:lnTo>
                    <a:pt x="20881" y="42955"/>
                  </a:lnTo>
                  <a:lnTo>
                    <a:pt x="21005" y="44771"/>
                  </a:lnTo>
                  <a:lnTo>
                    <a:pt x="21080" y="46489"/>
                  </a:lnTo>
                  <a:lnTo>
                    <a:pt x="21129" y="48106"/>
                  </a:lnTo>
                  <a:lnTo>
                    <a:pt x="21179" y="49599"/>
                  </a:lnTo>
                  <a:lnTo>
                    <a:pt x="21179" y="50968"/>
                  </a:lnTo>
                  <a:lnTo>
                    <a:pt x="21179" y="50968"/>
                  </a:lnTo>
                  <a:lnTo>
                    <a:pt x="21129" y="52387"/>
                  </a:lnTo>
                  <a:lnTo>
                    <a:pt x="21030" y="53880"/>
                  </a:lnTo>
                  <a:lnTo>
                    <a:pt x="20881" y="55473"/>
                  </a:lnTo>
                  <a:lnTo>
                    <a:pt x="20681" y="57140"/>
                  </a:lnTo>
                  <a:lnTo>
                    <a:pt x="20457" y="58857"/>
                  </a:lnTo>
                  <a:lnTo>
                    <a:pt x="20184" y="60649"/>
                  </a:lnTo>
                  <a:lnTo>
                    <a:pt x="19860" y="62466"/>
                  </a:lnTo>
                  <a:lnTo>
                    <a:pt x="19537" y="64332"/>
                  </a:lnTo>
                  <a:lnTo>
                    <a:pt x="19163" y="66249"/>
                  </a:lnTo>
                  <a:lnTo>
                    <a:pt x="18765" y="68165"/>
                  </a:lnTo>
                  <a:lnTo>
                    <a:pt x="18342" y="70081"/>
                  </a:lnTo>
                  <a:lnTo>
                    <a:pt x="17919" y="72022"/>
                  </a:lnTo>
                  <a:lnTo>
                    <a:pt x="17023" y="75830"/>
                  </a:lnTo>
                  <a:lnTo>
                    <a:pt x="16102" y="79563"/>
                  </a:lnTo>
                  <a:lnTo>
                    <a:pt x="15157" y="83147"/>
                  </a:lnTo>
                  <a:lnTo>
                    <a:pt x="14261" y="86457"/>
                  </a:lnTo>
                  <a:lnTo>
                    <a:pt x="13439" y="89468"/>
                  </a:lnTo>
                  <a:lnTo>
                    <a:pt x="12693" y="92081"/>
                  </a:lnTo>
                  <a:lnTo>
                    <a:pt x="11573" y="95889"/>
                  </a:lnTo>
                  <a:lnTo>
                    <a:pt x="11150" y="97282"/>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2899;p67">
              <a:extLst>
                <a:ext uri="{FF2B5EF4-FFF2-40B4-BE49-F238E27FC236}">
                  <a16:creationId xmlns:a16="http://schemas.microsoft.com/office/drawing/2014/main" id="{C35AC95C-63C7-8AE6-5EA7-42A8D73FC2CB}"/>
                </a:ext>
              </a:extLst>
            </p:cNvPr>
            <p:cNvSpPr/>
            <p:nvPr/>
          </p:nvSpPr>
          <p:spPr>
            <a:xfrm>
              <a:off x="2346507" y="1755788"/>
              <a:ext cx="63692" cy="73884"/>
            </a:xfrm>
            <a:custGeom>
              <a:avLst/>
              <a:gdLst/>
              <a:ahLst/>
              <a:cxnLst/>
              <a:rect l="l" t="t" r="r" b="b"/>
              <a:pathLst>
                <a:path w="4506" h="5227" extrusionOk="0">
                  <a:moveTo>
                    <a:pt x="822" y="0"/>
                  </a:moveTo>
                  <a:lnTo>
                    <a:pt x="648" y="25"/>
                  </a:lnTo>
                  <a:lnTo>
                    <a:pt x="498" y="75"/>
                  </a:lnTo>
                  <a:lnTo>
                    <a:pt x="374" y="125"/>
                  </a:lnTo>
                  <a:lnTo>
                    <a:pt x="249" y="199"/>
                  </a:lnTo>
                  <a:lnTo>
                    <a:pt x="175" y="299"/>
                  </a:lnTo>
                  <a:lnTo>
                    <a:pt x="100" y="399"/>
                  </a:lnTo>
                  <a:lnTo>
                    <a:pt x="50" y="498"/>
                  </a:lnTo>
                  <a:lnTo>
                    <a:pt x="26" y="647"/>
                  </a:lnTo>
                  <a:lnTo>
                    <a:pt x="1" y="772"/>
                  </a:lnTo>
                  <a:lnTo>
                    <a:pt x="1" y="946"/>
                  </a:lnTo>
                  <a:lnTo>
                    <a:pt x="26" y="1095"/>
                  </a:lnTo>
                  <a:lnTo>
                    <a:pt x="125" y="1469"/>
                  </a:lnTo>
                  <a:lnTo>
                    <a:pt x="299" y="1867"/>
                  </a:lnTo>
                  <a:lnTo>
                    <a:pt x="548" y="2290"/>
                  </a:lnTo>
                  <a:lnTo>
                    <a:pt x="847" y="2713"/>
                  </a:lnTo>
                  <a:lnTo>
                    <a:pt x="1220" y="3186"/>
                  </a:lnTo>
                  <a:lnTo>
                    <a:pt x="1643" y="3659"/>
                  </a:lnTo>
                  <a:lnTo>
                    <a:pt x="2141" y="4132"/>
                  </a:lnTo>
                  <a:lnTo>
                    <a:pt x="2688" y="4629"/>
                  </a:lnTo>
                  <a:lnTo>
                    <a:pt x="2962" y="4828"/>
                  </a:lnTo>
                  <a:lnTo>
                    <a:pt x="3211" y="5003"/>
                  </a:lnTo>
                  <a:lnTo>
                    <a:pt x="3435" y="5127"/>
                  </a:lnTo>
                  <a:lnTo>
                    <a:pt x="3634" y="5202"/>
                  </a:lnTo>
                  <a:lnTo>
                    <a:pt x="3808" y="5227"/>
                  </a:lnTo>
                  <a:lnTo>
                    <a:pt x="3982" y="5227"/>
                  </a:lnTo>
                  <a:lnTo>
                    <a:pt x="4107" y="5177"/>
                  </a:lnTo>
                  <a:lnTo>
                    <a:pt x="4231" y="5102"/>
                  </a:lnTo>
                  <a:lnTo>
                    <a:pt x="4331" y="5003"/>
                  </a:lnTo>
                  <a:lnTo>
                    <a:pt x="4406" y="4853"/>
                  </a:lnTo>
                  <a:lnTo>
                    <a:pt x="4455" y="4704"/>
                  </a:lnTo>
                  <a:lnTo>
                    <a:pt x="4480" y="4530"/>
                  </a:lnTo>
                  <a:lnTo>
                    <a:pt x="4505" y="4331"/>
                  </a:lnTo>
                  <a:lnTo>
                    <a:pt x="4505" y="4107"/>
                  </a:lnTo>
                  <a:lnTo>
                    <a:pt x="4480" y="3858"/>
                  </a:lnTo>
                  <a:lnTo>
                    <a:pt x="4455" y="3634"/>
                  </a:lnTo>
                  <a:lnTo>
                    <a:pt x="4331" y="3111"/>
                  </a:lnTo>
                  <a:lnTo>
                    <a:pt x="4132" y="2564"/>
                  </a:lnTo>
                  <a:lnTo>
                    <a:pt x="3908" y="2041"/>
                  </a:lnTo>
                  <a:lnTo>
                    <a:pt x="3759" y="1767"/>
                  </a:lnTo>
                  <a:lnTo>
                    <a:pt x="3609" y="1518"/>
                  </a:lnTo>
                  <a:lnTo>
                    <a:pt x="3435" y="1295"/>
                  </a:lnTo>
                  <a:lnTo>
                    <a:pt x="3261" y="1071"/>
                  </a:lnTo>
                  <a:lnTo>
                    <a:pt x="3062" y="847"/>
                  </a:lnTo>
                  <a:lnTo>
                    <a:pt x="2863" y="672"/>
                  </a:lnTo>
                  <a:lnTo>
                    <a:pt x="2664" y="498"/>
                  </a:lnTo>
                  <a:lnTo>
                    <a:pt x="2440" y="349"/>
                  </a:lnTo>
                  <a:lnTo>
                    <a:pt x="2216" y="249"/>
                  </a:lnTo>
                  <a:lnTo>
                    <a:pt x="1967" y="150"/>
                  </a:lnTo>
                  <a:lnTo>
                    <a:pt x="1693" y="75"/>
                  </a:lnTo>
                  <a:lnTo>
                    <a:pt x="1444" y="25"/>
                  </a:lnTo>
                  <a:lnTo>
                    <a:pt x="1220"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2900;p67">
              <a:extLst>
                <a:ext uri="{FF2B5EF4-FFF2-40B4-BE49-F238E27FC236}">
                  <a16:creationId xmlns:a16="http://schemas.microsoft.com/office/drawing/2014/main" id="{68B0B8D6-7B28-142C-FB10-82E5021E23B6}"/>
                </a:ext>
              </a:extLst>
            </p:cNvPr>
            <p:cNvSpPr/>
            <p:nvPr/>
          </p:nvSpPr>
          <p:spPr>
            <a:xfrm>
              <a:off x="2554051" y="3100974"/>
              <a:ext cx="2134" cy="17951"/>
            </a:xfrm>
            <a:custGeom>
              <a:avLst/>
              <a:gdLst/>
              <a:ahLst/>
              <a:cxnLst/>
              <a:rect l="l" t="t" r="r" b="b"/>
              <a:pathLst>
                <a:path w="151" h="1270" extrusionOk="0">
                  <a:moveTo>
                    <a:pt x="1" y="0"/>
                  </a:moveTo>
                  <a:lnTo>
                    <a:pt x="1" y="0"/>
                  </a:lnTo>
                  <a:lnTo>
                    <a:pt x="150" y="1270"/>
                  </a:lnTo>
                  <a:lnTo>
                    <a:pt x="150" y="1270"/>
                  </a:lnTo>
                  <a:lnTo>
                    <a:pt x="1" y="0"/>
                  </a:lnTo>
                  <a:close/>
                </a:path>
              </a:pathLst>
            </a:custGeom>
            <a:solidFill>
              <a:srgbClr val="AE7B2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2901;p67">
              <a:extLst>
                <a:ext uri="{FF2B5EF4-FFF2-40B4-BE49-F238E27FC236}">
                  <a16:creationId xmlns:a16="http://schemas.microsoft.com/office/drawing/2014/main" id="{3265EF1A-91FF-8E93-2519-EC52A4C96302}"/>
                </a:ext>
              </a:extLst>
            </p:cNvPr>
            <p:cNvSpPr/>
            <p:nvPr/>
          </p:nvSpPr>
          <p:spPr>
            <a:xfrm>
              <a:off x="2554051" y="3100974"/>
              <a:ext cx="2134" cy="17951"/>
            </a:xfrm>
            <a:custGeom>
              <a:avLst/>
              <a:gdLst/>
              <a:ahLst/>
              <a:cxnLst/>
              <a:rect l="l" t="t" r="r" b="b"/>
              <a:pathLst>
                <a:path w="151" h="1270" fill="none" extrusionOk="0">
                  <a:moveTo>
                    <a:pt x="1" y="0"/>
                  </a:moveTo>
                  <a:lnTo>
                    <a:pt x="1" y="0"/>
                  </a:lnTo>
                  <a:lnTo>
                    <a:pt x="150" y="1270"/>
                  </a:lnTo>
                  <a:lnTo>
                    <a:pt x="150" y="1270"/>
                  </a:lnTo>
                  <a:lnTo>
                    <a:pt x="1"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2902;p67">
              <a:extLst>
                <a:ext uri="{FF2B5EF4-FFF2-40B4-BE49-F238E27FC236}">
                  <a16:creationId xmlns:a16="http://schemas.microsoft.com/office/drawing/2014/main" id="{CB921227-A408-A9F2-BF6D-77D490EB77B9}"/>
                </a:ext>
              </a:extLst>
            </p:cNvPr>
            <p:cNvSpPr/>
            <p:nvPr/>
          </p:nvSpPr>
          <p:spPr>
            <a:xfrm>
              <a:off x="2690186" y="3660649"/>
              <a:ext cx="6347" cy="24991"/>
            </a:xfrm>
            <a:custGeom>
              <a:avLst/>
              <a:gdLst/>
              <a:ahLst/>
              <a:cxnLst/>
              <a:rect l="l" t="t" r="r" b="b"/>
              <a:pathLst>
                <a:path w="449" h="1768" extrusionOk="0">
                  <a:moveTo>
                    <a:pt x="449" y="0"/>
                  </a:moveTo>
                  <a:lnTo>
                    <a:pt x="449" y="0"/>
                  </a:lnTo>
                  <a:lnTo>
                    <a:pt x="449" y="0"/>
                  </a:lnTo>
                  <a:lnTo>
                    <a:pt x="1" y="1767"/>
                  </a:lnTo>
                  <a:lnTo>
                    <a:pt x="1" y="1767"/>
                  </a:lnTo>
                  <a:lnTo>
                    <a:pt x="1" y="1767"/>
                  </a:lnTo>
                  <a:lnTo>
                    <a:pt x="1" y="1767"/>
                  </a:lnTo>
                  <a:lnTo>
                    <a:pt x="449" y="0"/>
                  </a:lnTo>
                  <a:close/>
                </a:path>
              </a:pathLst>
            </a:custGeom>
            <a:solidFill>
              <a:srgbClr val="CCCCC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2903;p67">
              <a:extLst>
                <a:ext uri="{FF2B5EF4-FFF2-40B4-BE49-F238E27FC236}">
                  <a16:creationId xmlns:a16="http://schemas.microsoft.com/office/drawing/2014/main" id="{A88F98B1-1919-4405-BC2C-E9005B34E6FE}"/>
                </a:ext>
              </a:extLst>
            </p:cNvPr>
            <p:cNvSpPr/>
            <p:nvPr/>
          </p:nvSpPr>
          <p:spPr>
            <a:xfrm>
              <a:off x="2690186" y="3660649"/>
              <a:ext cx="6347" cy="24991"/>
            </a:xfrm>
            <a:custGeom>
              <a:avLst/>
              <a:gdLst/>
              <a:ahLst/>
              <a:cxnLst/>
              <a:rect l="l" t="t" r="r" b="b"/>
              <a:pathLst>
                <a:path w="449" h="1768" fill="none" extrusionOk="0">
                  <a:moveTo>
                    <a:pt x="449" y="0"/>
                  </a:moveTo>
                  <a:lnTo>
                    <a:pt x="449" y="0"/>
                  </a:lnTo>
                  <a:lnTo>
                    <a:pt x="449" y="0"/>
                  </a:lnTo>
                  <a:lnTo>
                    <a:pt x="1" y="1767"/>
                  </a:lnTo>
                  <a:lnTo>
                    <a:pt x="1" y="1767"/>
                  </a:lnTo>
                  <a:lnTo>
                    <a:pt x="1" y="1767"/>
                  </a:lnTo>
                  <a:lnTo>
                    <a:pt x="1" y="1767"/>
                  </a:lnTo>
                  <a:lnTo>
                    <a:pt x="449"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2904;p67">
              <a:extLst>
                <a:ext uri="{FF2B5EF4-FFF2-40B4-BE49-F238E27FC236}">
                  <a16:creationId xmlns:a16="http://schemas.microsoft.com/office/drawing/2014/main" id="{B4231BCA-1417-2A74-BCE5-CB110FC8D2B6}"/>
                </a:ext>
              </a:extLst>
            </p:cNvPr>
            <p:cNvSpPr/>
            <p:nvPr/>
          </p:nvSpPr>
          <p:spPr>
            <a:xfrm>
              <a:off x="2696518" y="3494959"/>
              <a:ext cx="36610" cy="165705"/>
            </a:xfrm>
            <a:custGeom>
              <a:avLst/>
              <a:gdLst/>
              <a:ahLst/>
              <a:cxnLst/>
              <a:rect l="l" t="t" r="r" b="b"/>
              <a:pathLst>
                <a:path w="2590" h="11723" extrusionOk="0">
                  <a:moveTo>
                    <a:pt x="2589" y="1"/>
                  </a:moveTo>
                  <a:lnTo>
                    <a:pt x="2589" y="1"/>
                  </a:lnTo>
                  <a:lnTo>
                    <a:pt x="1992" y="2937"/>
                  </a:lnTo>
                  <a:lnTo>
                    <a:pt x="1370" y="5874"/>
                  </a:lnTo>
                  <a:lnTo>
                    <a:pt x="698" y="8810"/>
                  </a:lnTo>
                  <a:lnTo>
                    <a:pt x="1" y="11722"/>
                  </a:lnTo>
                  <a:lnTo>
                    <a:pt x="1" y="11722"/>
                  </a:lnTo>
                  <a:lnTo>
                    <a:pt x="1" y="11722"/>
                  </a:lnTo>
                  <a:lnTo>
                    <a:pt x="698" y="8810"/>
                  </a:lnTo>
                  <a:lnTo>
                    <a:pt x="1370" y="5874"/>
                  </a:lnTo>
                  <a:lnTo>
                    <a:pt x="1992" y="2937"/>
                  </a:lnTo>
                  <a:lnTo>
                    <a:pt x="2589" y="1"/>
                  </a:lnTo>
                  <a:close/>
                </a:path>
              </a:pathLst>
            </a:custGeom>
            <a:solidFill>
              <a:srgbClr val="B8B8B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2905;p67">
              <a:extLst>
                <a:ext uri="{FF2B5EF4-FFF2-40B4-BE49-F238E27FC236}">
                  <a16:creationId xmlns:a16="http://schemas.microsoft.com/office/drawing/2014/main" id="{8C311A53-6AC1-F31C-E8E5-C1A655878EEA}"/>
                </a:ext>
              </a:extLst>
            </p:cNvPr>
            <p:cNvSpPr/>
            <p:nvPr/>
          </p:nvSpPr>
          <p:spPr>
            <a:xfrm>
              <a:off x="2696518" y="3494959"/>
              <a:ext cx="36610" cy="165705"/>
            </a:xfrm>
            <a:custGeom>
              <a:avLst/>
              <a:gdLst/>
              <a:ahLst/>
              <a:cxnLst/>
              <a:rect l="l" t="t" r="r" b="b"/>
              <a:pathLst>
                <a:path w="2590" h="11723" fill="none" extrusionOk="0">
                  <a:moveTo>
                    <a:pt x="2589" y="1"/>
                  </a:moveTo>
                  <a:lnTo>
                    <a:pt x="2589" y="1"/>
                  </a:lnTo>
                  <a:lnTo>
                    <a:pt x="1992" y="2937"/>
                  </a:lnTo>
                  <a:lnTo>
                    <a:pt x="1370" y="5874"/>
                  </a:lnTo>
                  <a:lnTo>
                    <a:pt x="698" y="8810"/>
                  </a:lnTo>
                  <a:lnTo>
                    <a:pt x="1" y="11722"/>
                  </a:lnTo>
                  <a:lnTo>
                    <a:pt x="1" y="11722"/>
                  </a:lnTo>
                  <a:lnTo>
                    <a:pt x="1" y="11722"/>
                  </a:lnTo>
                  <a:lnTo>
                    <a:pt x="698" y="8810"/>
                  </a:lnTo>
                  <a:lnTo>
                    <a:pt x="1370" y="5874"/>
                  </a:lnTo>
                  <a:lnTo>
                    <a:pt x="1992" y="2937"/>
                  </a:lnTo>
                  <a:lnTo>
                    <a:pt x="2589"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2906;p67">
              <a:extLst>
                <a:ext uri="{FF2B5EF4-FFF2-40B4-BE49-F238E27FC236}">
                  <a16:creationId xmlns:a16="http://schemas.microsoft.com/office/drawing/2014/main" id="{0FF1E27C-F285-A042-0D07-3F86BF29459A}"/>
                </a:ext>
              </a:extLst>
            </p:cNvPr>
            <p:cNvSpPr/>
            <p:nvPr/>
          </p:nvSpPr>
          <p:spPr>
            <a:xfrm>
              <a:off x="2550885" y="3078457"/>
              <a:ext cx="206866" cy="607183"/>
            </a:xfrm>
            <a:custGeom>
              <a:avLst/>
              <a:gdLst/>
              <a:ahLst/>
              <a:cxnLst/>
              <a:rect l="l" t="t" r="r" b="b"/>
              <a:pathLst>
                <a:path w="14635" h="42956" extrusionOk="0">
                  <a:moveTo>
                    <a:pt x="1" y="1"/>
                  </a:moveTo>
                  <a:lnTo>
                    <a:pt x="225" y="1593"/>
                  </a:lnTo>
                  <a:lnTo>
                    <a:pt x="374" y="2863"/>
                  </a:lnTo>
                  <a:lnTo>
                    <a:pt x="474" y="3783"/>
                  </a:lnTo>
                  <a:lnTo>
                    <a:pt x="548" y="4729"/>
                  </a:lnTo>
                  <a:lnTo>
                    <a:pt x="623" y="5650"/>
                  </a:lnTo>
                  <a:lnTo>
                    <a:pt x="648" y="6571"/>
                  </a:lnTo>
                  <a:lnTo>
                    <a:pt x="673" y="7492"/>
                  </a:lnTo>
                  <a:lnTo>
                    <a:pt x="698" y="8437"/>
                  </a:lnTo>
                  <a:lnTo>
                    <a:pt x="698" y="9358"/>
                  </a:lnTo>
                  <a:lnTo>
                    <a:pt x="673" y="10279"/>
                  </a:lnTo>
                  <a:lnTo>
                    <a:pt x="1643" y="13066"/>
                  </a:lnTo>
                  <a:lnTo>
                    <a:pt x="2539" y="15779"/>
                  </a:lnTo>
                  <a:lnTo>
                    <a:pt x="2937" y="17098"/>
                  </a:lnTo>
                  <a:lnTo>
                    <a:pt x="3311" y="18367"/>
                  </a:lnTo>
                  <a:lnTo>
                    <a:pt x="3659" y="19611"/>
                  </a:lnTo>
                  <a:lnTo>
                    <a:pt x="3983" y="20831"/>
                  </a:lnTo>
                  <a:lnTo>
                    <a:pt x="5202" y="25485"/>
                  </a:lnTo>
                  <a:lnTo>
                    <a:pt x="6646" y="30935"/>
                  </a:lnTo>
                  <a:lnTo>
                    <a:pt x="9856" y="42955"/>
                  </a:lnTo>
                  <a:lnTo>
                    <a:pt x="10304" y="41188"/>
                  </a:lnTo>
                  <a:lnTo>
                    <a:pt x="11001" y="38276"/>
                  </a:lnTo>
                  <a:lnTo>
                    <a:pt x="11673" y="35340"/>
                  </a:lnTo>
                  <a:lnTo>
                    <a:pt x="12295" y="32403"/>
                  </a:lnTo>
                  <a:lnTo>
                    <a:pt x="12892" y="29467"/>
                  </a:lnTo>
                  <a:lnTo>
                    <a:pt x="13241" y="27525"/>
                  </a:lnTo>
                  <a:lnTo>
                    <a:pt x="13589" y="25609"/>
                  </a:lnTo>
                  <a:lnTo>
                    <a:pt x="13863" y="23718"/>
                  </a:lnTo>
                  <a:lnTo>
                    <a:pt x="14137" y="21926"/>
                  </a:lnTo>
                  <a:lnTo>
                    <a:pt x="14336" y="20184"/>
                  </a:lnTo>
                  <a:lnTo>
                    <a:pt x="14485" y="18516"/>
                  </a:lnTo>
                  <a:lnTo>
                    <a:pt x="14584" y="16924"/>
                  </a:lnTo>
                  <a:lnTo>
                    <a:pt x="14634" y="15455"/>
                  </a:lnTo>
                  <a:lnTo>
                    <a:pt x="1"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2907;p67">
              <a:extLst>
                <a:ext uri="{FF2B5EF4-FFF2-40B4-BE49-F238E27FC236}">
                  <a16:creationId xmlns:a16="http://schemas.microsoft.com/office/drawing/2014/main" id="{D7C09140-0467-D47A-B1D3-D2101564EAC5}"/>
                </a:ext>
              </a:extLst>
            </p:cNvPr>
            <p:cNvSpPr/>
            <p:nvPr/>
          </p:nvSpPr>
          <p:spPr>
            <a:xfrm>
              <a:off x="2550885" y="3078457"/>
              <a:ext cx="206866" cy="607183"/>
            </a:xfrm>
            <a:custGeom>
              <a:avLst/>
              <a:gdLst/>
              <a:ahLst/>
              <a:cxnLst/>
              <a:rect l="l" t="t" r="r" b="b"/>
              <a:pathLst>
                <a:path w="14635" h="42956" fill="none" extrusionOk="0">
                  <a:moveTo>
                    <a:pt x="1" y="1"/>
                  </a:moveTo>
                  <a:lnTo>
                    <a:pt x="1" y="1"/>
                  </a:lnTo>
                  <a:lnTo>
                    <a:pt x="225" y="1593"/>
                  </a:lnTo>
                  <a:lnTo>
                    <a:pt x="225" y="1593"/>
                  </a:lnTo>
                  <a:lnTo>
                    <a:pt x="374" y="2863"/>
                  </a:lnTo>
                  <a:lnTo>
                    <a:pt x="374" y="2863"/>
                  </a:lnTo>
                  <a:lnTo>
                    <a:pt x="474" y="3783"/>
                  </a:lnTo>
                  <a:lnTo>
                    <a:pt x="548" y="4729"/>
                  </a:lnTo>
                  <a:lnTo>
                    <a:pt x="623" y="5650"/>
                  </a:lnTo>
                  <a:lnTo>
                    <a:pt x="648" y="6571"/>
                  </a:lnTo>
                  <a:lnTo>
                    <a:pt x="673" y="7492"/>
                  </a:lnTo>
                  <a:lnTo>
                    <a:pt x="698" y="8437"/>
                  </a:lnTo>
                  <a:lnTo>
                    <a:pt x="698" y="9358"/>
                  </a:lnTo>
                  <a:lnTo>
                    <a:pt x="673" y="10279"/>
                  </a:lnTo>
                  <a:lnTo>
                    <a:pt x="673" y="10279"/>
                  </a:lnTo>
                  <a:lnTo>
                    <a:pt x="1643" y="13066"/>
                  </a:lnTo>
                  <a:lnTo>
                    <a:pt x="2539" y="15779"/>
                  </a:lnTo>
                  <a:lnTo>
                    <a:pt x="2937" y="17098"/>
                  </a:lnTo>
                  <a:lnTo>
                    <a:pt x="3311" y="18367"/>
                  </a:lnTo>
                  <a:lnTo>
                    <a:pt x="3659" y="19611"/>
                  </a:lnTo>
                  <a:lnTo>
                    <a:pt x="3983" y="20831"/>
                  </a:lnTo>
                  <a:lnTo>
                    <a:pt x="3983" y="20831"/>
                  </a:lnTo>
                  <a:lnTo>
                    <a:pt x="5202" y="25485"/>
                  </a:lnTo>
                  <a:lnTo>
                    <a:pt x="6646" y="30935"/>
                  </a:lnTo>
                  <a:lnTo>
                    <a:pt x="9856" y="42955"/>
                  </a:lnTo>
                  <a:lnTo>
                    <a:pt x="9856" y="42955"/>
                  </a:lnTo>
                  <a:lnTo>
                    <a:pt x="10304" y="41188"/>
                  </a:lnTo>
                  <a:lnTo>
                    <a:pt x="10304" y="41188"/>
                  </a:lnTo>
                  <a:lnTo>
                    <a:pt x="11001" y="38276"/>
                  </a:lnTo>
                  <a:lnTo>
                    <a:pt x="11673" y="35340"/>
                  </a:lnTo>
                  <a:lnTo>
                    <a:pt x="12295" y="32403"/>
                  </a:lnTo>
                  <a:lnTo>
                    <a:pt x="12892" y="29467"/>
                  </a:lnTo>
                  <a:lnTo>
                    <a:pt x="12892" y="29467"/>
                  </a:lnTo>
                  <a:lnTo>
                    <a:pt x="13241" y="27525"/>
                  </a:lnTo>
                  <a:lnTo>
                    <a:pt x="13589" y="25609"/>
                  </a:lnTo>
                  <a:lnTo>
                    <a:pt x="13863" y="23718"/>
                  </a:lnTo>
                  <a:lnTo>
                    <a:pt x="14137" y="21926"/>
                  </a:lnTo>
                  <a:lnTo>
                    <a:pt x="14336" y="20184"/>
                  </a:lnTo>
                  <a:lnTo>
                    <a:pt x="14485" y="18516"/>
                  </a:lnTo>
                  <a:lnTo>
                    <a:pt x="14584" y="16924"/>
                  </a:lnTo>
                  <a:lnTo>
                    <a:pt x="14634" y="15455"/>
                  </a:lnTo>
                  <a:lnTo>
                    <a:pt x="1"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2908;p67">
              <a:extLst>
                <a:ext uri="{FF2B5EF4-FFF2-40B4-BE49-F238E27FC236}">
                  <a16:creationId xmlns:a16="http://schemas.microsoft.com/office/drawing/2014/main" id="{4862C44B-3AF6-8C8B-6434-FF7789477B70}"/>
                </a:ext>
              </a:extLst>
            </p:cNvPr>
            <p:cNvSpPr/>
            <p:nvPr/>
          </p:nvSpPr>
          <p:spPr>
            <a:xfrm>
              <a:off x="2339821" y="2585626"/>
              <a:ext cx="625827" cy="1378615"/>
            </a:xfrm>
            <a:custGeom>
              <a:avLst/>
              <a:gdLst/>
              <a:ahLst/>
              <a:cxnLst/>
              <a:rect l="l" t="t" r="r" b="b"/>
              <a:pathLst>
                <a:path w="44275" h="97532" extrusionOk="0">
                  <a:moveTo>
                    <a:pt x="15779" y="0"/>
                  </a:moveTo>
                  <a:lnTo>
                    <a:pt x="1" y="1170"/>
                  </a:lnTo>
                  <a:lnTo>
                    <a:pt x="26" y="1742"/>
                  </a:lnTo>
                  <a:lnTo>
                    <a:pt x="100" y="2340"/>
                  </a:lnTo>
                  <a:lnTo>
                    <a:pt x="175" y="2937"/>
                  </a:lnTo>
                  <a:lnTo>
                    <a:pt x="275" y="3559"/>
                  </a:lnTo>
                  <a:lnTo>
                    <a:pt x="548" y="4853"/>
                  </a:lnTo>
                  <a:lnTo>
                    <a:pt x="872" y="6222"/>
                  </a:lnTo>
                  <a:lnTo>
                    <a:pt x="1270" y="7640"/>
                  </a:lnTo>
                  <a:lnTo>
                    <a:pt x="1718" y="9109"/>
                  </a:lnTo>
                  <a:lnTo>
                    <a:pt x="2216" y="10602"/>
                  </a:lnTo>
                  <a:lnTo>
                    <a:pt x="2788" y="12170"/>
                  </a:lnTo>
                  <a:lnTo>
                    <a:pt x="3410" y="13763"/>
                  </a:lnTo>
                  <a:lnTo>
                    <a:pt x="4057" y="15405"/>
                  </a:lnTo>
                  <a:lnTo>
                    <a:pt x="4754" y="17073"/>
                  </a:lnTo>
                  <a:lnTo>
                    <a:pt x="5476" y="18790"/>
                  </a:lnTo>
                  <a:lnTo>
                    <a:pt x="6247" y="20507"/>
                  </a:lnTo>
                  <a:lnTo>
                    <a:pt x="7019" y="22274"/>
                  </a:lnTo>
                  <a:lnTo>
                    <a:pt x="8661" y="25808"/>
                  </a:lnTo>
                  <a:lnTo>
                    <a:pt x="10354" y="29392"/>
                  </a:lnTo>
                  <a:lnTo>
                    <a:pt x="12071" y="33000"/>
                  </a:lnTo>
                  <a:lnTo>
                    <a:pt x="13763" y="36584"/>
                  </a:lnTo>
                  <a:lnTo>
                    <a:pt x="15431" y="40093"/>
                  </a:lnTo>
                  <a:lnTo>
                    <a:pt x="16998" y="43527"/>
                  </a:lnTo>
                  <a:lnTo>
                    <a:pt x="17745" y="45195"/>
                  </a:lnTo>
                  <a:lnTo>
                    <a:pt x="18442" y="46862"/>
                  </a:lnTo>
                  <a:lnTo>
                    <a:pt x="19114" y="48455"/>
                  </a:lnTo>
                  <a:lnTo>
                    <a:pt x="19736" y="50023"/>
                  </a:lnTo>
                  <a:lnTo>
                    <a:pt x="20333" y="51541"/>
                  </a:lnTo>
                  <a:lnTo>
                    <a:pt x="20856" y="53009"/>
                  </a:lnTo>
                  <a:lnTo>
                    <a:pt x="22897" y="58833"/>
                  </a:lnTo>
                  <a:lnTo>
                    <a:pt x="25360" y="65701"/>
                  </a:lnTo>
                  <a:lnTo>
                    <a:pt x="28023" y="73068"/>
                  </a:lnTo>
                  <a:lnTo>
                    <a:pt x="30686" y="80360"/>
                  </a:lnTo>
                  <a:lnTo>
                    <a:pt x="35116" y="92479"/>
                  </a:lnTo>
                  <a:lnTo>
                    <a:pt x="36958" y="97531"/>
                  </a:lnTo>
                  <a:lnTo>
                    <a:pt x="44274" y="93400"/>
                  </a:lnTo>
                  <a:lnTo>
                    <a:pt x="43926" y="91758"/>
                  </a:lnTo>
                  <a:lnTo>
                    <a:pt x="42980" y="87303"/>
                  </a:lnTo>
                  <a:lnTo>
                    <a:pt x="41562" y="80783"/>
                  </a:lnTo>
                  <a:lnTo>
                    <a:pt x="40716" y="76950"/>
                  </a:lnTo>
                  <a:lnTo>
                    <a:pt x="39795" y="72869"/>
                  </a:lnTo>
                  <a:lnTo>
                    <a:pt x="38824" y="68638"/>
                  </a:lnTo>
                  <a:lnTo>
                    <a:pt x="37804" y="64308"/>
                  </a:lnTo>
                  <a:lnTo>
                    <a:pt x="36759" y="60027"/>
                  </a:lnTo>
                  <a:lnTo>
                    <a:pt x="35713" y="55821"/>
                  </a:lnTo>
                  <a:lnTo>
                    <a:pt x="34668" y="51839"/>
                  </a:lnTo>
                  <a:lnTo>
                    <a:pt x="34145" y="49923"/>
                  </a:lnTo>
                  <a:lnTo>
                    <a:pt x="33623" y="48106"/>
                  </a:lnTo>
                  <a:lnTo>
                    <a:pt x="33125" y="46389"/>
                  </a:lnTo>
                  <a:lnTo>
                    <a:pt x="32652" y="44772"/>
                  </a:lnTo>
                  <a:lnTo>
                    <a:pt x="32179" y="43278"/>
                  </a:lnTo>
                  <a:lnTo>
                    <a:pt x="31707" y="41910"/>
                  </a:lnTo>
                  <a:lnTo>
                    <a:pt x="30811" y="39346"/>
                  </a:lnTo>
                  <a:lnTo>
                    <a:pt x="29765" y="36459"/>
                  </a:lnTo>
                  <a:lnTo>
                    <a:pt x="28621" y="33324"/>
                  </a:lnTo>
                  <a:lnTo>
                    <a:pt x="27376" y="30014"/>
                  </a:lnTo>
                  <a:lnTo>
                    <a:pt x="24763" y="23070"/>
                  </a:lnTo>
                  <a:lnTo>
                    <a:pt x="22100" y="16202"/>
                  </a:lnTo>
                  <a:lnTo>
                    <a:pt x="19661" y="9905"/>
                  </a:lnTo>
                  <a:lnTo>
                    <a:pt x="17670" y="4754"/>
                  </a:lnTo>
                  <a:lnTo>
                    <a:pt x="15779"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2909;p67">
              <a:extLst>
                <a:ext uri="{FF2B5EF4-FFF2-40B4-BE49-F238E27FC236}">
                  <a16:creationId xmlns:a16="http://schemas.microsoft.com/office/drawing/2014/main" id="{5E7FA654-3517-C8BE-E73B-4D66278998D2}"/>
                </a:ext>
              </a:extLst>
            </p:cNvPr>
            <p:cNvSpPr/>
            <p:nvPr/>
          </p:nvSpPr>
          <p:spPr>
            <a:xfrm>
              <a:off x="2836879" y="3854115"/>
              <a:ext cx="142142" cy="115752"/>
            </a:xfrm>
            <a:custGeom>
              <a:avLst/>
              <a:gdLst/>
              <a:ahLst/>
              <a:cxnLst/>
              <a:rect l="l" t="t" r="r" b="b"/>
              <a:pathLst>
                <a:path w="10056" h="8189" extrusionOk="0">
                  <a:moveTo>
                    <a:pt x="9532" y="1"/>
                  </a:moveTo>
                  <a:lnTo>
                    <a:pt x="1" y="5625"/>
                  </a:lnTo>
                  <a:lnTo>
                    <a:pt x="1444" y="8189"/>
                  </a:lnTo>
                  <a:lnTo>
                    <a:pt x="10055" y="3311"/>
                  </a:lnTo>
                  <a:lnTo>
                    <a:pt x="9532"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2910;p67">
              <a:extLst>
                <a:ext uri="{FF2B5EF4-FFF2-40B4-BE49-F238E27FC236}">
                  <a16:creationId xmlns:a16="http://schemas.microsoft.com/office/drawing/2014/main" id="{183BE88D-8FF7-998B-88FB-F49D29F67658}"/>
                </a:ext>
              </a:extLst>
            </p:cNvPr>
            <p:cNvSpPr/>
            <p:nvPr/>
          </p:nvSpPr>
          <p:spPr>
            <a:xfrm>
              <a:off x="2498826" y="3909001"/>
              <a:ext cx="146000" cy="46801"/>
            </a:xfrm>
            <a:custGeom>
              <a:avLst/>
              <a:gdLst/>
              <a:ahLst/>
              <a:cxnLst/>
              <a:rect l="l" t="t" r="r" b="b"/>
              <a:pathLst>
                <a:path w="10329" h="3311" extrusionOk="0">
                  <a:moveTo>
                    <a:pt x="10329" y="0"/>
                  </a:moveTo>
                  <a:lnTo>
                    <a:pt x="1" y="324"/>
                  </a:lnTo>
                  <a:lnTo>
                    <a:pt x="50" y="3310"/>
                  </a:lnTo>
                  <a:lnTo>
                    <a:pt x="9283" y="3161"/>
                  </a:lnTo>
                  <a:lnTo>
                    <a:pt x="10329"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9" name="Google Shape;2911;p67">
              <a:extLst>
                <a:ext uri="{FF2B5EF4-FFF2-40B4-BE49-F238E27FC236}">
                  <a16:creationId xmlns:a16="http://schemas.microsoft.com/office/drawing/2014/main" id="{3EFBD528-76B2-E4E5-D229-DD0E8C5855D6}"/>
                </a:ext>
              </a:extLst>
            </p:cNvPr>
            <p:cNvSpPr/>
            <p:nvPr/>
          </p:nvSpPr>
          <p:spPr>
            <a:xfrm>
              <a:off x="2468930" y="1781825"/>
              <a:ext cx="12679" cy="18658"/>
            </a:xfrm>
            <a:custGeom>
              <a:avLst/>
              <a:gdLst/>
              <a:ahLst/>
              <a:cxnLst/>
              <a:rect l="l" t="t" r="r" b="b"/>
              <a:pathLst>
                <a:path w="897" h="1320" extrusionOk="0">
                  <a:moveTo>
                    <a:pt x="398" y="0"/>
                  </a:moveTo>
                  <a:lnTo>
                    <a:pt x="324" y="25"/>
                  </a:lnTo>
                  <a:lnTo>
                    <a:pt x="224" y="75"/>
                  </a:lnTo>
                  <a:lnTo>
                    <a:pt x="174" y="124"/>
                  </a:lnTo>
                  <a:lnTo>
                    <a:pt x="100" y="224"/>
                  </a:lnTo>
                  <a:lnTo>
                    <a:pt x="50" y="324"/>
                  </a:lnTo>
                  <a:lnTo>
                    <a:pt x="25" y="448"/>
                  </a:lnTo>
                  <a:lnTo>
                    <a:pt x="0" y="572"/>
                  </a:lnTo>
                  <a:lnTo>
                    <a:pt x="0" y="697"/>
                  </a:lnTo>
                  <a:lnTo>
                    <a:pt x="25" y="821"/>
                  </a:lnTo>
                  <a:lnTo>
                    <a:pt x="75" y="946"/>
                  </a:lnTo>
                  <a:lnTo>
                    <a:pt x="125" y="1070"/>
                  </a:lnTo>
                  <a:lnTo>
                    <a:pt x="174" y="1170"/>
                  </a:lnTo>
                  <a:lnTo>
                    <a:pt x="249" y="1244"/>
                  </a:lnTo>
                  <a:lnTo>
                    <a:pt x="324" y="1294"/>
                  </a:lnTo>
                  <a:lnTo>
                    <a:pt x="398" y="1319"/>
                  </a:lnTo>
                  <a:lnTo>
                    <a:pt x="498" y="1319"/>
                  </a:lnTo>
                  <a:lnTo>
                    <a:pt x="573" y="1294"/>
                  </a:lnTo>
                  <a:lnTo>
                    <a:pt x="672" y="1269"/>
                  </a:lnTo>
                  <a:lnTo>
                    <a:pt x="722" y="1195"/>
                  </a:lnTo>
                  <a:lnTo>
                    <a:pt x="797" y="1120"/>
                  </a:lnTo>
                  <a:lnTo>
                    <a:pt x="846" y="995"/>
                  </a:lnTo>
                  <a:lnTo>
                    <a:pt x="871" y="896"/>
                  </a:lnTo>
                  <a:lnTo>
                    <a:pt x="896" y="772"/>
                  </a:lnTo>
                  <a:lnTo>
                    <a:pt x="896" y="622"/>
                  </a:lnTo>
                  <a:lnTo>
                    <a:pt x="871" y="498"/>
                  </a:lnTo>
                  <a:lnTo>
                    <a:pt x="821" y="373"/>
                  </a:lnTo>
                  <a:lnTo>
                    <a:pt x="797" y="274"/>
                  </a:lnTo>
                  <a:lnTo>
                    <a:pt x="722" y="174"/>
                  </a:lnTo>
                  <a:lnTo>
                    <a:pt x="647" y="100"/>
                  </a:lnTo>
                  <a:lnTo>
                    <a:pt x="573" y="25"/>
                  </a:lnTo>
                  <a:lnTo>
                    <a:pt x="498"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912;p67">
              <a:extLst>
                <a:ext uri="{FF2B5EF4-FFF2-40B4-BE49-F238E27FC236}">
                  <a16:creationId xmlns:a16="http://schemas.microsoft.com/office/drawing/2014/main" id="{D65D5E42-8367-08BE-3982-C0254D150087}"/>
                </a:ext>
              </a:extLst>
            </p:cNvPr>
            <p:cNvSpPr/>
            <p:nvPr/>
          </p:nvSpPr>
          <p:spPr>
            <a:xfrm>
              <a:off x="2541047" y="1777245"/>
              <a:ext cx="12326" cy="19012"/>
            </a:xfrm>
            <a:custGeom>
              <a:avLst/>
              <a:gdLst/>
              <a:ahLst/>
              <a:cxnLst/>
              <a:rect l="l" t="t" r="r" b="b"/>
              <a:pathLst>
                <a:path w="872" h="1345" extrusionOk="0">
                  <a:moveTo>
                    <a:pt x="398" y="0"/>
                  </a:moveTo>
                  <a:lnTo>
                    <a:pt x="299" y="25"/>
                  </a:lnTo>
                  <a:lnTo>
                    <a:pt x="224" y="75"/>
                  </a:lnTo>
                  <a:lnTo>
                    <a:pt x="149" y="150"/>
                  </a:lnTo>
                  <a:lnTo>
                    <a:pt x="100" y="224"/>
                  </a:lnTo>
                  <a:lnTo>
                    <a:pt x="50" y="324"/>
                  </a:lnTo>
                  <a:lnTo>
                    <a:pt x="25" y="448"/>
                  </a:lnTo>
                  <a:lnTo>
                    <a:pt x="0" y="573"/>
                  </a:lnTo>
                  <a:lnTo>
                    <a:pt x="0" y="697"/>
                  </a:lnTo>
                  <a:lnTo>
                    <a:pt x="25" y="847"/>
                  </a:lnTo>
                  <a:lnTo>
                    <a:pt x="50" y="971"/>
                  </a:lnTo>
                  <a:lnTo>
                    <a:pt x="100" y="1071"/>
                  </a:lnTo>
                  <a:lnTo>
                    <a:pt x="149" y="1170"/>
                  </a:lnTo>
                  <a:lnTo>
                    <a:pt x="224" y="1245"/>
                  </a:lnTo>
                  <a:lnTo>
                    <a:pt x="324" y="1295"/>
                  </a:lnTo>
                  <a:lnTo>
                    <a:pt x="398" y="1344"/>
                  </a:lnTo>
                  <a:lnTo>
                    <a:pt x="498" y="1344"/>
                  </a:lnTo>
                  <a:lnTo>
                    <a:pt x="572" y="1319"/>
                  </a:lnTo>
                  <a:lnTo>
                    <a:pt x="647" y="1270"/>
                  </a:lnTo>
                  <a:lnTo>
                    <a:pt x="722" y="1220"/>
                  </a:lnTo>
                  <a:lnTo>
                    <a:pt x="796" y="1120"/>
                  </a:lnTo>
                  <a:lnTo>
                    <a:pt x="821" y="1021"/>
                  </a:lnTo>
                  <a:lnTo>
                    <a:pt x="871" y="896"/>
                  </a:lnTo>
                  <a:lnTo>
                    <a:pt x="871" y="772"/>
                  </a:lnTo>
                  <a:lnTo>
                    <a:pt x="871" y="648"/>
                  </a:lnTo>
                  <a:lnTo>
                    <a:pt x="871" y="523"/>
                  </a:lnTo>
                  <a:lnTo>
                    <a:pt x="821" y="399"/>
                  </a:lnTo>
                  <a:lnTo>
                    <a:pt x="771" y="274"/>
                  </a:lnTo>
                  <a:lnTo>
                    <a:pt x="722" y="175"/>
                  </a:lnTo>
                  <a:lnTo>
                    <a:pt x="647" y="100"/>
                  </a:lnTo>
                  <a:lnTo>
                    <a:pt x="572" y="50"/>
                  </a:lnTo>
                  <a:lnTo>
                    <a:pt x="473" y="25"/>
                  </a:lnTo>
                  <a:lnTo>
                    <a:pt x="398"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Google Shape;2913;p67">
              <a:extLst>
                <a:ext uri="{FF2B5EF4-FFF2-40B4-BE49-F238E27FC236}">
                  <a16:creationId xmlns:a16="http://schemas.microsoft.com/office/drawing/2014/main" id="{0D1FF3F9-ADA0-CD0D-637E-CF8A67BC18A7}"/>
                </a:ext>
              </a:extLst>
            </p:cNvPr>
            <p:cNvSpPr/>
            <p:nvPr/>
          </p:nvSpPr>
          <p:spPr>
            <a:xfrm>
              <a:off x="2522403" y="1791310"/>
              <a:ext cx="28496" cy="49614"/>
            </a:xfrm>
            <a:custGeom>
              <a:avLst/>
              <a:gdLst/>
              <a:ahLst/>
              <a:cxnLst/>
              <a:rect l="l" t="t" r="r" b="b"/>
              <a:pathLst>
                <a:path w="2016" h="3510" extrusionOk="0">
                  <a:moveTo>
                    <a:pt x="0" y="1"/>
                  </a:moveTo>
                  <a:lnTo>
                    <a:pt x="299" y="3485"/>
                  </a:lnTo>
                  <a:lnTo>
                    <a:pt x="523" y="3510"/>
                  </a:lnTo>
                  <a:lnTo>
                    <a:pt x="747" y="3510"/>
                  </a:lnTo>
                  <a:lnTo>
                    <a:pt x="971" y="3485"/>
                  </a:lnTo>
                  <a:lnTo>
                    <a:pt x="1195" y="3435"/>
                  </a:lnTo>
                  <a:lnTo>
                    <a:pt x="1419" y="3361"/>
                  </a:lnTo>
                  <a:lnTo>
                    <a:pt x="1618" y="3286"/>
                  </a:lnTo>
                  <a:lnTo>
                    <a:pt x="1817" y="3162"/>
                  </a:lnTo>
                  <a:lnTo>
                    <a:pt x="2016" y="3012"/>
                  </a:lnTo>
                  <a:lnTo>
                    <a:pt x="1717" y="2664"/>
                  </a:lnTo>
                  <a:lnTo>
                    <a:pt x="1443" y="2315"/>
                  </a:lnTo>
                  <a:lnTo>
                    <a:pt x="1170" y="1942"/>
                  </a:lnTo>
                  <a:lnTo>
                    <a:pt x="896" y="1569"/>
                  </a:lnTo>
                  <a:lnTo>
                    <a:pt x="672" y="1196"/>
                  </a:lnTo>
                  <a:lnTo>
                    <a:pt x="423" y="797"/>
                  </a:lnTo>
                  <a:lnTo>
                    <a:pt x="224" y="399"/>
                  </a:lnTo>
                  <a:lnTo>
                    <a:pt x="0" y="1"/>
                  </a:lnTo>
                  <a:close/>
                </a:path>
              </a:pathLst>
            </a:custGeom>
            <a:solidFill>
              <a:srgbClr val="FF565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Google Shape;2914;p67">
              <a:extLst>
                <a:ext uri="{FF2B5EF4-FFF2-40B4-BE49-F238E27FC236}">
                  <a16:creationId xmlns:a16="http://schemas.microsoft.com/office/drawing/2014/main" id="{67AD98A0-A7CA-77AF-94BA-A73F0982C0E6}"/>
                </a:ext>
              </a:extLst>
            </p:cNvPr>
            <p:cNvSpPr/>
            <p:nvPr/>
          </p:nvSpPr>
          <p:spPr>
            <a:xfrm>
              <a:off x="2474203" y="1838803"/>
              <a:ext cx="39408" cy="17259"/>
            </a:xfrm>
            <a:custGeom>
              <a:avLst/>
              <a:gdLst/>
              <a:ahLst/>
              <a:cxnLst/>
              <a:rect l="l" t="t" r="r" b="b"/>
              <a:pathLst>
                <a:path w="2788" h="1221" extrusionOk="0">
                  <a:moveTo>
                    <a:pt x="75" y="1"/>
                  </a:moveTo>
                  <a:lnTo>
                    <a:pt x="25" y="26"/>
                  </a:lnTo>
                  <a:lnTo>
                    <a:pt x="1" y="50"/>
                  </a:lnTo>
                  <a:lnTo>
                    <a:pt x="1" y="100"/>
                  </a:lnTo>
                  <a:lnTo>
                    <a:pt x="1" y="125"/>
                  </a:lnTo>
                  <a:lnTo>
                    <a:pt x="25" y="175"/>
                  </a:lnTo>
                  <a:lnTo>
                    <a:pt x="249" y="399"/>
                  </a:lnTo>
                  <a:lnTo>
                    <a:pt x="473" y="598"/>
                  </a:lnTo>
                  <a:lnTo>
                    <a:pt x="722" y="772"/>
                  </a:lnTo>
                  <a:lnTo>
                    <a:pt x="996" y="921"/>
                  </a:lnTo>
                  <a:lnTo>
                    <a:pt x="1295" y="1046"/>
                  </a:lnTo>
                  <a:lnTo>
                    <a:pt x="1593" y="1145"/>
                  </a:lnTo>
                  <a:lnTo>
                    <a:pt x="1892" y="1195"/>
                  </a:lnTo>
                  <a:lnTo>
                    <a:pt x="2191" y="1220"/>
                  </a:lnTo>
                  <a:lnTo>
                    <a:pt x="2713" y="1220"/>
                  </a:lnTo>
                  <a:lnTo>
                    <a:pt x="2763" y="1170"/>
                  </a:lnTo>
                  <a:lnTo>
                    <a:pt x="2788" y="1145"/>
                  </a:lnTo>
                  <a:lnTo>
                    <a:pt x="2788" y="1096"/>
                  </a:lnTo>
                  <a:lnTo>
                    <a:pt x="2763" y="1046"/>
                  </a:lnTo>
                  <a:lnTo>
                    <a:pt x="2738" y="1021"/>
                  </a:lnTo>
                  <a:lnTo>
                    <a:pt x="2713" y="1021"/>
                  </a:lnTo>
                  <a:lnTo>
                    <a:pt x="2663" y="996"/>
                  </a:lnTo>
                  <a:lnTo>
                    <a:pt x="2315" y="1021"/>
                  </a:lnTo>
                  <a:lnTo>
                    <a:pt x="1967" y="996"/>
                  </a:lnTo>
                  <a:lnTo>
                    <a:pt x="1643" y="921"/>
                  </a:lnTo>
                  <a:lnTo>
                    <a:pt x="1320" y="822"/>
                  </a:lnTo>
                  <a:lnTo>
                    <a:pt x="996" y="673"/>
                  </a:lnTo>
                  <a:lnTo>
                    <a:pt x="722" y="498"/>
                  </a:lnTo>
                  <a:lnTo>
                    <a:pt x="448" y="274"/>
                  </a:lnTo>
                  <a:lnTo>
                    <a:pt x="200" y="50"/>
                  </a:lnTo>
                  <a:lnTo>
                    <a:pt x="175" y="26"/>
                  </a:lnTo>
                  <a:lnTo>
                    <a:pt x="150"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Google Shape;2915;p67">
              <a:extLst>
                <a:ext uri="{FF2B5EF4-FFF2-40B4-BE49-F238E27FC236}">
                  <a16:creationId xmlns:a16="http://schemas.microsoft.com/office/drawing/2014/main" id="{7FB20D30-C268-BF52-ECE1-62C3694C774A}"/>
                </a:ext>
              </a:extLst>
            </p:cNvPr>
            <p:cNvSpPr/>
            <p:nvPr/>
          </p:nvSpPr>
          <p:spPr>
            <a:xfrm>
              <a:off x="2455205" y="1754728"/>
              <a:ext cx="27804" cy="19365"/>
            </a:xfrm>
            <a:custGeom>
              <a:avLst/>
              <a:gdLst/>
              <a:ahLst/>
              <a:cxnLst/>
              <a:rect l="l" t="t" r="r" b="b"/>
              <a:pathLst>
                <a:path w="1967" h="1370" extrusionOk="0">
                  <a:moveTo>
                    <a:pt x="1743" y="1"/>
                  </a:moveTo>
                  <a:lnTo>
                    <a:pt x="1494" y="26"/>
                  </a:lnTo>
                  <a:lnTo>
                    <a:pt x="1245" y="100"/>
                  </a:lnTo>
                  <a:lnTo>
                    <a:pt x="996" y="175"/>
                  </a:lnTo>
                  <a:lnTo>
                    <a:pt x="772" y="299"/>
                  </a:lnTo>
                  <a:lnTo>
                    <a:pt x="548" y="449"/>
                  </a:lnTo>
                  <a:lnTo>
                    <a:pt x="374" y="623"/>
                  </a:lnTo>
                  <a:lnTo>
                    <a:pt x="200" y="822"/>
                  </a:lnTo>
                  <a:lnTo>
                    <a:pt x="50" y="1021"/>
                  </a:lnTo>
                  <a:lnTo>
                    <a:pt x="26" y="1021"/>
                  </a:lnTo>
                  <a:lnTo>
                    <a:pt x="1" y="1121"/>
                  </a:lnTo>
                  <a:lnTo>
                    <a:pt x="1" y="1195"/>
                  </a:lnTo>
                  <a:lnTo>
                    <a:pt x="50" y="1270"/>
                  </a:lnTo>
                  <a:lnTo>
                    <a:pt x="100" y="1320"/>
                  </a:lnTo>
                  <a:lnTo>
                    <a:pt x="150" y="1345"/>
                  </a:lnTo>
                  <a:lnTo>
                    <a:pt x="200" y="1370"/>
                  </a:lnTo>
                  <a:lnTo>
                    <a:pt x="274" y="1370"/>
                  </a:lnTo>
                  <a:lnTo>
                    <a:pt x="324" y="1345"/>
                  </a:lnTo>
                  <a:lnTo>
                    <a:pt x="374" y="1320"/>
                  </a:lnTo>
                  <a:lnTo>
                    <a:pt x="424" y="1270"/>
                  </a:lnTo>
                  <a:lnTo>
                    <a:pt x="548" y="1096"/>
                  </a:lnTo>
                  <a:lnTo>
                    <a:pt x="673" y="946"/>
                  </a:lnTo>
                  <a:lnTo>
                    <a:pt x="822" y="797"/>
                  </a:lnTo>
                  <a:lnTo>
                    <a:pt x="996" y="698"/>
                  </a:lnTo>
                  <a:lnTo>
                    <a:pt x="1170" y="598"/>
                  </a:lnTo>
                  <a:lnTo>
                    <a:pt x="1345" y="523"/>
                  </a:lnTo>
                  <a:lnTo>
                    <a:pt x="1544" y="474"/>
                  </a:lnTo>
                  <a:lnTo>
                    <a:pt x="1743" y="424"/>
                  </a:lnTo>
                  <a:lnTo>
                    <a:pt x="1842" y="424"/>
                  </a:lnTo>
                  <a:lnTo>
                    <a:pt x="1917" y="374"/>
                  </a:lnTo>
                  <a:lnTo>
                    <a:pt x="1942" y="299"/>
                  </a:lnTo>
                  <a:lnTo>
                    <a:pt x="1967" y="225"/>
                  </a:lnTo>
                  <a:lnTo>
                    <a:pt x="1942" y="125"/>
                  </a:lnTo>
                  <a:lnTo>
                    <a:pt x="1917" y="51"/>
                  </a:lnTo>
                  <a:lnTo>
                    <a:pt x="1842" y="26"/>
                  </a:lnTo>
                  <a:lnTo>
                    <a:pt x="1743"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2916;p67">
              <a:extLst>
                <a:ext uri="{FF2B5EF4-FFF2-40B4-BE49-F238E27FC236}">
                  <a16:creationId xmlns:a16="http://schemas.microsoft.com/office/drawing/2014/main" id="{D8C75A5F-BDFD-A1FF-D682-3BC794DAD694}"/>
                </a:ext>
              </a:extLst>
            </p:cNvPr>
            <p:cNvSpPr/>
            <p:nvPr/>
          </p:nvSpPr>
          <p:spPr>
            <a:xfrm>
              <a:off x="2541386" y="1734685"/>
              <a:ext cx="26758" cy="20411"/>
            </a:xfrm>
            <a:custGeom>
              <a:avLst/>
              <a:gdLst/>
              <a:ahLst/>
              <a:cxnLst/>
              <a:rect l="l" t="t" r="r" b="b"/>
              <a:pathLst>
                <a:path w="1893" h="1444" extrusionOk="0">
                  <a:moveTo>
                    <a:pt x="225" y="0"/>
                  </a:moveTo>
                  <a:lnTo>
                    <a:pt x="150" y="25"/>
                  </a:lnTo>
                  <a:lnTo>
                    <a:pt x="76" y="75"/>
                  </a:lnTo>
                  <a:lnTo>
                    <a:pt x="26" y="125"/>
                  </a:lnTo>
                  <a:lnTo>
                    <a:pt x="1" y="199"/>
                  </a:lnTo>
                  <a:lnTo>
                    <a:pt x="1" y="224"/>
                  </a:lnTo>
                  <a:lnTo>
                    <a:pt x="1" y="299"/>
                  </a:lnTo>
                  <a:lnTo>
                    <a:pt x="51" y="373"/>
                  </a:lnTo>
                  <a:lnTo>
                    <a:pt x="125" y="423"/>
                  </a:lnTo>
                  <a:lnTo>
                    <a:pt x="200" y="448"/>
                  </a:lnTo>
                  <a:lnTo>
                    <a:pt x="399" y="473"/>
                  </a:lnTo>
                  <a:lnTo>
                    <a:pt x="598" y="548"/>
                  </a:lnTo>
                  <a:lnTo>
                    <a:pt x="772" y="622"/>
                  </a:lnTo>
                  <a:lnTo>
                    <a:pt x="947" y="722"/>
                  </a:lnTo>
                  <a:lnTo>
                    <a:pt x="1121" y="846"/>
                  </a:lnTo>
                  <a:lnTo>
                    <a:pt x="1270" y="996"/>
                  </a:lnTo>
                  <a:lnTo>
                    <a:pt x="1395" y="1145"/>
                  </a:lnTo>
                  <a:lnTo>
                    <a:pt x="1494" y="1319"/>
                  </a:lnTo>
                  <a:lnTo>
                    <a:pt x="1519" y="1369"/>
                  </a:lnTo>
                  <a:lnTo>
                    <a:pt x="1569" y="1394"/>
                  </a:lnTo>
                  <a:lnTo>
                    <a:pt x="1619" y="1419"/>
                  </a:lnTo>
                  <a:lnTo>
                    <a:pt x="1668" y="1444"/>
                  </a:lnTo>
                  <a:lnTo>
                    <a:pt x="1743" y="1419"/>
                  </a:lnTo>
                  <a:lnTo>
                    <a:pt x="1793" y="1394"/>
                  </a:lnTo>
                  <a:lnTo>
                    <a:pt x="1867" y="1344"/>
                  </a:lnTo>
                  <a:lnTo>
                    <a:pt x="1892" y="1269"/>
                  </a:lnTo>
                  <a:lnTo>
                    <a:pt x="1892" y="1195"/>
                  </a:lnTo>
                  <a:lnTo>
                    <a:pt x="1867" y="1120"/>
                  </a:lnTo>
                  <a:lnTo>
                    <a:pt x="1743" y="896"/>
                  </a:lnTo>
                  <a:lnTo>
                    <a:pt x="1569" y="697"/>
                  </a:lnTo>
                  <a:lnTo>
                    <a:pt x="1395" y="523"/>
                  </a:lnTo>
                  <a:lnTo>
                    <a:pt x="1171" y="349"/>
                  </a:lnTo>
                  <a:lnTo>
                    <a:pt x="971" y="224"/>
                  </a:lnTo>
                  <a:lnTo>
                    <a:pt x="723" y="125"/>
                  </a:lnTo>
                  <a:lnTo>
                    <a:pt x="474" y="50"/>
                  </a:lnTo>
                  <a:lnTo>
                    <a:pt x="225"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2917;p67">
              <a:extLst>
                <a:ext uri="{FF2B5EF4-FFF2-40B4-BE49-F238E27FC236}">
                  <a16:creationId xmlns:a16="http://schemas.microsoft.com/office/drawing/2014/main" id="{DAB3B387-5874-1455-5702-697BEC8D1658}"/>
                </a:ext>
              </a:extLst>
            </p:cNvPr>
            <p:cNvSpPr/>
            <p:nvPr/>
          </p:nvSpPr>
          <p:spPr>
            <a:xfrm>
              <a:off x="2984278" y="3977598"/>
              <a:ext cx="27804" cy="26390"/>
            </a:xfrm>
            <a:custGeom>
              <a:avLst/>
              <a:gdLst/>
              <a:ahLst/>
              <a:cxnLst/>
              <a:rect l="l" t="t" r="r" b="b"/>
              <a:pathLst>
                <a:path w="1967" h="1867" extrusionOk="0">
                  <a:moveTo>
                    <a:pt x="1543" y="199"/>
                  </a:moveTo>
                  <a:lnTo>
                    <a:pt x="1593" y="224"/>
                  </a:lnTo>
                  <a:lnTo>
                    <a:pt x="1668" y="274"/>
                  </a:lnTo>
                  <a:lnTo>
                    <a:pt x="1718" y="373"/>
                  </a:lnTo>
                  <a:lnTo>
                    <a:pt x="1742" y="473"/>
                  </a:lnTo>
                  <a:lnTo>
                    <a:pt x="1767" y="597"/>
                  </a:lnTo>
                  <a:lnTo>
                    <a:pt x="1742" y="697"/>
                  </a:lnTo>
                  <a:lnTo>
                    <a:pt x="1668" y="821"/>
                  </a:lnTo>
                  <a:lnTo>
                    <a:pt x="1568" y="921"/>
                  </a:lnTo>
                  <a:lnTo>
                    <a:pt x="1444" y="1045"/>
                  </a:lnTo>
                  <a:lnTo>
                    <a:pt x="1294" y="1170"/>
                  </a:lnTo>
                  <a:lnTo>
                    <a:pt x="1095" y="1269"/>
                  </a:lnTo>
                  <a:lnTo>
                    <a:pt x="871" y="1369"/>
                  </a:lnTo>
                  <a:lnTo>
                    <a:pt x="369" y="1560"/>
                  </a:lnTo>
                  <a:lnTo>
                    <a:pt x="369" y="1560"/>
                  </a:lnTo>
                  <a:lnTo>
                    <a:pt x="647" y="1120"/>
                  </a:lnTo>
                  <a:lnTo>
                    <a:pt x="971" y="672"/>
                  </a:lnTo>
                  <a:lnTo>
                    <a:pt x="1120" y="498"/>
                  </a:lnTo>
                  <a:lnTo>
                    <a:pt x="1294" y="349"/>
                  </a:lnTo>
                  <a:lnTo>
                    <a:pt x="1419" y="249"/>
                  </a:lnTo>
                  <a:lnTo>
                    <a:pt x="1543" y="199"/>
                  </a:lnTo>
                  <a:close/>
                  <a:moveTo>
                    <a:pt x="1419" y="0"/>
                  </a:moveTo>
                  <a:lnTo>
                    <a:pt x="1294" y="50"/>
                  </a:lnTo>
                  <a:lnTo>
                    <a:pt x="1195" y="149"/>
                  </a:lnTo>
                  <a:lnTo>
                    <a:pt x="1070" y="249"/>
                  </a:lnTo>
                  <a:lnTo>
                    <a:pt x="822" y="498"/>
                  </a:lnTo>
                  <a:lnTo>
                    <a:pt x="598" y="797"/>
                  </a:lnTo>
                  <a:lnTo>
                    <a:pt x="399" y="1095"/>
                  </a:lnTo>
                  <a:lnTo>
                    <a:pt x="224" y="1369"/>
                  </a:lnTo>
                  <a:lnTo>
                    <a:pt x="25" y="1717"/>
                  </a:lnTo>
                  <a:lnTo>
                    <a:pt x="0" y="1767"/>
                  </a:lnTo>
                  <a:lnTo>
                    <a:pt x="25" y="1817"/>
                  </a:lnTo>
                  <a:lnTo>
                    <a:pt x="75" y="1867"/>
                  </a:lnTo>
                  <a:lnTo>
                    <a:pt x="150" y="1867"/>
                  </a:lnTo>
                  <a:lnTo>
                    <a:pt x="423" y="1767"/>
                  </a:lnTo>
                  <a:lnTo>
                    <a:pt x="722" y="1668"/>
                  </a:lnTo>
                  <a:lnTo>
                    <a:pt x="996" y="1543"/>
                  </a:lnTo>
                  <a:lnTo>
                    <a:pt x="1270" y="1419"/>
                  </a:lnTo>
                  <a:lnTo>
                    <a:pt x="1469" y="1294"/>
                  </a:lnTo>
                  <a:lnTo>
                    <a:pt x="1668" y="1145"/>
                  </a:lnTo>
                  <a:lnTo>
                    <a:pt x="1817" y="971"/>
                  </a:lnTo>
                  <a:lnTo>
                    <a:pt x="1917" y="772"/>
                  </a:lnTo>
                  <a:lnTo>
                    <a:pt x="1966" y="622"/>
                  </a:lnTo>
                  <a:lnTo>
                    <a:pt x="1966" y="473"/>
                  </a:lnTo>
                  <a:lnTo>
                    <a:pt x="1917" y="324"/>
                  </a:lnTo>
                  <a:lnTo>
                    <a:pt x="1842" y="174"/>
                  </a:lnTo>
                  <a:lnTo>
                    <a:pt x="1792" y="100"/>
                  </a:lnTo>
                  <a:lnTo>
                    <a:pt x="1718" y="50"/>
                  </a:lnTo>
                  <a:lnTo>
                    <a:pt x="1618"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Google Shape;2918;p67">
              <a:extLst>
                <a:ext uri="{FF2B5EF4-FFF2-40B4-BE49-F238E27FC236}">
                  <a16:creationId xmlns:a16="http://schemas.microsoft.com/office/drawing/2014/main" id="{7FEF1C0B-B5DD-D479-D943-E48516AB032C}"/>
                </a:ext>
              </a:extLst>
            </p:cNvPr>
            <p:cNvSpPr/>
            <p:nvPr/>
          </p:nvSpPr>
          <p:spPr>
            <a:xfrm>
              <a:off x="2979699" y="3970559"/>
              <a:ext cx="13739" cy="33429"/>
            </a:xfrm>
            <a:custGeom>
              <a:avLst/>
              <a:gdLst/>
              <a:ahLst/>
              <a:cxnLst/>
              <a:rect l="l" t="t" r="r" b="b"/>
              <a:pathLst>
                <a:path w="972" h="2365" extrusionOk="0">
                  <a:moveTo>
                    <a:pt x="598" y="249"/>
                  </a:moveTo>
                  <a:lnTo>
                    <a:pt x="648" y="274"/>
                  </a:lnTo>
                  <a:lnTo>
                    <a:pt x="723" y="399"/>
                  </a:lnTo>
                  <a:lnTo>
                    <a:pt x="747" y="573"/>
                  </a:lnTo>
                  <a:lnTo>
                    <a:pt x="747" y="772"/>
                  </a:lnTo>
                  <a:lnTo>
                    <a:pt x="723" y="1021"/>
                  </a:lnTo>
                  <a:lnTo>
                    <a:pt x="698" y="1270"/>
                  </a:lnTo>
                  <a:lnTo>
                    <a:pt x="648" y="1543"/>
                  </a:lnTo>
                  <a:lnTo>
                    <a:pt x="573" y="1792"/>
                  </a:lnTo>
                  <a:lnTo>
                    <a:pt x="474" y="1991"/>
                  </a:lnTo>
                  <a:lnTo>
                    <a:pt x="349" y="1643"/>
                  </a:lnTo>
                  <a:lnTo>
                    <a:pt x="250" y="1270"/>
                  </a:lnTo>
                  <a:lnTo>
                    <a:pt x="225" y="871"/>
                  </a:lnTo>
                  <a:lnTo>
                    <a:pt x="250" y="498"/>
                  </a:lnTo>
                  <a:lnTo>
                    <a:pt x="299" y="374"/>
                  </a:lnTo>
                  <a:lnTo>
                    <a:pt x="424" y="274"/>
                  </a:lnTo>
                  <a:lnTo>
                    <a:pt x="474" y="274"/>
                  </a:lnTo>
                  <a:lnTo>
                    <a:pt x="548" y="249"/>
                  </a:lnTo>
                  <a:close/>
                  <a:moveTo>
                    <a:pt x="499" y="0"/>
                  </a:moveTo>
                  <a:lnTo>
                    <a:pt x="374" y="50"/>
                  </a:lnTo>
                  <a:lnTo>
                    <a:pt x="275" y="100"/>
                  </a:lnTo>
                  <a:lnTo>
                    <a:pt x="175" y="175"/>
                  </a:lnTo>
                  <a:lnTo>
                    <a:pt x="100" y="274"/>
                  </a:lnTo>
                  <a:lnTo>
                    <a:pt x="51" y="399"/>
                  </a:lnTo>
                  <a:lnTo>
                    <a:pt x="1" y="523"/>
                  </a:lnTo>
                  <a:lnTo>
                    <a:pt x="1" y="647"/>
                  </a:lnTo>
                  <a:lnTo>
                    <a:pt x="1" y="946"/>
                  </a:lnTo>
                  <a:lnTo>
                    <a:pt x="51" y="1270"/>
                  </a:lnTo>
                  <a:lnTo>
                    <a:pt x="125" y="1568"/>
                  </a:lnTo>
                  <a:lnTo>
                    <a:pt x="299" y="2066"/>
                  </a:lnTo>
                  <a:lnTo>
                    <a:pt x="374" y="2290"/>
                  </a:lnTo>
                  <a:lnTo>
                    <a:pt x="424" y="2340"/>
                  </a:lnTo>
                  <a:lnTo>
                    <a:pt x="474" y="2365"/>
                  </a:lnTo>
                  <a:lnTo>
                    <a:pt x="523" y="2365"/>
                  </a:lnTo>
                  <a:lnTo>
                    <a:pt x="573" y="2315"/>
                  </a:lnTo>
                  <a:lnTo>
                    <a:pt x="673" y="2091"/>
                  </a:lnTo>
                  <a:lnTo>
                    <a:pt x="772" y="1817"/>
                  </a:lnTo>
                  <a:lnTo>
                    <a:pt x="847" y="1518"/>
                  </a:lnTo>
                  <a:lnTo>
                    <a:pt x="922" y="1195"/>
                  </a:lnTo>
                  <a:lnTo>
                    <a:pt x="971" y="871"/>
                  </a:lnTo>
                  <a:lnTo>
                    <a:pt x="971" y="573"/>
                  </a:lnTo>
                  <a:lnTo>
                    <a:pt x="922" y="299"/>
                  </a:lnTo>
                  <a:lnTo>
                    <a:pt x="872" y="199"/>
                  </a:lnTo>
                  <a:lnTo>
                    <a:pt x="822" y="125"/>
                  </a:lnTo>
                  <a:lnTo>
                    <a:pt x="723" y="50"/>
                  </a:lnTo>
                  <a:lnTo>
                    <a:pt x="598"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Google Shape;2919;p67">
              <a:extLst>
                <a:ext uri="{FF2B5EF4-FFF2-40B4-BE49-F238E27FC236}">
                  <a16:creationId xmlns:a16="http://schemas.microsoft.com/office/drawing/2014/main" id="{1FF34247-599A-9B25-68DA-B022B34BDA21}"/>
                </a:ext>
              </a:extLst>
            </p:cNvPr>
            <p:cNvSpPr/>
            <p:nvPr/>
          </p:nvSpPr>
          <p:spPr>
            <a:xfrm>
              <a:off x="2590293" y="4026491"/>
              <a:ext cx="40115" cy="16552"/>
            </a:xfrm>
            <a:custGeom>
              <a:avLst/>
              <a:gdLst/>
              <a:ahLst/>
              <a:cxnLst/>
              <a:rect l="l" t="t" r="r" b="b"/>
              <a:pathLst>
                <a:path w="2838" h="1171" extrusionOk="0">
                  <a:moveTo>
                    <a:pt x="2514" y="224"/>
                  </a:moveTo>
                  <a:lnTo>
                    <a:pt x="2539" y="249"/>
                  </a:lnTo>
                  <a:lnTo>
                    <a:pt x="2588" y="299"/>
                  </a:lnTo>
                  <a:lnTo>
                    <a:pt x="2613" y="374"/>
                  </a:lnTo>
                  <a:lnTo>
                    <a:pt x="2613" y="473"/>
                  </a:lnTo>
                  <a:lnTo>
                    <a:pt x="2588" y="548"/>
                  </a:lnTo>
                  <a:lnTo>
                    <a:pt x="2563" y="647"/>
                  </a:lnTo>
                  <a:lnTo>
                    <a:pt x="2489" y="722"/>
                  </a:lnTo>
                  <a:lnTo>
                    <a:pt x="2364" y="797"/>
                  </a:lnTo>
                  <a:lnTo>
                    <a:pt x="2190" y="871"/>
                  </a:lnTo>
                  <a:lnTo>
                    <a:pt x="1991" y="921"/>
                  </a:lnTo>
                  <a:lnTo>
                    <a:pt x="1742" y="946"/>
                  </a:lnTo>
                  <a:lnTo>
                    <a:pt x="1145" y="946"/>
                  </a:lnTo>
                  <a:lnTo>
                    <a:pt x="821" y="921"/>
                  </a:lnTo>
                  <a:lnTo>
                    <a:pt x="448" y="871"/>
                  </a:lnTo>
                  <a:lnTo>
                    <a:pt x="1021" y="598"/>
                  </a:lnTo>
                  <a:lnTo>
                    <a:pt x="1618" y="374"/>
                  </a:lnTo>
                  <a:lnTo>
                    <a:pt x="1892" y="299"/>
                  </a:lnTo>
                  <a:lnTo>
                    <a:pt x="2140" y="224"/>
                  </a:lnTo>
                  <a:close/>
                  <a:moveTo>
                    <a:pt x="2215" y="0"/>
                  </a:moveTo>
                  <a:lnTo>
                    <a:pt x="2041" y="25"/>
                  </a:lnTo>
                  <a:lnTo>
                    <a:pt x="1643" y="150"/>
                  </a:lnTo>
                  <a:lnTo>
                    <a:pt x="1220" y="299"/>
                  </a:lnTo>
                  <a:lnTo>
                    <a:pt x="821" y="448"/>
                  </a:lnTo>
                  <a:lnTo>
                    <a:pt x="473" y="623"/>
                  </a:lnTo>
                  <a:lnTo>
                    <a:pt x="50" y="822"/>
                  </a:lnTo>
                  <a:lnTo>
                    <a:pt x="0" y="871"/>
                  </a:lnTo>
                  <a:lnTo>
                    <a:pt x="0" y="946"/>
                  </a:lnTo>
                  <a:lnTo>
                    <a:pt x="25" y="996"/>
                  </a:lnTo>
                  <a:lnTo>
                    <a:pt x="75" y="1021"/>
                  </a:lnTo>
                  <a:lnTo>
                    <a:pt x="722" y="1120"/>
                  </a:lnTo>
                  <a:lnTo>
                    <a:pt x="1095" y="1170"/>
                  </a:lnTo>
                  <a:lnTo>
                    <a:pt x="1817" y="1170"/>
                  </a:lnTo>
                  <a:lnTo>
                    <a:pt x="2140" y="1120"/>
                  </a:lnTo>
                  <a:lnTo>
                    <a:pt x="2290" y="1071"/>
                  </a:lnTo>
                  <a:lnTo>
                    <a:pt x="2414" y="1021"/>
                  </a:lnTo>
                  <a:lnTo>
                    <a:pt x="2539" y="946"/>
                  </a:lnTo>
                  <a:lnTo>
                    <a:pt x="2638" y="871"/>
                  </a:lnTo>
                  <a:lnTo>
                    <a:pt x="2738" y="772"/>
                  </a:lnTo>
                  <a:lnTo>
                    <a:pt x="2787" y="647"/>
                  </a:lnTo>
                  <a:lnTo>
                    <a:pt x="2837" y="498"/>
                  </a:lnTo>
                  <a:lnTo>
                    <a:pt x="2837" y="349"/>
                  </a:lnTo>
                  <a:lnTo>
                    <a:pt x="2812" y="249"/>
                  </a:lnTo>
                  <a:lnTo>
                    <a:pt x="2787" y="175"/>
                  </a:lnTo>
                  <a:lnTo>
                    <a:pt x="2713" y="100"/>
                  </a:lnTo>
                  <a:lnTo>
                    <a:pt x="2638" y="50"/>
                  </a:lnTo>
                  <a:lnTo>
                    <a:pt x="2539" y="25"/>
                  </a:lnTo>
                  <a:lnTo>
                    <a:pt x="2389"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Google Shape;2920;p67">
              <a:extLst>
                <a:ext uri="{FF2B5EF4-FFF2-40B4-BE49-F238E27FC236}">
                  <a16:creationId xmlns:a16="http://schemas.microsoft.com/office/drawing/2014/main" id="{12C30BD8-C7C5-D67B-03FB-A84D1F8A6370}"/>
                </a:ext>
              </a:extLst>
            </p:cNvPr>
            <p:cNvSpPr/>
            <p:nvPr/>
          </p:nvSpPr>
          <p:spPr>
            <a:xfrm>
              <a:off x="2590293" y="4011720"/>
              <a:ext cx="23931" cy="29556"/>
            </a:xfrm>
            <a:custGeom>
              <a:avLst/>
              <a:gdLst/>
              <a:ahLst/>
              <a:cxnLst/>
              <a:rect l="l" t="t" r="r" b="b"/>
              <a:pathLst>
                <a:path w="1693" h="2091" extrusionOk="0">
                  <a:moveTo>
                    <a:pt x="1394" y="224"/>
                  </a:moveTo>
                  <a:lnTo>
                    <a:pt x="1444" y="274"/>
                  </a:lnTo>
                  <a:lnTo>
                    <a:pt x="1468" y="299"/>
                  </a:lnTo>
                  <a:lnTo>
                    <a:pt x="1493" y="349"/>
                  </a:lnTo>
                  <a:lnTo>
                    <a:pt x="1493" y="398"/>
                  </a:lnTo>
                  <a:lnTo>
                    <a:pt x="1468" y="473"/>
                  </a:lnTo>
                  <a:lnTo>
                    <a:pt x="1394" y="647"/>
                  </a:lnTo>
                  <a:lnTo>
                    <a:pt x="1269" y="846"/>
                  </a:lnTo>
                  <a:lnTo>
                    <a:pt x="1095" y="1045"/>
                  </a:lnTo>
                  <a:lnTo>
                    <a:pt x="896" y="1269"/>
                  </a:lnTo>
                  <a:lnTo>
                    <a:pt x="697" y="1468"/>
                  </a:lnTo>
                  <a:lnTo>
                    <a:pt x="473" y="1643"/>
                  </a:lnTo>
                  <a:lnTo>
                    <a:pt x="249" y="1792"/>
                  </a:lnTo>
                  <a:lnTo>
                    <a:pt x="249" y="1792"/>
                  </a:lnTo>
                  <a:lnTo>
                    <a:pt x="274" y="1593"/>
                  </a:lnTo>
                  <a:lnTo>
                    <a:pt x="299" y="1419"/>
                  </a:lnTo>
                  <a:lnTo>
                    <a:pt x="423" y="1045"/>
                  </a:lnTo>
                  <a:lnTo>
                    <a:pt x="597" y="697"/>
                  </a:lnTo>
                  <a:lnTo>
                    <a:pt x="697" y="523"/>
                  </a:lnTo>
                  <a:lnTo>
                    <a:pt x="821" y="373"/>
                  </a:lnTo>
                  <a:lnTo>
                    <a:pt x="921" y="299"/>
                  </a:lnTo>
                  <a:lnTo>
                    <a:pt x="1021" y="249"/>
                  </a:lnTo>
                  <a:lnTo>
                    <a:pt x="1145" y="224"/>
                  </a:lnTo>
                  <a:close/>
                  <a:moveTo>
                    <a:pt x="1120" y="0"/>
                  </a:moveTo>
                  <a:lnTo>
                    <a:pt x="946" y="50"/>
                  </a:lnTo>
                  <a:lnTo>
                    <a:pt x="797" y="100"/>
                  </a:lnTo>
                  <a:lnTo>
                    <a:pt x="672" y="199"/>
                  </a:lnTo>
                  <a:lnTo>
                    <a:pt x="573" y="299"/>
                  </a:lnTo>
                  <a:lnTo>
                    <a:pt x="473" y="423"/>
                  </a:lnTo>
                  <a:lnTo>
                    <a:pt x="324" y="672"/>
                  </a:lnTo>
                  <a:lnTo>
                    <a:pt x="199" y="971"/>
                  </a:lnTo>
                  <a:lnTo>
                    <a:pt x="125" y="1244"/>
                  </a:lnTo>
                  <a:lnTo>
                    <a:pt x="50" y="1518"/>
                  </a:lnTo>
                  <a:lnTo>
                    <a:pt x="25" y="1742"/>
                  </a:lnTo>
                  <a:lnTo>
                    <a:pt x="0" y="1991"/>
                  </a:lnTo>
                  <a:lnTo>
                    <a:pt x="0" y="2041"/>
                  </a:lnTo>
                  <a:lnTo>
                    <a:pt x="50" y="2066"/>
                  </a:lnTo>
                  <a:lnTo>
                    <a:pt x="75" y="2066"/>
                  </a:lnTo>
                  <a:lnTo>
                    <a:pt x="149" y="2091"/>
                  </a:lnTo>
                  <a:lnTo>
                    <a:pt x="373" y="1966"/>
                  </a:lnTo>
                  <a:lnTo>
                    <a:pt x="647" y="1767"/>
                  </a:lnTo>
                  <a:lnTo>
                    <a:pt x="896" y="1543"/>
                  </a:lnTo>
                  <a:lnTo>
                    <a:pt x="1170" y="1294"/>
                  </a:lnTo>
                  <a:lnTo>
                    <a:pt x="1394" y="1020"/>
                  </a:lnTo>
                  <a:lnTo>
                    <a:pt x="1568" y="772"/>
                  </a:lnTo>
                  <a:lnTo>
                    <a:pt x="1618" y="647"/>
                  </a:lnTo>
                  <a:lnTo>
                    <a:pt x="1668" y="523"/>
                  </a:lnTo>
                  <a:lnTo>
                    <a:pt x="1692" y="398"/>
                  </a:lnTo>
                  <a:lnTo>
                    <a:pt x="1692" y="299"/>
                  </a:lnTo>
                  <a:lnTo>
                    <a:pt x="1668" y="199"/>
                  </a:lnTo>
                  <a:lnTo>
                    <a:pt x="1593" y="100"/>
                  </a:lnTo>
                  <a:lnTo>
                    <a:pt x="1543" y="75"/>
                  </a:lnTo>
                  <a:lnTo>
                    <a:pt x="1468" y="50"/>
                  </a:lnTo>
                  <a:lnTo>
                    <a:pt x="1369" y="25"/>
                  </a:lnTo>
                  <a:lnTo>
                    <a:pt x="1269"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2921;p67">
              <a:extLst>
                <a:ext uri="{FF2B5EF4-FFF2-40B4-BE49-F238E27FC236}">
                  <a16:creationId xmlns:a16="http://schemas.microsoft.com/office/drawing/2014/main" id="{69D6E373-0E33-2CBE-5A27-577A0D694078}"/>
                </a:ext>
              </a:extLst>
            </p:cNvPr>
            <p:cNvSpPr/>
            <p:nvPr/>
          </p:nvSpPr>
          <p:spPr>
            <a:xfrm>
              <a:off x="2138963" y="2081176"/>
              <a:ext cx="210018" cy="473155"/>
            </a:xfrm>
            <a:custGeom>
              <a:avLst/>
              <a:gdLst/>
              <a:ahLst/>
              <a:cxnLst/>
              <a:rect l="l" t="t" r="r" b="b"/>
              <a:pathLst>
                <a:path w="14858" h="33474" extrusionOk="0">
                  <a:moveTo>
                    <a:pt x="8686" y="1"/>
                  </a:moveTo>
                  <a:lnTo>
                    <a:pt x="7616" y="2091"/>
                  </a:lnTo>
                  <a:lnTo>
                    <a:pt x="6595" y="4182"/>
                  </a:lnTo>
                  <a:lnTo>
                    <a:pt x="5625" y="6297"/>
                  </a:lnTo>
                  <a:lnTo>
                    <a:pt x="4679" y="8412"/>
                  </a:lnTo>
                  <a:lnTo>
                    <a:pt x="3783" y="10578"/>
                  </a:lnTo>
                  <a:lnTo>
                    <a:pt x="2912" y="12743"/>
                  </a:lnTo>
                  <a:lnTo>
                    <a:pt x="2091" y="14933"/>
                  </a:lnTo>
                  <a:lnTo>
                    <a:pt x="1295" y="17173"/>
                  </a:lnTo>
                  <a:lnTo>
                    <a:pt x="921" y="18317"/>
                  </a:lnTo>
                  <a:lnTo>
                    <a:pt x="598" y="19462"/>
                  </a:lnTo>
                  <a:lnTo>
                    <a:pt x="249" y="20632"/>
                  </a:lnTo>
                  <a:lnTo>
                    <a:pt x="125" y="21130"/>
                  </a:lnTo>
                  <a:lnTo>
                    <a:pt x="50" y="21602"/>
                  </a:lnTo>
                  <a:lnTo>
                    <a:pt x="0" y="22100"/>
                  </a:lnTo>
                  <a:lnTo>
                    <a:pt x="0" y="22623"/>
                  </a:lnTo>
                  <a:lnTo>
                    <a:pt x="25" y="23071"/>
                  </a:lnTo>
                  <a:lnTo>
                    <a:pt x="75" y="23544"/>
                  </a:lnTo>
                  <a:lnTo>
                    <a:pt x="150" y="23991"/>
                  </a:lnTo>
                  <a:lnTo>
                    <a:pt x="249" y="24439"/>
                  </a:lnTo>
                  <a:lnTo>
                    <a:pt x="399" y="24887"/>
                  </a:lnTo>
                  <a:lnTo>
                    <a:pt x="548" y="25335"/>
                  </a:lnTo>
                  <a:lnTo>
                    <a:pt x="747" y="25758"/>
                  </a:lnTo>
                  <a:lnTo>
                    <a:pt x="946" y="26157"/>
                  </a:lnTo>
                  <a:lnTo>
                    <a:pt x="1344" y="26829"/>
                  </a:lnTo>
                  <a:lnTo>
                    <a:pt x="1792" y="27451"/>
                  </a:lnTo>
                  <a:lnTo>
                    <a:pt x="2290" y="28048"/>
                  </a:lnTo>
                  <a:lnTo>
                    <a:pt x="2813" y="28596"/>
                  </a:lnTo>
                  <a:lnTo>
                    <a:pt x="3310" y="29043"/>
                  </a:lnTo>
                  <a:lnTo>
                    <a:pt x="3808" y="29467"/>
                  </a:lnTo>
                  <a:lnTo>
                    <a:pt x="4331" y="29865"/>
                  </a:lnTo>
                  <a:lnTo>
                    <a:pt x="4853" y="30263"/>
                  </a:lnTo>
                  <a:lnTo>
                    <a:pt x="5401" y="30636"/>
                  </a:lnTo>
                  <a:lnTo>
                    <a:pt x="5948" y="30985"/>
                  </a:lnTo>
                  <a:lnTo>
                    <a:pt x="6521" y="31308"/>
                  </a:lnTo>
                  <a:lnTo>
                    <a:pt x="7093" y="31607"/>
                  </a:lnTo>
                  <a:lnTo>
                    <a:pt x="7641" y="31905"/>
                  </a:lnTo>
                  <a:lnTo>
                    <a:pt x="8213" y="32154"/>
                  </a:lnTo>
                  <a:lnTo>
                    <a:pt x="8761" y="32403"/>
                  </a:lnTo>
                  <a:lnTo>
                    <a:pt x="9333" y="32652"/>
                  </a:lnTo>
                  <a:lnTo>
                    <a:pt x="9930" y="32876"/>
                  </a:lnTo>
                  <a:lnTo>
                    <a:pt x="10503" y="33100"/>
                  </a:lnTo>
                  <a:lnTo>
                    <a:pt x="11100" y="33299"/>
                  </a:lnTo>
                  <a:lnTo>
                    <a:pt x="11672" y="33473"/>
                  </a:lnTo>
                  <a:lnTo>
                    <a:pt x="13066" y="30338"/>
                  </a:lnTo>
                  <a:lnTo>
                    <a:pt x="12195" y="29715"/>
                  </a:lnTo>
                  <a:lnTo>
                    <a:pt x="11324" y="29068"/>
                  </a:lnTo>
                  <a:lnTo>
                    <a:pt x="10478" y="28421"/>
                  </a:lnTo>
                  <a:lnTo>
                    <a:pt x="9656" y="27749"/>
                  </a:lnTo>
                  <a:lnTo>
                    <a:pt x="8885" y="27053"/>
                  </a:lnTo>
                  <a:lnTo>
                    <a:pt x="8163" y="26356"/>
                  </a:lnTo>
                  <a:lnTo>
                    <a:pt x="7815" y="26007"/>
                  </a:lnTo>
                  <a:lnTo>
                    <a:pt x="7516" y="25659"/>
                  </a:lnTo>
                  <a:lnTo>
                    <a:pt x="7218" y="25286"/>
                  </a:lnTo>
                  <a:lnTo>
                    <a:pt x="6944" y="24937"/>
                  </a:lnTo>
                  <a:lnTo>
                    <a:pt x="6720" y="24614"/>
                  </a:lnTo>
                  <a:lnTo>
                    <a:pt x="6521" y="24290"/>
                  </a:lnTo>
                  <a:lnTo>
                    <a:pt x="6347" y="23967"/>
                  </a:lnTo>
                  <a:lnTo>
                    <a:pt x="6222" y="23593"/>
                  </a:lnTo>
                  <a:lnTo>
                    <a:pt x="6147" y="23394"/>
                  </a:lnTo>
                  <a:lnTo>
                    <a:pt x="6098" y="23195"/>
                  </a:lnTo>
                  <a:lnTo>
                    <a:pt x="6098" y="22971"/>
                  </a:lnTo>
                  <a:lnTo>
                    <a:pt x="6123" y="22747"/>
                  </a:lnTo>
                  <a:lnTo>
                    <a:pt x="6172" y="22598"/>
                  </a:lnTo>
                  <a:lnTo>
                    <a:pt x="6222" y="22473"/>
                  </a:lnTo>
                  <a:lnTo>
                    <a:pt x="6595" y="21478"/>
                  </a:lnTo>
                  <a:lnTo>
                    <a:pt x="6770" y="20980"/>
                  </a:lnTo>
                  <a:lnTo>
                    <a:pt x="6969" y="20458"/>
                  </a:lnTo>
                  <a:lnTo>
                    <a:pt x="7392" y="19437"/>
                  </a:lnTo>
                  <a:lnTo>
                    <a:pt x="8263" y="17396"/>
                  </a:lnTo>
                  <a:lnTo>
                    <a:pt x="9134" y="15356"/>
                  </a:lnTo>
                  <a:lnTo>
                    <a:pt x="10055" y="13315"/>
                  </a:lnTo>
                  <a:lnTo>
                    <a:pt x="11000" y="11299"/>
                  </a:lnTo>
                  <a:lnTo>
                    <a:pt x="12917" y="7218"/>
                  </a:lnTo>
                  <a:lnTo>
                    <a:pt x="14858" y="3186"/>
                  </a:lnTo>
                  <a:lnTo>
                    <a:pt x="8686" y="1"/>
                  </a:lnTo>
                  <a:close/>
                </a:path>
              </a:pathLst>
            </a:custGeom>
            <a:solidFill>
              <a:srgbClr val="FF8B7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 name="Google Shape;2922;p67">
              <a:extLst>
                <a:ext uri="{FF2B5EF4-FFF2-40B4-BE49-F238E27FC236}">
                  <a16:creationId xmlns:a16="http://schemas.microsoft.com/office/drawing/2014/main" id="{9F015C21-5696-22FA-1724-B9D1E8FF11C7}"/>
                </a:ext>
              </a:extLst>
            </p:cNvPr>
            <p:cNvSpPr/>
            <p:nvPr/>
          </p:nvSpPr>
          <p:spPr>
            <a:xfrm>
              <a:off x="2160420" y="2036156"/>
              <a:ext cx="214598" cy="284594"/>
            </a:xfrm>
            <a:custGeom>
              <a:avLst/>
              <a:gdLst/>
              <a:ahLst/>
              <a:cxnLst/>
              <a:rect l="l" t="t" r="r" b="b"/>
              <a:pathLst>
                <a:path w="15182" h="20134" extrusionOk="0">
                  <a:moveTo>
                    <a:pt x="10528" y="0"/>
                  </a:moveTo>
                  <a:lnTo>
                    <a:pt x="10105" y="25"/>
                  </a:lnTo>
                  <a:lnTo>
                    <a:pt x="9681" y="75"/>
                  </a:lnTo>
                  <a:lnTo>
                    <a:pt x="9234" y="149"/>
                  </a:lnTo>
                  <a:lnTo>
                    <a:pt x="8761" y="249"/>
                  </a:lnTo>
                  <a:lnTo>
                    <a:pt x="8288" y="398"/>
                  </a:lnTo>
                  <a:lnTo>
                    <a:pt x="8114" y="448"/>
                  </a:lnTo>
                  <a:lnTo>
                    <a:pt x="7915" y="548"/>
                  </a:lnTo>
                  <a:lnTo>
                    <a:pt x="7715" y="647"/>
                  </a:lnTo>
                  <a:lnTo>
                    <a:pt x="7516" y="772"/>
                  </a:lnTo>
                  <a:lnTo>
                    <a:pt x="7118" y="1070"/>
                  </a:lnTo>
                  <a:lnTo>
                    <a:pt x="6745" y="1444"/>
                  </a:lnTo>
                  <a:lnTo>
                    <a:pt x="6347" y="1842"/>
                  </a:lnTo>
                  <a:lnTo>
                    <a:pt x="5973" y="2315"/>
                  </a:lnTo>
                  <a:lnTo>
                    <a:pt x="5600" y="2812"/>
                  </a:lnTo>
                  <a:lnTo>
                    <a:pt x="5227" y="3360"/>
                  </a:lnTo>
                  <a:lnTo>
                    <a:pt x="4878" y="3957"/>
                  </a:lnTo>
                  <a:lnTo>
                    <a:pt x="4505" y="4554"/>
                  </a:lnTo>
                  <a:lnTo>
                    <a:pt x="4157" y="5201"/>
                  </a:lnTo>
                  <a:lnTo>
                    <a:pt x="3833" y="5873"/>
                  </a:lnTo>
                  <a:lnTo>
                    <a:pt x="3186" y="7242"/>
                  </a:lnTo>
                  <a:lnTo>
                    <a:pt x="2564" y="8636"/>
                  </a:lnTo>
                  <a:lnTo>
                    <a:pt x="2016" y="10005"/>
                  </a:lnTo>
                  <a:lnTo>
                    <a:pt x="1519" y="11324"/>
                  </a:lnTo>
                  <a:lnTo>
                    <a:pt x="1071" y="12568"/>
                  </a:lnTo>
                  <a:lnTo>
                    <a:pt x="697" y="13663"/>
                  </a:lnTo>
                  <a:lnTo>
                    <a:pt x="175" y="15281"/>
                  </a:lnTo>
                  <a:lnTo>
                    <a:pt x="1" y="15903"/>
                  </a:lnTo>
                  <a:lnTo>
                    <a:pt x="9681" y="20134"/>
                  </a:lnTo>
                  <a:lnTo>
                    <a:pt x="10204" y="18964"/>
                  </a:lnTo>
                  <a:lnTo>
                    <a:pt x="10752" y="17670"/>
                  </a:lnTo>
                  <a:lnTo>
                    <a:pt x="11473" y="16027"/>
                  </a:lnTo>
                  <a:lnTo>
                    <a:pt x="12270" y="14136"/>
                  </a:lnTo>
                  <a:lnTo>
                    <a:pt x="13091" y="12070"/>
                  </a:lnTo>
                  <a:lnTo>
                    <a:pt x="13887" y="9955"/>
                  </a:lnTo>
                  <a:lnTo>
                    <a:pt x="14261" y="8910"/>
                  </a:lnTo>
                  <a:lnTo>
                    <a:pt x="14609" y="7889"/>
                  </a:lnTo>
                  <a:lnTo>
                    <a:pt x="14783" y="7367"/>
                  </a:lnTo>
                  <a:lnTo>
                    <a:pt x="14933" y="6819"/>
                  </a:lnTo>
                  <a:lnTo>
                    <a:pt x="15032" y="6321"/>
                  </a:lnTo>
                  <a:lnTo>
                    <a:pt x="15107" y="5824"/>
                  </a:lnTo>
                  <a:lnTo>
                    <a:pt x="15157" y="5351"/>
                  </a:lnTo>
                  <a:lnTo>
                    <a:pt x="15181" y="4903"/>
                  </a:lnTo>
                  <a:lnTo>
                    <a:pt x="15181" y="4455"/>
                  </a:lnTo>
                  <a:lnTo>
                    <a:pt x="15157" y="4032"/>
                  </a:lnTo>
                  <a:lnTo>
                    <a:pt x="15107" y="3634"/>
                  </a:lnTo>
                  <a:lnTo>
                    <a:pt x="15032" y="3235"/>
                  </a:lnTo>
                  <a:lnTo>
                    <a:pt x="14933" y="2862"/>
                  </a:lnTo>
                  <a:lnTo>
                    <a:pt x="14808" y="2539"/>
                  </a:lnTo>
                  <a:lnTo>
                    <a:pt x="14659" y="2190"/>
                  </a:lnTo>
                  <a:lnTo>
                    <a:pt x="14485" y="1892"/>
                  </a:lnTo>
                  <a:lnTo>
                    <a:pt x="14310" y="1618"/>
                  </a:lnTo>
                  <a:lnTo>
                    <a:pt x="14086" y="1344"/>
                  </a:lnTo>
                  <a:lnTo>
                    <a:pt x="13862" y="1120"/>
                  </a:lnTo>
                  <a:lnTo>
                    <a:pt x="13614" y="896"/>
                  </a:lnTo>
                  <a:lnTo>
                    <a:pt x="13340" y="697"/>
                  </a:lnTo>
                  <a:lnTo>
                    <a:pt x="13041" y="523"/>
                  </a:lnTo>
                  <a:lnTo>
                    <a:pt x="12743" y="373"/>
                  </a:lnTo>
                  <a:lnTo>
                    <a:pt x="12394" y="249"/>
                  </a:lnTo>
                  <a:lnTo>
                    <a:pt x="12071" y="149"/>
                  </a:lnTo>
                  <a:lnTo>
                    <a:pt x="11697" y="75"/>
                  </a:lnTo>
                  <a:lnTo>
                    <a:pt x="11324" y="25"/>
                  </a:lnTo>
                  <a:lnTo>
                    <a:pt x="10926"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 name="Google Shape;2923;p67">
              <a:extLst>
                <a:ext uri="{FF2B5EF4-FFF2-40B4-BE49-F238E27FC236}">
                  <a16:creationId xmlns:a16="http://schemas.microsoft.com/office/drawing/2014/main" id="{FDF4F78F-1C62-3CE3-00F8-C17E287A3BCC}"/>
                </a:ext>
              </a:extLst>
            </p:cNvPr>
            <p:cNvSpPr/>
            <p:nvPr/>
          </p:nvSpPr>
          <p:spPr>
            <a:xfrm>
              <a:off x="2281076" y="2504364"/>
              <a:ext cx="85149" cy="79156"/>
            </a:xfrm>
            <a:custGeom>
              <a:avLst/>
              <a:gdLst/>
              <a:ahLst/>
              <a:cxnLst/>
              <a:rect l="l" t="t" r="r" b="b"/>
              <a:pathLst>
                <a:path w="6024" h="5600" extrusionOk="0">
                  <a:moveTo>
                    <a:pt x="1369" y="0"/>
                  </a:moveTo>
                  <a:lnTo>
                    <a:pt x="1" y="2414"/>
                  </a:lnTo>
                  <a:lnTo>
                    <a:pt x="26" y="2614"/>
                  </a:lnTo>
                  <a:lnTo>
                    <a:pt x="50" y="2813"/>
                  </a:lnTo>
                  <a:lnTo>
                    <a:pt x="100" y="3012"/>
                  </a:lnTo>
                  <a:lnTo>
                    <a:pt x="175" y="3211"/>
                  </a:lnTo>
                  <a:lnTo>
                    <a:pt x="250" y="3385"/>
                  </a:lnTo>
                  <a:lnTo>
                    <a:pt x="374" y="3559"/>
                  </a:lnTo>
                  <a:lnTo>
                    <a:pt x="498" y="3709"/>
                  </a:lnTo>
                  <a:lnTo>
                    <a:pt x="623" y="3858"/>
                  </a:lnTo>
                  <a:lnTo>
                    <a:pt x="946" y="4156"/>
                  </a:lnTo>
                  <a:lnTo>
                    <a:pt x="1295" y="4430"/>
                  </a:lnTo>
                  <a:lnTo>
                    <a:pt x="1668" y="4654"/>
                  </a:lnTo>
                  <a:lnTo>
                    <a:pt x="2041" y="4853"/>
                  </a:lnTo>
                  <a:lnTo>
                    <a:pt x="2440" y="5052"/>
                  </a:lnTo>
                  <a:lnTo>
                    <a:pt x="2813" y="5202"/>
                  </a:lnTo>
                  <a:lnTo>
                    <a:pt x="3485" y="5426"/>
                  </a:lnTo>
                  <a:lnTo>
                    <a:pt x="3958" y="5575"/>
                  </a:lnTo>
                  <a:lnTo>
                    <a:pt x="4132" y="5600"/>
                  </a:lnTo>
                  <a:lnTo>
                    <a:pt x="6023" y="473"/>
                  </a:lnTo>
                  <a:lnTo>
                    <a:pt x="1369" y="0"/>
                  </a:lnTo>
                  <a:close/>
                </a:path>
              </a:pathLst>
            </a:custGeom>
            <a:solidFill>
              <a:srgbClr val="FF8B7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 name="Google Shape;2924;p67">
              <a:extLst>
                <a:ext uri="{FF2B5EF4-FFF2-40B4-BE49-F238E27FC236}">
                  <a16:creationId xmlns:a16="http://schemas.microsoft.com/office/drawing/2014/main" id="{1B8C6A90-315C-63B3-EAD8-3F7DE0DBA34B}"/>
                </a:ext>
              </a:extLst>
            </p:cNvPr>
            <p:cNvSpPr/>
            <p:nvPr/>
          </p:nvSpPr>
          <p:spPr>
            <a:xfrm>
              <a:off x="2338775" y="2511050"/>
              <a:ext cx="83736" cy="92528"/>
            </a:xfrm>
            <a:custGeom>
              <a:avLst/>
              <a:gdLst/>
              <a:ahLst/>
              <a:cxnLst/>
              <a:rect l="l" t="t" r="r" b="b"/>
              <a:pathLst>
                <a:path w="5924" h="6546" extrusionOk="0">
                  <a:moveTo>
                    <a:pt x="1892" y="0"/>
                  </a:moveTo>
                  <a:lnTo>
                    <a:pt x="0" y="5152"/>
                  </a:lnTo>
                  <a:lnTo>
                    <a:pt x="3484" y="6545"/>
                  </a:lnTo>
                  <a:lnTo>
                    <a:pt x="5923" y="2315"/>
                  </a:lnTo>
                  <a:lnTo>
                    <a:pt x="1892" y="0"/>
                  </a:lnTo>
                  <a:close/>
                </a:path>
              </a:pathLst>
            </a:custGeom>
            <a:solidFill>
              <a:srgbClr val="FF8B7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 name="Google Shape;2925;p67">
              <a:extLst>
                <a:ext uri="{FF2B5EF4-FFF2-40B4-BE49-F238E27FC236}">
                  <a16:creationId xmlns:a16="http://schemas.microsoft.com/office/drawing/2014/main" id="{EEFBB2FC-CE0B-75DC-9290-F39EBAE6F60E}"/>
                </a:ext>
              </a:extLst>
            </p:cNvPr>
            <p:cNvSpPr/>
            <p:nvPr/>
          </p:nvSpPr>
          <p:spPr>
            <a:xfrm>
              <a:off x="2429183" y="1733978"/>
              <a:ext cx="89361" cy="89361"/>
            </a:xfrm>
            <a:custGeom>
              <a:avLst/>
              <a:gdLst/>
              <a:ahLst/>
              <a:cxnLst/>
              <a:rect l="l" t="t" r="r" b="b"/>
              <a:pathLst>
                <a:path w="6322" h="6322" extrusionOk="0">
                  <a:moveTo>
                    <a:pt x="3186" y="299"/>
                  </a:moveTo>
                  <a:lnTo>
                    <a:pt x="3186" y="324"/>
                  </a:lnTo>
                  <a:lnTo>
                    <a:pt x="3484" y="324"/>
                  </a:lnTo>
                  <a:lnTo>
                    <a:pt x="3758" y="374"/>
                  </a:lnTo>
                  <a:lnTo>
                    <a:pt x="4032" y="448"/>
                  </a:lnTo>
                  <a:lnTo>
                    <a:pt x="4305" y="523"/>
                  </a:lnTo>
                  <a:lnTo>
                    <a:pt x="4554" y="647"/>
                  </a:lnTo>
                  <a:lnTo>
                    <a:pt x="4778" y="797"/>
                  </a:lnTo>
                  <a:lnTo>
                    <a:pt x="5002" y="971"/>
                  </a:lnTo>
                  <a:lnTo>
                    <a:pt x="5201" y="1145"/>
                  </a:lnTo>
                  <a:lnTo>
                    <a:pt x="5376" y="1344"/>
                  </a:lnTo>
                  <a:lnTo>
                    <a:pt x="5550" y="1568"/>
                  </a:lnTo>
                  <a:lnTo>
                    <a:pt x="5699" y="1792"/>
                  </a:lnTo>
                  <a:lnTo>
                    <a:pt x="5824" y="2041"/>
                  </a:lnTo>
                  <a:lnTo>
                    <a:pt x="5923" y="2315"/>
                  </a:lnTo>
                  <a:lnTo>
                    <a:pt x="5973" y="2589"/>
                  </a:lnTo>
                  <a:lnTo>
                    <a:pt x="6023" y="2862"/>
                  </a:lnTo>
                  <a:lnTo>
                    <a:pt x="6047" y="3161"/>
                  </a:lnTo>
                  <a:lnTo>
                    <a:pt x="6023" y="3435"/>
                  </a:lnTo>
                  <a:lnTo>
                    <a:pt x="5998" y="3733"/>
                  </a:lnTo>
                  <a:lnTo>
                    <a:pt x="5923" y="4007"/>
                  </a:lnTo>
                  <a:lnTo>
                    <a:pt x="5824" y="4256"/>
                  </a:lnTo>
                  <a:lnTo>
                    <a:pt x="5699" y="4505"/>
                  </a:lnTo>
                  <a:lnTo>
                    <a:pt x="5550" y="4754"/>
                  </a:lnTo>
                  <a:lnTo>
                    <a:pt x="5400" y="4978"/>
                  </a:lnTo>
                  <a:lnTo>
                    <a:pt x="5201" y="5177"/>
                  </a:lnTo>
                  <a:lnTo>
                    <a:pt x="5002" y="5351"/>
                  </a:lnTo>
                  <a:lnTo>
                    <a:pt x="4778" y="5525"/>
                  </a:lnTo>
                  <a:lnTo>
                    <a:pt x="4554" y="5675"/>
                  </a:lnTo>
                  <a:lnTo>
                    <a:pt x="4305" y="5774"/>
                  </a:lnTo>
                  <a:lnTo>
                    <a:pt x="4032" y="5874"/>
                  </a:lnTo>
                  <a:lnTo>
                    <a:pt x="3758" y="5948"/>
                  </a:lnTo>
                  <a:lnTo>
                    <a:pt x="3484" y="5998"/>
                  </a:lnTo>
                  <a:lnTo>
                    <a:pt x="2887" y="5998"/>
                  </a:lnTo>
                  <a:lnTo>
                    <a:pt x="2613" y="5948"/>
                  </a:lnTo>
                  <a:lnTo>
                    <a:pt x="2339" y="5874"/>
                  </a:lnTo>
                  <a:lnTo>
                    <a:pt x="2066" y="5774"/>
                  </a:lnTo>
                  <a:lnTo>
                    <a:pt x="1817" y="5675"/>
                  </a:lnTo>
                  <a:lnTo>
                    <a:pt x="1593" y="5525"/>
                  </a:lnTo>
                  <a:lnTo>
                    <a:pt x="1369" y="5351"/>
                  </a:lnTo>
                  <a:lnTo>
                    <a:pt x="1170" y="5177"/>
                  </a:lnTo>
                  <a:lnTo>
                    <a:pt x="995" y="4978"/>
                  </a:lnTo>
                  <a:lnTo>
                    <a:pt x="821" y="4754"/>
                  </a:lnTo>
                  <a:lnTo>
                    <a:pt x="672" y="4505"/>
                  </a:lnTo>
                  <a:lnTo>
                    <a:pt x="548" y="4256"/>
                  </a:lnTo>
                  <a:lnTo>
                    <a:pt x="448" y="4007"/>
                  </a:lnTo>
                  <a:lnTo>
                    <a:pt x="398" y="3733"/>
                  </a:lnTo>
                  <a:lnTo>
                    <a:pt x="348" y="3435"/>
                  </a:lnTo>
                  <a:lnTo>
                    <a:pt x="324" y="3161"/>
                  </a:lnTo>
                  <a:lnTo>
                    <a:pt x="348" y="2862"/>
                  </a:lnTo>
                  <a:lnTo>
                    <a:pt x="398" y="2589"/>
                  </a:lnTo>
                  <a:lnTo>
                    <a:pt x="448" y="2315"/>
                  </a:lnTo>
                  <a:lnTo>
                    <a:pt x="548" y="2041"/>
                  </a:lnTo>
                  <a:lnTo>
                    <a:pt x="672" y="1792"/>
                  </a:lnTo>
                  <a:lnTo>
                    <a:pt x="821" y="1543"/>
                  </a:lnTo>
                  <a:lnTo>
                    <a:pt x="995" y="1344"/>
                  </a:lnTo>
                  <a:lnTo>
                    <a:pt x="1170" y="1120"/>
                  </a:lnTo>
                  <a:lnTo>
                    <a:pt x="1369" y="946"/>
                  </a:lnTo>
                  <a:lnTo>
                    <a:pt x="1593" y="772"/>
                  </a:lnTo>
                  <a:lnTo>
                    <a:pt x="1817" y="647"/>
                  </a:lnTo>
                  <a:lnTo>
                    <a:pt x="2066" y="523"/>
                  </a:lnTo>
                  <a:lnTo>
                    <a:pt x="2339" y="423"/>
                  </a:lnTo>
                  <a:lnTo>
                    <a:pt x="2613" y="349"/>
                  </a:lnTo>
                  <a:lnTo>
                    <a:pt x="2887" y="299"/>
                  </a:lnTo>
                  <a:close/>
                  <a:moveTo>
                    <a:pt x="3136" y="0"/>
                  </a:moveTo>
                  <a:lnTo>
                    <a:pt x="2812" y="25"/>
                  </a:lnTo>
                  <a:lnTo>
                    <a:pt x="2514" y="75"/>
                  </a:lnTo>
                  <a:lnTo>
                    <a:pt x="2215" y="150"/>
                  </a:lnTo>
                  <a:lnTo>
                    <a:pt x="1916" y="274"/>
                  </a:lnTo>
                  <a:lnTo>
                    <a:pt x="1643" y="399"/>
                  </a:lnTo>
                  <a:lnTo>
                    <a:pt x="1369" y="573"/>
                  </a:lnTo>
                  <a:lnTo>
                    <a:pt x="1145" y="747"/>
                  </a:lnTo>
                  <a:lnTo>
                    <a:pt x="921" y="946"/>
                  </a:lnTo>
                  <a:lnTo>
                    <a:pt x="722" y="1170"/>
                  </a:lnTo>
                  <a:lnTo>
                    <a:pt x="523" y="1419"/>
                  </a:lnTo>
                  <a:lnTo>
                    <a:pt x="373" y="1693"/>
                  </a:lnTo>
                  <a:lnTo>
                    <a:pt x="249" y="1966"/>
                  </a:lnTo>
                  <a:lnTo>
                    <a:pt x="149" y="2240"/>
                  </a:lnTo>
                  <a:lnTo>
                    <a:pt x="75" y="2564"/>
                  </a:lnTo>
                  <a:lnTo>
                    <a:pt x="25" y="2862"/>
                  </a:lnTo>
                  <a:lnTo>
                    <a:pt x="0" y="3186"/>
                  </a:lnTo>
                  <a:lnTo>
                    <a:pt x="25" y="3509"/>
                  </a:lnTo>
                  <a:lnTo>
                    <a:pt x="75" y="3833"/>
                  </a:lnTo>
                  <a:lnTo>
                    <a:pt x="149" y="4132"/>
                  </a:lnTo>
                  <a:lnTo>
                    <a:pt x="274" y="4430"/>
                  </a:lnTo>
                  <a:lnTo>
                    <a:pt x="398" y="4704"/>
                  </a:lnTo>
                  <a:lnTo>
                    <a:pt x="548" y="4953"/>
                  </a:lnTo>
                  <a:lnTo>
                    <a:pt x="747" y="5202"/>
                  </a:lnTo>
                  <a:lnTo>
                    <a:pt x="946" y="5426"/>
                  </a:lnTo>
                  <a:lnTo>
                    <a:pt x="1170" y="5625"/>
                  </a:lnTo>
                  <a:lnTo>
                    <a:pt x="1419" y="5799"/>
                  </a:lnTo>
                  <a:lnTo>
                    <a:pt x="1667" y="5948"/>
                  </a:lnTo>
                  <a:lnTo>
                    <a:pt x="1966" y="6098"/>
                  </a:lnTo>
                  <a:lnTo>
                    <a:pt x="2240" y="6197"/>
                  </a:lnTo>
                  <a:lnTo>
                    <a:pt x="2538" y="6272"/>
                  </a:lnTo>
                  <a:lnTo>
                    <a:pt x="2862" y="6322"/>
                  </a:lnTo>
                  <a:lnTo>
                    <a:pt x="3509" y="6322"/>
                  </a:lnTo>
                  <a:lnTo>
                    <a:pt x="3833" y="6272"/>
                  </a:lnTo>
                  <a:lnTo>
                    <a:pt x="4131" y="6172"/>
                  </a:lnTo>
                  <a:lnTo>
                    <a:pt x="4405" y="6073"/>
                  </a:lnTo>
                  <a:lnTo>
                    <a:pt x="4679" y="5948"/>
                  </a:lnTo>
                  <a:lnTo>
                    <a:pt x="4952" y="5774"/>
                  </a:lnTo>
                  <a:lnTo>
                    <a:pt x="5176" y="5600"/>
                  </a:lnTo>
                  <a:lnTo>
                    <a:pt x="5400" y="5401"/>
                  </a:lnTo>
                  <a:lnTo>
                    <a:pt x="5600" y="5177"/>
                  </a:lnTo>
                  <a:lnTo>
                    <a:pt x="5799" y="4928"/>
                  </a:lnTo>
                  <a:lnTo>
                    <a:pt x="5948" y="4679"/>
                  </a:lnTo>
                  <a:lnTo>
                    <a:pt x="6072" y="4405"/>
                  </a:lnTo>
                  <a:lnTo>
                    <a:pt x="6172" y="4107"/>
                  </a:lnTo>
                  <a:lnTo>
                    <a:pt x="6271" y="3808"/>
                  </a:lnTo>
                  <a:lnTo>
                    <a:pt x="6321" y="3485"/>
                  </a:lnTo>
                  <a:lnTo>
                    <a:pt x="6321" y="3161"/>
                  </a:lnTo>
                  <a:lnTo>
                    <a:pt x="6321" y="3136"/>
                  </a:lnTo>
                  <a:lnTo>
                    <a:pt x="6296" y="2813"/>
                  </a:lnTo>
                  <a:lnTo>
                    <a:pt x="6247" y="2514"/>
                  </a:lnTo>
                  <a:lnTo>
                    <a:pt x="6172" y="2215"/>
                  </a:lnTo>
                  <a:lnTo>
                    <a:pt x="6072" y="1917"/>
                  </a:lnTo>
                  <a:lnTo>
                    <a:pt x="5923" y="1643"/>
                  </a:lnTo>
                  <a:lnTo>
                    <a:pt x="5774" y="1394"/>
                  </a:lnTo>
                  <a:lnTo>
                    <a:pt x="5600" y="1145"/>
                  </a:lnTo>
                  <a:lnTo>
                    <a:pt x="5376" y="921"/>
                  </a:lnTo>
                  <a:lnTo>
                    <a:pt x="5152" y="722"/>
                  </a:lnTo>
                  <a:lnTo>
                    <a:pt x="4903" y="548"/>
                  </a:lnTo>
                  <a:lnTo>
                    <a:pt x="4654" y="374"/>
                  </a:lnTo>
                  <a:lnTo>
                    <a:pt x="4380" y="249"/>
                  </a:lnTo>
                  <a:lnTo>
                    <a:pt x="4081" y="150"/>
                  </a:lnTo>
                  <a:lnTo>
                    <a:pt x="3783" y="75"/>
                  </a:lnTo>
                  <a:lnTo>
                    <a:pt x="3459" y="25"/>
                  </a:lnTo>
                  <a:lnTo>
                    <a:pt x="3136"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 name="Google Shape;2926;p67">
              <a:extLst>
                <a:ext uri="{FF2B5EF4-FFF2-40B4-BE49-F238E27FC236}">
                  <a16:creationId xmlns:a16="http://schemas.microsoft.com/office/drawing/2014/main" id="{482C722E-5BA1-7400-091C-7990F1FEE7A0}"/>
                </a:ext>
              </a:extLst>
            </p:cNvPr>
            <p:cNvSpPr/>
            <p:nvPr/>
          </p:nvSpPr>
          <p:spPr>
            <a:xfrm>
              <a:off x="2526615" y="1733978"/>
              <a:ext cx="89361" cy="89361"/>
            </a:xfrm>
            <a:custGeom>
              <a:avLst/>
              <a:gdLst/>
              <a:ahLst/>
              <a:cxnLst/>
              <a:rect l="l" t="t" r="r" b="b"/>
              <a:pathLst>
                <a:path w="6322" h="6322" extrusionOk="0">
                  <a:moveTo>
                    <a:pt x="3161" y="299"/>
                  </a:moveTo>
                  <a:lnTo>
                    <a:pt x="3161" y="324"/>
                  </a:lnTo>
                  <a:lnTo>
                    <a:pt x="3460" y="324"/>
                  </a:lnTo>
                  <a:lnTo>
                    <a:pt x="3734" y="374"/>
                  </a:lnTo>
                  <a:lnTo>
                    <a:pt x="4007" y="448"/>
                  </a:lnTo>
                  <a:lnTo>
                    <a:pt x="4281" y="523"/>
                  </a:lnTo>
                  <a:lnTo>
                    <a:pt x="4530" y="647"/>
                  </a:lnTo>
                  <a:lnTo>
                    <a:pt x="4754" y="797"/>
                  </a:lnTo>
                  <a:lnTo>
                    <a:pt x="4978" y="971"/>
                  </a:lnTo>
                  <a:lnTo>
                    <a:pt x="5177" y="1145"/>
                  </a:lnTo>
                  <a:lnTo>
                    <a:pt x="5351" y="1344"/>
                  </a:lnTo>
                  <a:lnTo>
                    <a:pt x="5526" y="1568"/>
                  </a:lnTo>
                  <a:lnTo>
                    <a:pt x="5675" y="1792"/>
                  </a:lnTo>
                  <a:lnTo>
                    <a:pt x="5799" y="2041"/>
                  </a:lnTo>
                  <a:lnTo>
                    <a:pt x="5899" y="2315"/>
                  </a:lnTo>
                  <a:lnTo>
                    <a:pt x="5949" y="2589"/>
                  </a:lnTo>
                  <a:lnTo>
                    <a:pt x="5998" y="2862"/>
                  </a:lnTo>
                  <a:lnTo>
                    <a:pt x="6023" y="3161"/>
                  </a:lnTo>
                  <a:lnTo>
                    <a:pt x="5998" y="3435"/>
                  </a:lnTo>
                  <a:lnTo>
                    <a:pt x="5973" y="3733"/>
                  </a:lnTo>
                  <a:lnTo>
                    <a:pt x="5899" y="4007"/>
                  </a:lnTo>
                  <a:lnTo>
                    <a:pt x="5799" y="4256"/>
                  </a:lnTo>
                  <a:lnTo>
                    <a:pt x="5675" y="4505"/>
                  </a:lnTo>
                  <a:lnTo>
                    <a:pt x="5526" y="4754"/>
                  </a:lnTo>
                  <a:lnTo>
                    <a:pt x="5376" y="4978"/>
                  </a:lnTo>
                  <a:lnTo>
                    <a:pt x="5177" y="5177"/>
                  </a:lnTo>
                  <a:lnTo>
                    <a:pt x="4978" y="5351"/>
                  </a:lnTo>
                  <a:lnTo>
                    <a:pt x="4754" y="5525"/>
                  </a:lnTo>
                  <a:lnTo>
                    <a:pt x="4530" y="5675"/>
                  </a:lnTo>
                  <a:lnTo>
                    <a:pt x="4281" y="5774"/>
                  </a:lnTo>
                  <a:lnTo>
                    <a:pt x="4007" y="5874"/>
                  </a:lnTo>
                  <a:lnTo>
                    <a:pt x="3734" y="5948"/>
                  </a:lnTo>
                  <a:lnTo>
                    <a:pt x="3460" y="5998"/>
                  </a:lnTo>
                  <a:lnTo>
                    <a:pt x="2863" y="5998"/>
                  </a:lnTo>
                  <a:lnTo>
                    <a:pt x="2589" y="5948"/>
                  </a:lnTo>
                  <a:lnTo>
                    <a:pt x="2315" y="5874"/>
                  </a:lnTo>
                  <a:lnTo>
                    <a:pt x="2041" y="5774"/>
                  </a:lnTo>
                  <a:lnTo>
                    <a:pt x="1792" y="5675"/>
                  </a:lnTo>
                  <a:lnTo>
                    <a:pt x="1569" y="5525"/>
                  </a:lnTo>
                  <a:lnTo>
                    <a:pt x="1345" y="5351"/>
                  </a:lnTo>
                  <a:lnTo>
                    <a:pt x="1145" y="5177"/>
                  </a:lnTo>
                  <a:lnTo>
                    <a:pt x="971" y="4978"/>
                  </a:lnTo>
                  <a:lnTo>
                    <a:pt x="797" y="4754"/>
                  </a:lnTo>
                  <a:lnTo>
                    <a:pt x="648" y="4505"/>
                  </a:lnTo>
                  <a:lnTo>
                    <a:pt x="523" y="4256"/>
                  </a:lnTo>
                  <a:lnTo>
                    <a:pt x="424" y="4007"/>
                  </a:lnTo>
                  <a:lnTo>
                    <a:pt x="374" y="3733"/>
                  </a:lnTo>
                  <a:lnTo>
                    <a:pt x="324" y="3435"/>
                  </a:lnTo>
                  <a:lnTo>
                    <a:pt x="299" y="3161"/>
                  </a:lnTo>
                  <a:lnTo>
                    <a:pt x="324" y="2862"/>
                  </a:lnTo>
                  <a:lnTo>
                    <a:pt x="374" y="2589"/>
                  </a:lnTo>
                  <a:lnTo>
                    <a:pt x="424" y="2315"/>
                  </a:lnTo>
                  <a:lnTo>
                    <a:pt x="523" y="2041"/>
                  </a:lnTo>
                  <a:lnTo>
                    <a:pt x="648" y="1792"/>
                  </a:lnTo>
                  <a:lnTo>
                    <a:pt x="797" y="1543"/>
                  </a:lnTo>
                  <a:lnTo>
                    <a:pt x="971" y="1344"/>
                  </a:lnTo>
                  <a:lnTo>
                    <a:pt x="1145" y="1120"/>
                  </a:lnTo>
                  <a:lnTo>
                    <a:pt x="1345" y="946"/>
                  </a:lnTo>
                  <a:lnTo>
                    <a:pt x="1569" y="772"/>
                  </a:lnTo>
                  <a:lnTo>
                    <a:pt x="1792" y="647"/>
                  </a:lnTo>
                  <a:lnTo>
                    <a:pt x="2041" y="523"/>
                  </a:lnTo>
                  <a:lnTo>
                    <a:pt x="2315" y="423"/>
                  </a:lnTo>
                  <a:lnTo>
                    <a:pt x="2589" y="349"/>
                  </a:lnTo>
                  <a:lnTo>
                    <a:pt x="2863" y="299"/>
                  </a:lnTo>
                  <a:close/>
                  <a:moveTo>
                    <a:pt x="3161" y="0"/>
                  </a:moveTo>
                  <a:lnTo>
                    <a:pt x="2838" y="25"/>
                  </a:lnTo>
                  <a:lnTo>
                    <a:pt x="2539" y="75"/>
                  </a:lnTo>
                  <a:lnTo>
                    <a:pt x="2216" y="150"/>
                  </a:lnTo>
                  <a:lnTo>
                    <a:pt x="1942" y="249"/>
                  </a:lnTo>
                  <a:lnTo>
                    <a:pt x="1668" y="399"/>
                  </a:lnTo>
                  <a:lnTo>
                    <a:pt x="1394" y="548"/>
                  </a:lnTo>
                  <a:lnTo>
                    <a:pt x="1145" y="722"/>
                  </a:lnTo>
                  <a:lnTo>
                    <a:pt x="921" y="946"/>
                  </a:lnTo>
                  <a:lnTo>
                    <a:pt x="722" y="1170"/>
                  </a:lnTo>
                  <a:lnTo>
                    <a:pt x="548" y="1394"/>
                  </a:lnTo>
                  <a:lnTo>
                    <a:pt x="374" y="1668"/>
                  </a:lnTo>
                  <a:lnTo>
                    <a:pt x="250" y="1942"/>
                  </a:lnTo>
                  <a:lnTo>
                    <a:pt x="150" y="2240"/>
                  </a:lnTo>
                  <a:lnTo>
                    <a:pt x="75" y="2539"/>
                  </a:lnTo>
                  <a:lnTo>
                    <a:pt x="26" y="2838"/>
                  </a:lnTo>
                  <a:lnTo>
                    <a:pt x="1" y="3161"/>
                  </a:lnTo>
                  <a:lnTo>
                    <a:pt x="26" y="3485"/>
                  </a:lnTo>
                  <a:lnTo>
                    <a:pt x="75" y="3808"/>
                  </a:lnTo>
                  <a:lnTo>
                    <a:pt x="150" y="4107"/>
                  </a:lnTo>
                  <a:lnTo>
                    <a:pt x="250" y="4405"/>
                  </a:lnTo>
                  <a:lnTo>
                    <a:pt x="374" y="4679"/>
                  </a:lnTo>
                  <a:lnTo>
                    <a:pt x="548" y="4928"/>
                  </a:lnTo>
                  <a:lnTo>
                    <a:pt x="722" y="5177"/>
                  </a:lnTo>
                  <a:lnTo>
                    <a:pt x="921" y="5401"/>
                  </a:lnTo>
                  <a:lnTo>
                    <a:pt x="1145" y="5600"/>
                  </a:lnTo>
                  <a:lnTo>
                    <a:pt x="1394" y="5799"/>
                  </a:lnTo>
                  <a:lnTo>
                    <a:pt x="1668" y="5948"/>
                  </a:lnTo>
                  <a:lnTo>
                    <a:pt x="1942" y="6073"/>
                  </a:lnTo>
                  <a:lnTo>
                    <a:pt x="2216" y="6197"/>
                  </a:lnTo>
                  <a:lnTo>
                    <a:pt x="2539" y="6272"/>
                  </a:lnTo>
                  <a:lnTo>
                    <a:pt x="2838" y="6322"/>
                  </a:lnTo>
                  <a:lnTo>
                    <a:pt x="3485" y="6322"/>
                  </a:lnTo>
                  <a:lnTo>
                    <a:pt x="3808" y="6272"/>
                  </a:lnTo>
                  <a:lnTo>
                    <a:pt x="4107" y="6197"/>
                  </a:lnTo>
                  <a:lnTo>
                    <a:pt x="4406" y="6073"/>
                  </a:lnTo>
                  <a:lnTo>
                    <a:pt x="4679" y="5948"/>
                  </a:lnTo>
                  <a:lnTo>
                    <a:pt x="4928" y="5799"/>
                  </a:lnTo>
                  <a:lnTo>
                    <a:pt x="5177" y="5600"/>
                  </a:lnTo>
                  <a:lnTo>
                    <a:pt x="5401" y="5401"/>
                  </a:lnTo>
                  <a:lnTo>
                    <a:pt x="5600" y="5177"/>
                  </a:lnTo>
                  <a:lnTo>
                    <a:pt x="5774" y="4928"/>
                  </a:lnTo>
                  <a:lnTo>
                    <a:pt x="5949" y="4679"/>
                  </a:lnTo>
                  <a:lnTo>
                    <a:pt x="6073" y="4405"/>
                  </a:lnTo>
                  <a:lnTo>
                    <a:pt x="6173" y="4107"/>
                  </a:lnTo>
                  <a:lnTo>
                    <a:pt x="6247" y="3808"/>
                  </a:lnTo>
                  <a:lnTo>
                    <a:pt x="6297" y="3485"/>
                  </a:lnTo>
                  <a:lnTo>
                    <a:pt x="6322" y="3161"/>
                  </a:lnTo>
                  <a:lnTo>
                    <a:pt x="6297" y="2838"/>
                  </a:lnTo>
                  <a:lnTo>
                    <a:pt x="6272" y="2539"/>
                  </a:lnTo>
                  <a:lnTo>
                    <a:pt x="6173" y="2240"/>
                  </a:lnTo>
                  <a:lnTo>
                    <a:pt x="6073" y="1942"/>
                  </a:lnTo>
                  <a:lnTo>
                    <a:pt x="5949" y="1668"/>
                  </a:lnTo>
                  <a:lnTo>
                    <a:pt x="5774" y="1394"/>
                  </a:lnTo>
                  <a:lnTo>
                    <a:pt x="5600" y="1170"/>
                  </a:lnTo>
                  <a:lnTo>
                    <a:pt x="5401" y="946"/>
                  </a:lnTo>
                  <a:lnTo>
                    <a:pt x="5177" y="722"/>
                  </a:lnTo>
                  <a:lnTo>
                    <a:pt x="4928" y="548"/>
                  </a:lnTo>
                  <a:lnTo>
                    <a:pt x="4679" y="399"/>
                  </a:lnTo>
                  <a:lnTo>
                    <a:pt x="4406" y="249"/>
                  </a:lnTo>
                  <a:lnTo>
                    <a:pt x="4107" y="150"/>
                  </a:lnTo>
                  <a:lnTo>
                    <a:pt x="3808" y="75"/>
                  </a:lnTo>
                  <a:lnTo>
                    <a:pt x="3485" y="25"/>
                  </a:lnTo>
                  <a:lnTo>
                    <a:pt x="3161"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28092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10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E7B81-1F27-7F70-8BC3-AC89B9E9C7D4}"/>
              </a:ext>
            </a:extLst>
          </p:cNvPr>
          <p:cNvSpPr>
            <a:spLocks noGrp="1"/>
          </p:cNvSpPr>
          <p:nvPr>
            <p:ph type="title"/>
          </p:nvPr>
        </p:nvSpPr>
        <p:spPr>
          <a:xfrm>
            <a:off x="925157" y="375882"/>
            <a:ext cx="8406205" cy="1325563"/>
          </a:xfrm>
        </p:spPr>
        <p:txBody>
          <a:bodyPr>
            <a:normAutofit fontScale="90000"/>
          </a:bodyPr>
          <a:lstStyle/>
          <a:p>
            <a:r>
              <a:rPr lang="en-IN" sz="3200" b="1" dirty="0">
                <a:solidFill>
                  <a:srgbClr val="002060"/>
                </a:solidFill>
                <a:latin typeface="Times New Roman" panose="02020603050405020304" pitchFamily="18" charset="0"/>
                <a:cs typeface="Times New Roman" panose="02020603050405020304" pitchFamily="18" charset="0"/>
              </a:rPr>
              <a:t>Lean Six Sigma DMADV: </a:t>
            </a:r>
            <a:br>
              <a:rPr lang="en-IN" sz="3200" b="1" dirty="0">
                <a:solidFill>
                  <a:srgbClr val="002060"/>
                </a:solidFill>
                <a:latin typeface="Times New Roman" panose="02020603050405020304" pitchFamily="18" charset="0"/>
                <a:cs typeface="Times New Roman" panose="02020603050405020304" pitchFamily="18" charset="0"/>
              </a:rPr>
            </a:br>
            <a:r>
              <a:rPr lang="en-IN" sz="3200" b="1" dirty="0">
                <a:solidFill>
                  <a:srgbClr val="002060"/>
                </a:solidFill>
                <a:latin typeface="Times New Roman" panose="02020603050405020304" pitchFamily="18" charset="0"/>
                <a:cs typeface="Times New Roman" panose="02020603050405020304" pitchFamily="18" charset="0"/>
              </a:rPr>
              <a:t>Define →Measure → Analyse → Design → Validate</a:t>
            </a:r>
          </a:p>
        </p:txBody>
      </p:sp>
      <p:sp>
        <p:nvSpPr>
          <p:cNvPr id="3" name="Content Placeholder 2">
            <a:extLst>
              <a:ext uri="{FF2B5EF4-FFF2-40B4-BE49-F238E27FC236}">
                <a16:creationId xmlns:a16="http://schemas.microsoft.com/office/drawing/2014/main" id="{E826810C-2A3D-E42F-E662-948EA87662FF}"/>
              </a:ext>
            </a:extLst>
          </p:cNvPr>
          <p:cNvSpPr>
            <a:spLocks noGrp="1"/>
          </p:cNvSpPr>
          <p:nvPr>
            <p:ph idx="1"/>
          </p:nvPr>
        </p:nvSpPr>
        <p:spPr>
          <a:xfrm>
            <a:off x="838200" y="1825625"/>
            <a:ext cx="6326393" cy="4351338"/>
          </a:xfrm>
        </p:spPr>
        <p:txBody>
          <a:bodyPr>
            <a:normAutofit fontScale="92500" lnSpcReduction="10000"/>
          </a:bodyPr>
          <a:lstStyle/>
          <a:p>
            <a:pPr>
              <a:buFont typeface="Wingdings" panose="05000000000000000000" pitchFamily="2" charset="2"/>
              <a:buChar char="q"/>
            </a:pPr>
            <a:r>
              <a:rPr lang="en-IN" b="1" kern="100" dirty="0">
                <a:solidFill>
                  <a:schemeClr val="accent5">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 Define Phase – Identify the Problem</a:t>
            </a:r>
          </a:p>
          <a:p>
            <a:pPr marR="0" lvl="0" algn="just">
              <a:lnSpc>
                <a:spcPct val="115000"/>
              </a:lnSpc>
              <a:spcAft>
                <a:spcPts val="800"/>
              </a:spcAft>
              <a:buSzPts val="1000"/>
              <a:buFont typeface="Wingdings" panose="05000000000000000000" pitchFamily="2" charset="2"/>
              <a:buChar char="Ø"/>
              <a:tabLst>
                <a:tab pos="228600" algn="l"/>
                <a:tab pos="457200" algn="l"/>
                <a:tab pos="1303655" algn="l"/>
              </a:tabLst>
            </a:pPr>
            <a:r>
              <a:rPr lang="en-IN" sz="2400" kern="100" dirty="0">
                <a:effectLst/>
                <a:latin typeface="Times New Roman" panose="02020603050405020304" pitchFamily="18" charset="0"/>
                <a:ea typeface="Calibri" panose="020F0502020204030204" pitchFamily="34" charset="0"/>
                <a:cs typeface="Mangal" panose="02040503050203030202" pitchFamily="18" charset="0"/>
              </a:rPr>
              <a:t>The bank observed that customer satisfaction for its FD products has dropped in the last two quarters.</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p>
            <a:pPr marR="0" lvl="0" algn="just">
              <a:lnSpc>
                <a:spcPct val="115000"/>
              </a:lnSpc>
              <a:spcAft>
                <a:spcPts val="800"/>
              </a:spcAft>
              <a:buSzPts val="1000"/>
              <a:buFont typeface="Wingdings" panose="05000000000000000000" pitchFamily="2" charset="2"/>
              <a:buChar char="Ø"/>
              <a:tabLst>
                <a:tab pos="228600" algn="l"/>
                <a:tab pos="457200" algn="l"/>
                <a:tab pos="1303655" algn="l"/>
              </a:tabLst>
            </a:pPr>
            <a:r>
              <a:rPr lang="en-IN" sz="2400" kern="100" dirty="0">
                <a:effectLst/>
                <a:latin typeface="Times New Roman" panose="02020603050405020304" pitchFamily="18" charset="0"/>
                <a:ea typeface="Calibri" panose="020F0502020204030204" pitchFamily="34" charset="0"/>
                <a:cs typeface="Mangal" panose="02040503050203030202" pitchFamily="18" charset="0"/>
              </a:rPr>
              <a:t>Other banking services still have high ratings.</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p>
            <a:pPr marR="0" lvl="0" algn="just">
              <a:lnSpc>
                <a:spcPct val="115000"/>
              </a:lnSpc>
              <a:spcAft>
                <a:spcPts val="800"/>
              </a:spcAft>
              <a:buSzPts val="1000"/>
              <a:buFont typeface="Wingdings" panose="05000000000000000000" pitchFamily="2" charset="2"/>
              <a:buChar char="Ø"/>
              <a:tabLst>
                <a:tab pos="228600" algn="l"/>
                <a:tab pos="457200" algn="l"/>
                <a:tab pos="1303655" algn="l"/>
              </a:tabLst>
            </a:pPr>
            <a:r>
              <a:rPr lang="en-IN" sz="2400" kern="100" dirty="0">
                <a:effectLst/>
                <a:latin typeface="Times New Roman" panose="02020603050405020304" pitchFamily="18" charset="0"/>
                <a:ea typeface="Calibri" panose="020F0502020204030204" pitchFamily="34" charset="0"/>
                <a:cs typeface="Mangal" panose="02040503050203030202" pitchFamily="18" charset="0"/>
              </a:rPr>
              <a:t>The drop may be due to increased competition and customers preferring mutual funds or other investment options.</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p>
            <a:pPr marR="0" lvl="0" algn="just">
              <a:lnSpc>
                <a:spcPct val="115000"/>
              </a:lnSpc>
              <a:spcAft>
                <a:spcPts val="800"/>
              </a:spcAft>
              <a:buSzPts val="1000"/>
              <a:buFont typeface="Wingdings" panose="05000000000000000000" pitchFamily="2" charset="2"/>
              <a:buChar char="Ø"/>
              <a:tabLst>
                <a:tab pos="228600" algn="l"/>
                <a:tab pos="457200" algn="l"/>
                <a:tab pos="1303655" algn="l"/>
              </a:tabLst>
            </a:pPr>
            <a:r>
              <a:rPr lang="en-IN" sz="2400" kern="100" dirty="0">
                <a:effectLst/>
                <a:latin typeface="Times New Roman" panose="02020603050405020304" pitchFamily="18" charset="0"/>
                <a:ea typeface="Calibri" panose="020F0502020204030204" pitchFamily="34" charset="0"/>
                <a:cs typeface="Mangal" panose="02040503050203030202" pitchFamily="18" charset="0"/>
              </a:rPr>
              <a:t>The goal is to redesign the FD product to make it more appealing and improve customer satisfaction.</a:t>
            </a:r>
            <a:endParaRPr lang="en-IN" sz="2400" kern="100" dirty="0">
              <a:effectLst/>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159" name="Google Shape;4495;p102">
            <a:extLst>
              <a:ext uri="{FF2B5EF4-FFF2-40B4-BE49-F238E27FC236}">
                <a16:creationId xmlns:a16="http://schemas.microsoft.com/office/drawing/2014/main" id="{80BA0B1A-6B94-99A5-D556-2222FFED5681}"/>
              </a:ext>
            </a:extLst>
          </p:cNvPr>
          <p:cNvGrpSpPr/>
          <p:nvPr/>
        </p:nvGrpSpPr>
        <p:grpSpPr>
          <a:xfrm>
            <a:off x="7530352" y="2248348"/>
            <a:ext cx="4120179" cy="3700630"/>
            <a:chOff x="736797" y="534924"/>
            <a:chExt cx="3002662" cy="2650863"/>
          </a:xfrm>
        </p:grpSpPr>
        <p:sp>
          <p:nvSpPr>
            <p:cNvPr id="160" name="Google Shape;4496;p102">
              <a:extLst>
                <a:ext uri="{FF2B5EF4-FFF2-40B4-BE49-F238E27FC236}">
                  <a16:creationId xmlns:a16="http://schemas.microsoft.com/office/drawing/2014/main" id="{A50B7621-2F11-9B84-350C-0786261E8967}"/>
                </a:ext>
              </a:extLst>
            </p:cNvPr>
            <p:cNvSpPr/>
            <p:nvPr/>
          </p:nvSpPr>
          <p:spPr>
            <a:xfrm>
              <a:off x="2772964" y="621170"/>
              <a:ext cx="633913" cy="540574"/>
            </a:xfrm>
            <a:custGeom>
              <a:avLst/>
              <a:gdLst/>
              <a:ahLst/>
              <a:cxnLst/>
              <a:rect l="l" t="t" r="r" b="b"/>
              <a:pathLst>
                <a:path w="34141" h="29114" extrusionOk="0">
                  <a:moveTo>
                    <a:pt x="17561" y="1"/>
                  </a:moveTo>
                  <a:cubicBezTo>
                    <a:pt x="7795" y="1"/>
                    <a:pt x="0" y="10208"/>
                    <a:pt x="4285" y="20273"/>
                  </a:cubicBezTo>
                  <a:cubicBezTo>
                    <a:pt x="6565" y="25626"/>
                    <a:pt x="11824" y="29114"/>
                    <a:pt x="17630" y="29114"/>
                  </a:cubicBezTo>
                  <a:cubicBezTo>
                    <a:pt x="17685" y="29114"/>
                    <a:pt x="17740" y="29113"/>
                    <a:pt x="17795" y="29113"/>
                  </a:cubicBezTo>
                  <a:cubicBezTo>
                    <a:pt x="23666" y="29046"/>
                    <a:pt x="28936" y="25477"/>
                    <a:pt x="31138" y="20006"/>
                  </a:cubicBezTo>
                  <a:cubicBezTo>
                    <a:pt x="34140" y="12567"/>
                    <a:pt x="30537" y="4095"/>
                    <a:pt x="23065" y="1093"/>
                  </a:cubicBezTo>
                  <a:cubicBezTo>
                    <a:pt x="21206" y="344"/>
                    <a:pt x="19351" y="1"/>
                    <a:pt x="17561" y="1"/>
                  </a:cubicBez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 name="Google Shape;4497;p102">
              <a:extLst>
                <a:ext uri="{FF2B5EF4-FFF2-40B4-BE49-F238E27FC236}">
                  <a16:creationId xmlns:a16="http://schemas.microsoft.com/office/drawing/2014/main" id="{EF2BBB33-B01D-A4DD-CD85-070A185236D0}"/>
                </a:ext>
              </a:extLst>
            </p:cNvPr>
            <p:cNvSpPr/>
            <p:nvPr/>
          </p:nvSpPr>
          <p:spPr>
            <a:xfrm>
              <a:off x="3067445" y="1969356"/>
              <a:ext cx="105315" cy="50188"/>
            </a:xfrm>
            <a:custGeom>
              <a:avLst/>
              <a:gdLst/>
              <a:ahLst/>
              <a:cxnLst/>
              <a:rect l="l" t="t" r="r" b="b"/>
              <a:pathLst>
                <a:path w="5672" h="2703" extrusionOk="0">
                  <a:moveTo>
                    <a:pt x="367" y="0"/>
                  </a:moveTo>
                  <a:lnTo>
                    <a:pt x="0" y="2702"/>
                  </a:lnTo>
                  <a:lnTo>
                    <a:pt x="5671" y="2702"/>
                  </a:lnTo>
                  <a:lnTo>
                    <a:pt x="5404" y="0"/>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 name="Google Shape;4498;p102">
              <a:extLst>
                <a:ext uri="{FF2B5EF4-FFF2-40B4-BE49-F238E27FC236}">
                  <a16:creationId xmlns:a16="http://schemas.microsoft.com/office/drawing/2014/main" id="{E755A1E4-99A8-4B40-F47F-39C3AD355649}"/>
                </a:ext>
              </a:extLst>
            </p:cNvPr>
            <p:cNvSpPr/>
            <p:nvPr/>
          </p:nvSpPr>
          <p:spPr>
            <a:xfrm>
              <a:off x="3197510" y="1969356"/>
              <a:ext cx="116455" cy="50188"/>
            </a:xfrm>
            <a:custGeom>
              <a:avLst/>
              <a:gdLst/>
              <a:ahLst/>
              <a:cxnLst/>
              <a:rect l="l" t="t" r="r" b="b"/>
              <a:pathLst>
                <a:path w="6272" h="2703" extrusionOk="0">
                  <a:moveTo>
                    <a:pt x="0" y="0"/>
                  </a:moveTo>
                  <a:lnTo>
                    <a:pt x="534" y="2702"/>
                  </a:lnTo>
                  <a:lnTo>
                    <a:pt x="6271" y="2169"/>
                  </a:lnTo>
                  <a:lnTo>
                    <a:pt x="5438" y="0"/>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 name="Google Shape;4499;p102">
              <a:extLst>
                <a:ext uri="{FF2B5EF4-FFF2-40B4-BE49-F238E27FC236}">
                  <a16:creationId xmlns:a16="http://schemas.microsoft.com/office/drawing/2014/main" id="{4146DA7A-83DB-D7A3-95AD-A69FD1586C09}"/>
                </a:ext>
              </a:extLst>
            </p:cNvPr>
            <p:cNvSpPr/>
            <p:nvPr/>
          </p:nvSpPr>
          <p:spPr>
            <a:xfrm>
              <a:off x="3062664" y="767095"/>
              <a:ext cx="54514" cy="46642"/>
            </a:xfrm>
            <a:custGeom>
              <a:avLst/>
              <a:gdLst/>
              <a:ahLst/>
              <a:cxnLst/>
              <a:rect l="l" t="t" r="r" b="b"/>
              <a:pathLst>
                <a:path w="2936" h="2512" extrusionOk="0">
                  <a:moveTo>
                    <a:pt x="1668" y="1"/>
                  </a:moveTo>
                  <a:cubicBezTo>
                    <a:pt x="568" y="1"/>
                    <a:pt x="0" y="1368"/>
                    <a:pt x="801" y="2135"/>
                  </a:cubicBezTo>
                  <a:cubicBezTo>
                    <a:pt x="1050" y="2395"/>
                    <a:pt x="1363" y="2511"/>
                    <a:pt x="1671" y="2511"/>
                  </a:cubicBezTo>
                  <a:cubicBezTo>
                    <a:pt x="2313" y="2511"/>
                    <a:pt x="2936" y="2011"/>
                    <a:pt x="2936" y="1268"/>
                  </a:cubicBezTo>
                  <a:cubicBezTo>
                    <a:pt x="2936" y="568"/>
                    <a:pt x="2369" y="1"/>
                    <a:pt x="1668" y="1"/>
                  </a:cubicBez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4" name="Google Shape;4500;p102">
              <a:extLst>
                <a:ext uri="{FF2B5EF4-FFF2-40B4-BE49-F238E27FC236}">
                  <a16:creationId xmlns:a16="http://schemas.microsoft.com/office/drawing/2014/main" id="{8BAFEB51-5F5D-7A89-2388-99FA09B2354E}"/>
                </a:ext>
              </a:extLst>
            </p:cNvPr>
            <p:cNvSpPr/>
            <p:nvPr/>
          </p:nvSpPr>
          <p:spPr>
            <a:xfrm>
              <a:off x="736797" y="3010491"/>
              <a:ext cx="3002662" cy="175296"/>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 name="Google Shape;4501;p102">
              <a:extLst>
                <a:ext uri="{FF2B5EF4-FFF2-40B4-BE49-F238E27FC236}">
                  <a16:creationId xmlns:a16="http://schemas.microsoft.com/office/drawing/2014/main" id="{FBAEDB78-1599-19C7-4814-16CB1486DDF9}"/>
                </a:ext>
              </a:extLst>
            </p:cNvPr>
            <p:cNvSpPr/>
            <p:nvPr/>
          </p:nvSpPr>
          <p:spPr>
            <a:xfrm>
              <a:off x="2810415" y="1817455"/>
              <a:ext cx="111498" cy="112890"/>
            </a:xfrm>
            <a:custGeom>
              <a:avLst/>
              <a:gdLst/>
              <a:ahLst/>
              <a:cxnLst/>
              <a:rect l="l" t="t" r="r" b="b"/>
              <a:pathLst>
                <a:path w="6005" h="6080" extrusionOk="0">
                  <a:moveTo>
                    <a:pt x="229" y="1"/>
                  </a:moveTo>
                  <a:cubicBezTo>
                    <a:pt x="175" y="1"/>
                    <a:pt x="117" y="26"/>
                    <a:pt x="67" y="76"/>
                  </a:cubicBezTo>
                  <a:cubicBezTo>
                    <a:pt x="0" y="142"/>
                    <a:pt x="0" y="276"/>
                    <a:pt x="67" y="376"/>
                  </a:cubicBezTo>
                  <a:lnTo>
                    <a:pt x="5637" y="6013"/>
                  </a:lnTo>
                  <a:cubicBezTo>
                    <a:pt x="5671" y="6047"/>
                    <a:pt x="5704" y="6080"/>
                    <a:pt x="5771" y="6080"/>
                  </a:cubicBezTo>
                  <a:cubicBezTo>
                    <a:pt x="5838" y="6080"/>
                    <a:pt x="5871" y="6047"/>
                    <a:pt x="5904" y="6013"/>
                  </a:cubicBezTo>
                  <a:cubicBezTo>
                    <a:pt x="6004" y="5946"/>
                    <a:pt x="6004" y="5813"/>
                    <a:pt x="5904" y="5713"/>
                  </a:cubicBezTo>
                  <a:lnTo>
                    <a:pt x="367" y="76"/>
                  </a:lnTo>
                  <a:cubicBezTo>
                    <a:pt x="334" y="26"/>
                    <a:pt x="284" y="1"/>
                    <a:pt x="229" y="1"/>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 name="Google Shape;4502;p102">
              <a:extLst>
                <a:ext uri="{FF2B5EF4-FFF2-40B4-BE49-F238E27FC236}">
                  <a16:creationId xmlns:a16="http://schemas.microsoft.com/office/drawing/2014/main" id="{55F8E172-8AE7-5DE9-F70E-E2B3B9C64766}"/>
                </a:ext>
              </a:extLst>
            </p:cNvPr>
            <p:cNvSpPr/>
            <p:nvPr/>
          </p:nvSpPr>
          <p:spPr>
            <a:xfrm>
              <a:off x="2255470" y="1852882"/>
              <a:ext cx="180866" cy="263900"/>
            </a:xfrm>
            <a:custGeom>
              <a:avLst/>
              <a:gdLst/>
              <a:ahLst/>
              <a:cxnLst/>
              <a:rect l="l" t="t" r="r" b="b"/>
              <a:pathLst>
                <a:path w="9741" h="14213" extrusionOk="0">
                  <a:moveTo>
                    <a:pt x="9493" y="1"/>
                  </a:moveTo>
                  <a:cubicBezTo>
                    <a:pt x="9421" y="1"/>
                    <a:pt x="9350" y="38"/>
                    <a:pt x="9307" y="102"/>
                  </a:cubicBezTo>
                  <a:lnTo>
                    <a:pt x="67" y="13879"/>
                  </a:lnTo>
                  <a:cubicBezTo>
                    <a:pt x="0" y="13979"/>
                    <a:pt x="33" y="14112"/>
                    <a:pt x="134" y="14179"/>
                  </a:cubicBezTo>
                  <a:cubicBezTo>
                    <a:pt x="167" y="14179"/>
                    <a:pt x="200" y="14212"/>
                    <a:pt x="234" y="14212"/>
                  </a:cubicBezTo>
                  <a:cubicBezTo>
                    <a:pt x="300" y="14212"/>
                    <a:pt x="367" y="14179"/>
                    <a:pt x="400" y="14112"/>
                  </a:cubicBezTo>
                  <a:lnTo>
                    <a:pt x="9674" y="336"/>
                  </a:lnTo>
                  <a:cubicBezTo>
                    <a:pt x="9740" y="236"/>
                    <a:pt x="9707" y="102"/>
                    <a:pt x="9607" y="36"/>
                  </a:cubicBezTo>
                  <a:cubicBezTo>
                    <a:pt x="9572" y="12"/>
                    <a:pt x="9532" y="1"/>
                    <a:pt x="9493" y="1"/>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7" name="Google Shape;4503;p102">
              <a:extLst>
                <a:ext uri="{FF2B5EF4-FFF2-40B4-BE49-F238E27FC236}">
                  <a16:creationId xmlns:a16="http://schemas.microsoft.com/office/drawing/2014/main" id="{4C1C9168-3E76-E786-E770-595ADE8CAE11}"/>
                </a:ext>
              </a:extLst>
            </p:cNvPr>
            <p:cNvSpPr/>
            <p:nvPr/>
          </p:nvSpPr>
          <p:spPr>
            <a:xfrm>
              <a:off x="2064707" y="1060607"/>
              <a:ext cx="327661" cy="331523"/>
            </a:xfrm>
            <a:custGeom>
              <a:avLst/>
              <a:gdLst/>
              <a:ahLst/>
              <a:cxnLst/>
              <a:rect l="l" t="t" r="r" b="b"/>
              <a:pathLst>
                <a:path w="17647" h="17855" extrusionOk="0">
                  <a:moveTo>
                    <a:pt x="238" y="0"/>
                  </a:moveTo>
                  <a:cubicBezTo>
                    <a:pt x="184" y="0"/>
                    <a:pt x="134" y="25"/>
                    <a:pt x="100" y="75"/>
                  </a:cubicBezTo>
                  <a:cubicBezTo>
                    <a:pt x="0" y="142"/>
                    <a:pt x="0" y="275"/>
                    <a:pt x="100" y="375"/>
                  </a:cubicBezTo>
                  <a:lnTo>
                    <a:pt x="17279" y="17788"/>
                  </a:lnTo>
                  <a:cubicBezTo>
                    <a:pt x="17312" y="17821"/>
                    <a:pt x="17379" y="17854"/>
                    <a:pt x="17413" y="17854"/>
                  </a:cubicBezTo>
                  <a:cubicBezTo>
                    <a:pt x="17479" y="17854"/>
                    <a:pt x="17513" y="17821"/>
                    <a:pt x="17579" y="17788"/>
                  </a:cubicBezTo>
                  <a:cubicBezTo>
                    <a:pt x="17646" y="17721"/>
                    <a:pt x="17646" y="17588"/>
                    <a:pt x="17579" y="17521"/>
                  </a:cubicBezTo>
                  <a:lnTo>
                    <a:pt x="400" y="75"/>
                  </a:lnTo>
                  <a:cubicBezTo>
                    <a:pt x="350" y="25"/>
                    <a:pt x="292" y="0"/>
                    <a:pt x="238" y="0"/>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 name="Google Shape;4504;p102">
              <a:extLst>
                <a:ext uri="{FF2B5EF4-FFF2-40B4-BE49-F238E27FC236}">
                  <a16:creationId xmlns:a16="http://schemas.microsoft.com/office/drawing/2014/main" id="{FE9D25DC-1697-20CA-82E7-6D6B9A995720}"/>
                </a:ext>
              </a:extLst>
            </p:cNvPr>
            <p:cNvSpPr/>
            <p:nvPr/>
          </p:nvSpPr>
          <p:spPr>
            <a:xfrm>
              <a:off x="2771999" y="1136288"/>
              <a:ext cx="159198" cy="222402"/>
            </a:xfrm>
            <a:custGeom>
              <a:avLst/>
              <a:gdLst/>
              <a:ahLst/>
              <a:cxnLst/>
              <a:rect l="l" t="t" r="r" b="b"/>
              <a:pathLst>
                <a:path w="8574" h="11978" extrusionOk="0">
                  <a:moveTo>
                    <a:pt x="8359" y="1"/>
                  </a:moveTo>
                  <a:cubicBezTo>
                    <a:pt x="8287" y="1"/>
                    <a:pt x="8217" y="37"/>
                    <a:pt x="8173" y="102"/>
                  </a:cubicBezTo>
                  <a:lnTo>
                    <a:pt x="68" y="11644"/>
                  </a:lnTo>
                  <a:cubicBezTo>
                    <a:pt x="1" y="11744"/>
                    <a:pt x="1" y="11877"/>
                    <a:pt x="101" y="11944"/>
                  </a:cubicBezTo>
                  <a:cubicBezTo>
                    <a:pt x="134" y="11944"/>
                    <a:pt x="168" y="11977"/>
                    <a:pt x="234" y="11977"/>
                  </a:cubicBezTo>
                  <a:cubicBezTo>
                    <a:pt x="301" y="11977"/>
                    <a:pt x="368" y="11944"/>
                    <a:pt x="401" y="11877"/>
                  </a:cubicBezTo>
                  <a:lnTo>
                    <a:pt x="8507" y="336"/>
                  </a:lnTo>
                  <a:cubicBezTo>
                    <a:pt x="8574" y="235"/>
                    <a:pt x="8540" y="102"/>
                    <a:pt x="8474" y="35"/>
                  </a:cubicBezTo>
                  <a:cubicBezTo>
                    <a:pt x="8438" y="12"/>
                    <a:pt x="8399" y="1"/>
                    <a:pt x="8359" y="1"/>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 name="Google Shape;4505;p102">
              <a:extLst>
                <a:ext uri="{FF2B5EF4-FFF2-40B4-BE49-F238E27FC236}">
                  <a16:creationId xmlns:a16="http://schemas.microsoft.com/office/drawing/2014/main" id="{C7955D8D-295E-DFD1-714C-269A06027591}"/>
                </a:ext>
              </a:extLst>
            </p:cNvPr>
            <p:cNvSpPr/>
            <p:nvPr/>
          </p:nvSpPr>
          <p:spPr>
            <a:xfrm>
              <a:off x="2822800" y="1836784"/>
              <a:ext cx="616887" cy="615680"/>
            </a:xfrm>
            <a:custGeom>
              <a:avLst/>
              <a:gdLst/>
              <a:ahLst/>
              <a:cxnLst/>
              <a:rect l="l" t="t" r="r" b="b"/>
              <a:pathLst>
                <a:path w="33224" h="33159" extrusionOk="0">
                  <a:moveTo>
                    <a:pt x="18118" y="0"/>
                  </a:moveTo>
                  <a:cubicBezTo>
                    <a:pt x="17878" y="0"/>
                    <a:pt x="17856" y="402"/>
                    <a:pt x="18113" y="402"/>
                  </a:cubicBezTo>
                  <a:cubicBezTo>
                    <a:pt x="18814" y="469"/>
                    <a:pt x="19481" y="602"/>
                    <a:pt x="20148" y="736"/>
                  </a:cubicBezTo>
                  <a:lnTo>
                    <a:pt x="20215" y="736"/>
                  </a:lnTo>
                  <a:cubicBezTo>
                    <a:pt x="20315" y="736"/>
                    <a:pt x="20381" y="669"/>
                    <a:pt x="20381" y="569"/>
                  </a:cubicBezTo>
                  <a:cubicBezTo>
                    <a:pt x="20415" y="469"/>
                    <a:pt x="20348" y="369"/>
                    <a:pt x="20248" y="336"/>
                  </a:cubicBezTo>
                  <a:cubicBezTo>
                    <a:pt x="19548" y="169"/>
                    <a:pt x="18847" y="69"/>
                    <a:pt x="18147" y="2"/>
                  </a:cubicBezTo>
                  <a:cubicBezTo>
                    <a:pt x="18137" y="1"/>
                    <a:pt x="18127" y="0"/>
                    <a:pt x="18118" y="0"/>
                  </a:cubicBezTo>
                  <a:close/>
                  <a:moveTo>
                    <a:pt x="13061" y="296"/>
                  </a:moveTo>
                  <a:cubicBezTo>
                    <a:pt x="13045" y="296"/>
                    <a:pt x="13027" y="298"/>
                    <a:pt x="13010" y="302"/>
                  </a:cubicBezTo>
                  <a:cubicBezTo>
                    <a:pt x="12743" y="369"/>
                    <a:pt x="12442" y="436"/>
                    <a:pt x="12176" y="502"/>
                  </a:cubicBezTo>
                  <a:cubicBezTo>
                    <a:pt x="12076" y="536"/>
                    <a:pt x="12009" y="669"/>
                    <a:pt x="12042" y="769"/>
                  </a:cubicBezTo>
                  <a:cubicBezTo>
                    <a:pt x="12076" y="869"/>
                    <a:pt x="12142" y="936"/>
                    <a:pt x="12242" y="936"/>
                  </a:cubicBezTo>
                  <a:lnTo>
                    <a:pt x="12309" y="903"/>
                  </a:lnTo>
                  <a:cubicBezTo>
                    <a:pt x="12576" y="836"/>
                    <a:pt x="12843" y="769"/>
                    <a:pt x="13110" y="702"/>
                  </a:cubicBezTo>
                  <a:cubicBezTo>
                    <a:pt x="13210" y="702"/>
                    <a:pt x="13310" y="569"/>
                    <a:pt x="13276" y="469"/>
                  </a:cubicBezTo>
                  <a:cubicBezTo>
                    <a:pt x="13248" y="382"/>
                    <a:pt x="13169" y="296"/>
                    <a:pt x="13061" y="296"/>
                  </a:cubicBezTo>
                  <a:close/>
                  <a:moveTo>
                    <a:pt x="21390" y="628"/>
                  </a:moveTo>
                  <a:cubicBezTo>
                    <a:pt x="21164" y="628"/>
                    <a:pt x="21072" y="977"/>
                    <a:pt x="21349" y="1069"/>
                  </a:cubicBezTo>
                  <a:cubicBezTo>
                    <a:pt x="23317" y="1670"/>
                    <a:pt x="25152" y="2637"/>
                    <a:pt x="26753" y="3938"/>
                  </a:cubicBezTo>
                  <a:cubicBezTo>
                    <a:pt x="26786" y="3971"/>
                    <a:pt x="26853" y="3971"/>
                    <a:pt x="26886" y="3971"/>
                  </a:cubicBezTo>
                  <a:cubicBezTo>
                    <a:pt x="26953" y="3971"/>
                    <a:pt x="27020" y="3938"/>
                    <a:pt x="27053" y="3871"/>
                  </a:cubicBezTo>
                  <a:cubicBezTo>
                    <a:pt x="27120" y="3805"/>
                    <a:pt x="27120" y="3671"/>
                    <a:pt x="27020" y="3605"/>
                  </a:cubicBezTo>
                  <a:cubicBezTo>
                    <a:pt x="25385" y="2270"/>
                    <a:pt x="23484" y="1270"/>
                    <a:pt x="21449" y="636"/>
                  </a:cubicBezTo>
                  <a:cubicBezTo>
                    <a:pt x="21429" y="631"/>
                    <a:pt x="21409" y="628"/>
                    <a:pt x="21390" y="628"/>
                  </a:cubicBezTo>
                  <a:close/>
                  <a:moveTo>
                    <a:pt x="8421" y="2102"/>
                  </a:moveTo>
                  <a:cubicBezTo>
                    <a:pt x="8381" y="2102"/>
                    <a:pt x="8342" y="2113"/>
                    <a:pt x="8306" y="2137"/>
                  </a:cubicBezTo>
                  <a:cubicBezTo>
                    <a:pt x="6472" y="3204"/>
                    <a:pt x="4870" y="4572"/>
                    <a:pt x="3536" y="6240"/>
                  </a:cubicBezTo>
                  <a:cubicBezTo>
                    <a:pt x="3469" y="6340"/>
                    <a:pt x="3503" y="6473"/>
                    <a:pt x="3569" y="6540"/>
                  </a:cubicBezTo>
                  <a:cubicBezTo>
                    <a:pt x="3603" y="6573"/>
                    <a:pt x="3670" y="6573"/>
                    <a:pt x="3703" y="6573"/>
                  </a:cubicBezTo>
                  <a:cubicBezTo>
                    <a:pt x="3770" y="6573"/>
                    <a:pt x="3836" y="6573"/>
                    <a:pt x="3870" y="6507"/>
                  </a:cubicBezTo>
                  <a:cubicBezTo>
                    <a:pt x="5137" y="4872"/>
                    <a:pt x="6738" y="3538"/>
                    <a:pt x="8506" y="2504"/>
                  </a:cubicBezTo>
                  <a:cubicBezTo>
                    <a:pt x="8606" y="2437"/>
                    <a:pt x="8640" y="2304"/>
                    <a:pt x="8606" y="2204"/>
                  </a:cubicBezTo>
                  <a:cubicBezTo>
                    <a:pt x="8563" y="2139"/>
                    <a:pt x="8492" y="2102"/>
                    <a:pt x="8421" y="2102"/>
                  </a:cubicBezTo>
                  <a:close/>
                  <a:moveTo>
                    <a:pt x="29799" y="6564"/>
                  </a:moveTo>
                  <a:cubicBezTo>
                    <a:pt x="29646" y="6564"/>
                    <a:pt x="29499" y="6736"/>
                    <a:pt x="29621" y="6907"/>
                  </a:cubicBezTo>
                  <a:cubicBezTo>
                    <a:pt x="29755" y="7107"/>
                    <a:pt x="29922" y="7341"/>
                    <a:pt x="30088" y="7574"/>
                  </a:cubicBezTo>
                  <a:cubicBezTo>
                    <a:pt x="30122" y="7641"/>
                    <a:pt x="30188" y="7674"/>
                    <a:pt x="30255" y="7674"/>
                  </a:cubicBezTo>
                  <a:cubicBezTo>
                    <a:pt x="30289" y="7674"/>
                    <a:pt x="30322" y="7641"/>
                    <a:pt x="30389" y="7641"/>
                  </a:cubicBezTo>
                  <a:cubicBezTo>
                    <a:pt x="30455" y="7574"/>
                    <a:pt x="30489" y="7441"/>
                    <a:pt x="30422" y="7341"/>
                  </a:cubicBezTo>
                  <a:cubicBezTo>
                    <a:pt x="30289" y="7107"/>
                    <a:pt x="30122" y="6874"/>
                    <a:pt x="29955" y="6640"/>
                  </a:cubicBezTo>
                  <a:cubicBezTo>
                    <a:pt x="29911" y="6587"/>
                    <a:pt x="29854" y="6564"/>
                    <a:pt x="29799" y="6564"/>
                  </a:cubicBezTo>
                  <a:close/>
                  <a:moveTo>
                    <a:pt x="2988" y="7172"/>
                  </a:moveTo>
                  <a:cubicBezTo>
                    <a:pt x="2916" y="7172"/>
                    <a:pt x="2845" y="7209"/>
                    <a:pt x="2802" y="7274"/>
                  </a:cubicBezTo>
                  <a:cubicBezTo>
                    <a:pt x="2402" y="7841"/>
                    <a:pt x="2068" y="8475"/>
                    <a:pt x="1735" y="9108"/>
                  </a:cubicBezTo>
                  <a:cubicBezTo>
                    <a:pt x="1668" y="9209"/>
                    <a:pt x="1735" y="9309"/>
                    <a:pt x="1835" y="9375"/>
                  </a:cubicBezTo>
                  <a:cubicBezTo>
                    <a:pt x="1865" y="9375"/>
                    <a:pt x="1894" y="9402"/>
                    <a:pt x="1924" y="9408"/>
                  </a:cubicBezTo>
                  <a:lnTo>
                    <a:pt x="1924" y="9408"/>
                  </a:lnTo>
                  <a:cubicBezTo>
                    <a:pt x="2012" y="9399"/>
                    <a:pt x="2071" y="9337"/>
                    <a:pt x="2102" y="9275"/>
                  </a:cubicBezTo>
                  <a:cubicBezTo>
                    <a:pt x="2402" y="8675"/>
                    <a:pt x="2769" y="8074"/>
                    <a:pt x="3136" y="7507"/>
                  </a:cubicBezTo>
                  <a:cubicBezTo>
                    <a:pt x="3203" y="7407"/>
                    <a:pt x="3169" y="7274"/>
                    <a:pt x="3102" y="7207"/>
                  </a:cubicBezTo>
                  <a:cubicBezTo>
                    <a:pt x="3067" y="7183"/>
                    <a:pt x="3027" y="7172"/>
                    <a:pt x="2988" y="7172"/>
                  </a:cubicBezTo>
                  <a:close/>
                  <a:moveTo>
                    <a:pt x="1924" y="9408"/>
                  </a:moveTo>
                  <a:lnTo>
                    <a:pt x="1924" y="9408"/>
                  </a:lnTo>
                  <a:cubicBezTo>
                    <a:pt x="1917" y="9408"/>
                    <a:pt x="1909" y="9409"/>
                    <a:pt x="1902" y="9409"/>
                  </a:cubicBezTo>
                  <a:lnTo>
                    <a:pt x="1935" y="9409"/>
                  </a:lnTo>
                  <a:cubicBezTo>
                    <a:pt x="1931" y="9409"/>
                    <a:pt x="1928" y="9408"/>
                    <a:pt x="1924" y="9408"/>
                  </a:cubicBezTo>
                  <a:close/>
                  <a:moveTo>
                    <a:pt x="32664" y="12971"/>
                  </a:moveTo>
                  <a:cubicBezTo>
                    <a:pt x="32650" y="12971"/>
                    <a:pt x="32637" y="12973"/>
                    <a:pt x="32624" y="12978"/>
                  </a:cubicBezTo>
                  <a:cubicBezTo>
                    <a:pt x="32490" y="13011"/>
                    <a:pt x="32423" y="13111"/>
                    <a:pt x="32457" y="13245"/>
                  </a:cubicBezTo>
                  <a:cubicBezTo>
                    <a:pt x="32590" y="13912"/>
                    <a:pt x="32690" y="14579"/>
                    <a:pt x="32757" y="15280"/>
                  </a:cubicBezTo>
                  <a:cubicBezTo>
                    <a:pt x="32757" y="15380"/>
                    <a:pt x="32857" y="15446"/>
                    <a:pt x="32957" y="15446"/>
                  </a:cubicBezTo>
                  <a:cubicBezTo>
                    <a:pt x="33091" y="15446"/>
                    <a:pt x="33157" y="15346"/>
                    <a:pt x="33157" y="15246"/>
                  </a:cubicBezTo>
                  <a:cubicBezTo>
                    <a:pt x="33091" y="14546"/>
                    <a:pt x="32990" y="13845"/>
                    <a:pt x="32857" y="13145"/>
                  </a:cubicBezTo>
                  <a:cubicBezTo>
                    <a:pt x="32828" y="13058"/>
                    <a:pt x="32749" y="12971"/>
                    <a:pt x="32664" y="12971"/>
                  </a:cubicBezTo>
                  <a:close/>
                  <a:moveTo>
                    <a:pt x="267" y="14979"/>
                  </a:moveTo>
                  <a:cubicBezTo>
                    <a:pt x="167" y="14979"/>
                    <a:pt x="67" y="15046"/>
                    <a:pt x="34" y="15179"/>
                  </a:cubicBezTo>
                  <a:cubicBezTo>
                    <a:pt x="34" y="15446"/>
                    <a:pt x="0" y="15713"/>
                    <a:pt x="0" y="16013"/>
                  </a:cubicBezTo>
                  <a:cubicBezTo>
                    <a:pt x="0" y="16113"/>
                    <a:pt x="100" y="16214"/>
                    <a:pt x="200" y="16214"/>
                  </a:cubicBezTo>
                  <a:cubicBezTo>
                    <a:pt x="300" y="16214"/>
                    <a:pt x="401" y="16147"/>
                    <a:pt x="401" y="16047"/>
                  </a:cubicBezTo>
                  <a:cubicBezTo>
                    <a:pt x="434" y="15747"/>
                    <a:pt x="434" y="15480"/>
                    <a:pt x="467" y="15213"/>
                  </a:cubicBezTo>
                  <a:cubicBezTo>
                    <a:pt x="467" y="15079"/>
                    <a:pt x="401" y="14979"/>
                    <a:pt x="267" y="14979"/>
                  </a:cubicBezTo>
                  <a:close/>
                  <a:moveTo>
                    <a:pt x="32990" y="16314"/>
                  </a:moveTo>
                  <a:cubicBezTo>
                    <a:pt x="32890" y="16314"/>
                    <a:pt x="32790" y="16414"/>
                    <a:pt x="32790" y="16514"/>
                  </a:cubicBezTo>
                  <a:cubicBezTo>
                    <a:pt x="32790" y="17047"/>
                    <a:pt x="32757" y="17581"/>
                    <a:pt x="32724" y="18082"/>
                  </a:cubicBezTo>
                  <a:cubicBezTo>
                    <a:pt x="32590" y="19616"/>
                    <a:pt x="32223" y="21117"/>
                    <a:pt x="31656" y="22551"/>
                  </a:cubicBezTo>
                  <a:cubicBezTo>
                    <a:pt x="31623" y="22651"/>
                    <a:pt x="31656" y="22785"/>
                    <a:pt x="31756" y="22818"/>
                  </a:cubicBezTo>
                  <a:lnTo>
                    <a:pt x="31823" y="22818"/>
                  </a:lnTo>
                  <a:cubicBezTo>
                    <a:pt x="31923" y="22818"/>
                    <a:pt x="31990" y="22785"/>
                    <a:pt x="32023" y="22685"/>
                  </a:cubicBezTo>
                  <a:cubicBezTo>
                    <a:pt x="32624" y="21217"/>
                    <a:pt x="32990" y="19683"/>
                    <a:pt x="33124" y="18115"/>
                  </a:cubicBezTo>
                  <a:cubicBezTo>
                    <a:pt x="33191" y="17581"/>
                    <a:pt x="33224" y="17047"/>
                    <a:pt x="33224" y="16514"/>
                  </a:cubicBezTo>
                  <a:cubicBezTo>
                    <a:pt x="33224" y="16414"/>
                    <a:pt x="33124" y="16314"/>
                    <a:pt x="32990" y="16314"/>
                  </a:cubicBezTo>
                  <a:close/>
                  <a:moveTo>
                    <a:pt x="589" y="19941"/>
                  </a:moveTo>
                  <a:cubicBezTo>
                    <a:pt x="570" y="19941"/>
                    <a:pt x="552" y="19944"/>
                    <a:pt x="534" y="19950"/>
                  </a:cubicBezTo>
                  <a:cubicBezTo>
                    <a:pt x="434" y="19950"/>
                    <a:pt x="367" y="20083"/>
                    <a:pt x="367" y="20183"/>
                  </a:cubicBezTo>
                  <a:cubicBezTo>
                    <a:pt x="834" y="22251"/>
                    <a:pt x="1701" y="24219"/>
                    <a:pt x="2902" y="25954"/>
                  </a:cubicBezTo>
                  <a:cubicBezTo>
                    <a:pt x="2936" y="26021"/>
                    <a:pt x="3002" y="26054"/>
                    <a:pt x="3069" y="26054"/>
                  </a:cubicBezTo>
                  <a:cubicBezTo>
                    <a:pt x="3102" y="26054"/>
                    <a:pt x="3169" y="26054"/>
                    <a:pt x="3203" y="26021"/>
                  </a:cubicBezTo>
                  <a:cubicBezTo>
                    <a:pt x="3303" y="25954"/>
                    <a:pt x="3303" y="25820"/>
                    <a:pt x="3236" y="25754"/>
                  </a:cubicBezTo>
                  <a:cubicBezTo>
                    <a:pt x="2068" y="24019"/>
                    <a:pt x="1234" y="22118"/>
                    <a:pt x="767" y="20083"/>
                  </a:cubicBezTo>
                  <a:cubicBezTo>
                    <a:pt x="767" y="20001"/>
                    <a:pt x="677" y="19941"/>
                    <a:pt x="589" y="19941"/>
                  </a:cubicBezTo>
                  <a:close/>
                  <a:moveTo>
                    <a:pt x="29803" y="26041"/>
                  </a:moveTo>
                  <a:cubicBezTo>
                    <a:pt x="29748" y="26041"/>
                    <a:pt x="29692" y="26066"/>
                    <a:pt x="29655" y="26121"/>
                  </a:cubicBezTo>
                  <a:cubicBezTo>
                    <a:pt x="29488" y="26354"/>
                    <a:pt x="29321" y="26554"/>
                    <a:pt x="29154" y="26754"/>
                  </a:cubicBezTo>
                  <a:cubicBezTo>
                    <a:pt x="29054" y="26854"/>
                    <a:pt x="29088" y="26988"/>
                    <a:pt x="29154" y="27055"/>
                  </a:cubicBezTo>
                  <a:cubicBezTo>
                    <a:pt x="29221" y="27088"/>
                    <a:pt x="29254" y="27121"/>
                    <a:pt x="29288" y="27121"/>
                  </a:cubicBezTo>
                  <a:cubicBezTo>
                    <a:pt x="29355" y="27121"/>
                    <a:pt x="29421" y="27088"/>
                    <a:pt x="29455" y="27021"/>
                  </a:cubicBezTo>
                  <a:cubicBezTo>
                    <a:pt x="29655" y="26821"/>
                    <a:pt x="29822" y="26588"/>
                    <a:pt x="29988" y="26354"/>
                  </a:cubicBezTo>
                  <a:cubicBezTo>
                    <a:pt x="30055" y="26287"/>
                    <a:pt x="30022" y="26154"/>
                    <a:pt x="29922" y="26087"/>
                  </a:cubicBezTo>
                  <a:cubicBezTo>
                    <a:pt x="29892" y="26057"/>
                    <a:pt x="29848" y="26041"/>
                    <a:pt x="29803" y="26041"/>
                  </a:cubicBezTo>
                  <a:close/>
                  <a:moveTo>
                    <a:pt x="3812" y="26627"/>
                  </a:moveTo>
                  <a:cubicBezTo>
                    <a:pt x="3771" y="26627"/>
                    <a:pt x="3731" y="26646"/>
                    <a:pt x="3703" y="26688"/>
                  </a:cubicBezTo>
                  <a:cubicBezTo>
                    <a:pt x="3603" y="26754"/>
                    <a:pt x="3569" y="26888"/>
                    <a:pt x="3670" y="26955"/>
                  </a:cubicBezTo>
                  <a:cubicBezTo>
                    <a:pt x="4103" y="27522"/>
                    <a:pt x="4570" y="28022"/>
                    <a:pt x="5071" y="28522"/>
                  </a:cubicBezTo>
                  <a:cubicBezTo>
                    <a:pt x="5137" y="28556"/>
                    <a:pt x="5171" y="28589"/>
                    <a:pt x="5237" y="28589"/>
                  </a:cubicBezTo>
                  <a:cubicBezTo>
                    <a:pt x="5404" y="28589"/>
                    <a:pt x="5504" y="28356"/>
                    <a:pt x="5371" y="28222"/>
                  </a:cubicBezTo>
                  <a:cubicBezTo>
                    <a:pt x="4870" y="27755"/>
                    <a:pt x="4403" y="27255"/>
                    <a:pt x="3970" y="26721"/>
                  </a:cubicBezTo>
                  <a:cubicBezTo>
                    <a:pt x="3931" y="26663"/>
                    <a:pt x="3870" y="26627"/>
                    <a:pt x="3812" y="26627"/>
                  </a:cubicBezTo>
                  <a:close/>
                  <a:moveTo>
                    <a:pt x="24545" y="30651"/>
                  </a:moveTo>
                  <a:cubicBezTo>
                    <a:pt x="24505" y="30651"/>
                    <a:pt x="24462" y="30663"/>
                    <a:pt x="24418" y="30691"/>
                  </a:cubicBezTo>
                  <a:cubicBezTo>
                    <a:pt x="23817" y="31024"/>
                    <a:pt x="23217" y="31324"/>
                    <a:pt x="22583" y="31558"/>
                  </a:cubicBezTo>
                  <a:cubicBezTo>
                    <a:pt x="22295" y="31622"/>
                    <a:pt x="22376" y="31993"/>
                    <a:pt x="22619" y="31993"/>
                  </a:cubicBezTo>
                  <a:cubicBezTo>
                    <a:pt x="22629" y="31993"/>
                    <a:pt x="22639" y="31993"/>
                    <a:pt x="22650" y="31992"/>
                  </a:cubicBezTo>
                  <a:lnTo>
                    <a:pt x="22716" y="31992"/>
                  </a:lnTo>
                  <a:cubicBezTo>
                    <a:pt x="23384" y="31725"/>
                    <a:pt x="24017" y="31391"/>
                    <a:pt x="24651" y="31058"/>
                  </a:cubicBezTo>
                  <a:cubicBezTo>
                    <a:pt x="24846" y="30946"/>
                    <a:pt x="24740" y="30651"/>
                    <a:pt x="24545" y="30651"/>
                  </a:cubicBezTo>
                  <a:close/>
                  <a:moveTo>
                    <a:pt x="10457" y="31542"/>
                  </a:moveTo>
                  <a:cubicBezTo>
                    <a:pt x="10243" y="31542"/>
                    <a:pt x="10137" y="31869"/>
                    <a:pt x="10374" y="31958"/>
                  </a:cubicBezTo>
                  <a:cubicBezTo>
                    <a:pt x="10641" y="32058"/>
                    <a:pt x="10908" y="32158"/>
                    <a:pt x="11175" y="32258"/>
                  </a:cubicBezTo>
                  <a:lnTo>
                    <a:pt x="11242" y="32258"/>
                  </a:lnTo>
                  <a:cubicBezTo>
                    <a:pt x="11308" y="32258"/>
                    <a:pt x="11408" y="32192"/>
                    <a:pt x="11442" y="32125"/>
                  </a:cubicBezTo>
                  <a:cubicBezTo>
                    <a:pt x="11475" y="32025"/>
                    <a:pt x="11408" y="31891"/>
                    <a:pt x="11308" y="31858"/>
                  </a:cubicBezTo>
                  <a:cubicBezTo>
                    <a:pt x="11041" y="31758"/>
                    <a:pt x="10775" y="31658"/>
                    <a:pt x="10541" y="31558"/>
                  </a:cubicBezTo>
                  <a:cubicBezTo>
                    <a:pt x="10512" y="31547"/>
                    <a:pt x="10484" y="31542"/>
                    <a:pt x="10457" y="31542"/>
                  </a:cubicBezTo>
                  <a:close/>
                  <a:moveTo>
                    <a:pt x="21471" y="31983"/>
                  </a:moveTo>
                  <a:cubicBezTo>
                    <a:pt x="21452" y="31983"/>
                    <a:pt x="21433" y="31986"/>
                    <a:pt x="21416" y="31992"/>
                  </a:cubicBezTo>
                  <a:cubicBezTo>
                    <a:pt x="19858" y="32493"/>
                    <a:pt x="18237" y="32744"/>
                    <a:pt x="16603" y="32744"/>
                  </a:cubicBezTo>
                  <a:cubicBezTo>
                    <a:pt x="16173" y="32744"/>
                    <a:pt x="15742" y="32727"/>
                    <a:pt x="15311" y="32692"/>
                  </a:cubicBezTo>
                  <a:cubicBezTo>
                    <a:pt x="15301" y="32691"/>
                    <a:pt x="15290" y="32690"/>
                    <a:pt x="15280" y="32690"/>
                  </a:cubicBezTo>
                  <a:cubicBezTo>
                    <a:pt x="15042" y="32690"/>
                    <a:pt x="15022" y="33060"/>
                    <a:pt x="15278" y="33092"/>
                  </a:cubicBezTo>
                  <a:cubicBezTo>
                    <a:pt x="15711" y="33159"/>
                    <a:pt x="16178" y="33159"/>
                    <a:pt x="16612" y="33159"/>
                  </a:cubicBezTo>
                  <a:cubicBezTo>
                    <a:pt x="18280" y="33159"/>
                    <a:pt x="19948" y="32892"/>
                    <a:pt x="21549" y="32392"/>
                  </a:cubicBezTo>
                  <a:cubicBezTo>
                    <a:pt x="21649" y="32358"/>
                    <a:pt x="21716" y="32225"/>
                    <a:pt x="21682" y="32125"/>
                  </a:cubicBezTo>
                  <a:cubicBezTo>
                    <a:pt x="21655" y="32043"/>
                    <a:pt x="21560" y="31983"/>
                    <a:pt x="21471" y="31983"/>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 name="Google Shape;4506;p102">
              <a:extLst>
                <a:ext uri="{FF2B5EF4-FFF2-40B4-BE49-F238E27FC236}">
                  <a16:creationId xmlns:a16="http://schemas.microsoft.com/office/drawing/2014/main" id="{5F3BE889-6548-C176-88C0-DD55AC1667D1}"/>
                </a:ext>
              </a:extLst>
            </p:cNvPr>
            <p:cNvSpPr/>
            <p:nvPr/>
          </p:nvSpPr>
          <p:spPr>
            <a:xfrm>
              <a:off x="2833940" y="1873956"/>
              <a:ext cx="593993" cy="539553"/>
            </a:xfrm>
            <a:custGeom>
              <a:avLst/>
              <a:gdLst/>
              <a:ahLst/>
              <a:cxnLst/>
              <a:rect l="l" t="t" r="r" b="b"/>
              <a:pathLst>
                <a:path w="31991" h="29059" extrusionOk="0">
                  <a:moveTo>
                    <a:pt x="16004" y="1"/>
                  </a:moveTo>
                  <a:cubicBezTo>
                    <a:pt x="14885" y="1"/>
                    <a:pt x="13748" y="130"/>
                    <a:pt x="12610" y="402"/>
                  </a:cubicBezTo>
                  <a:cubicBezTo>
                    <a:pt x="4804" y="2270"/>
                    <a:pt x="1" y="10075"/>
                    <a:pt x="1835" y="17914"/>
                  </a:cubicBezTo>
                  <a:cubicBezTo>
                    <a:pt x="3431" y="24581"/>
                    <a:pt x="9383" y="29058"/>
                    <a:pt x="15949" y="29058"/>
                  </a:cubicBezTo>
                  <a:cubicBezTo>
                    <a:pt x="17070" y="29058"/>
                    <a:pt x="18209" y="28928"/>
                    <a:pt x="19348" y="28655"/>
                  </a:cubicBezTo>
                  <a:cubicBezTo>
                    <a:pt x="27153" y="26821"/>
                    <a:pt x="31990" y="18982"/>
                    <a:pt x="30122" y="11176"/>
                  </a:cubicBezTo>
                  <a:cubicBezTo>
                    <a:pt x="28525" y="4504"/>
                    <a:pt x="22590" y="1"/>
                    <a:pt x="16004" y="1"/>
                  </a:cubicBez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 name="Google Shape;4507;p102">
              <a:extLst>
                <a:ext uri="{FF2B5EF4-FFF2-40B4-BE49-F238E27FC236}">
                  <a16:creationId xmlns:a16="http://schemas.microsoft.com/office/drawing/2014/main" id="{1972A7E6-BBED-81B7-3718-116ED09EC070}"/>
                </a:ext>
              </a:extLst>
            </p:cNvPr>
            <p:cNvSpPr/>
            <p:nvPr/>
          </p:nvSpPr>
          <p:spPr>
            <a:xfrm>
              <a:off x="2292623" y="1295485"/>
              <a:ext cx="616905" cy="616905"/>
            </a:xfrm>
            <a:custGeom>
              <a:avLst/>
              <a:gdLst/>
              <a:ahLst/>
              <a:cxnLst/>
              <a:rect l="l" t="t" r="r" b="b"/>
              <a:pathLst>
                <a:path w="33225" h="33225" extrusionOk="0">
                  <a:moveTo>
                    <a:pt x="16379" y="1"/>
                  </a:moveTo>
                  <a:cubicBezTo>
                    <a:pt x="16245" y="1"/>
                    <a:pt x="16179" y="101"/>
                    <a:pt x="16179" y="234"/>
                  </a:cubicBezTo>
                  <a:cubicBezTo>
                    <a:pt x="16179" y="334"/>
                    <a:pt x="16279" y="434"/>
                    <a:pt x="16379" y="434"/>
                  </a:cubicBezTo>
                  <a:lnTo>
                    <a:pt x="16612" y="434"/>
                  </a:lnTo>
                  <a:cubicBezTo>
                    <a:pt x="17213" y="434"/>
                    <a:pt x="17847" y="468"/>
                    <a:pt x="18447" y="534"/>
                  </a:cubicBezTo>
                  <a:lnTo>
                    <a:pt x="18480" y="534"/>
                  </a:lnTo>
                  <a:cubicBezTo>
                    <a:pt x="18580" y="534"/>
                    <a:pt x="18647" y="434"/>
                    <a:pt x="18681" y="334"/>
                  </a:cubicBezTo>
                  <a:cubicBezTo>
                    <a:pt x="18681" y="234"/>
                    <a:pt x="18580" y="134"/>
                    <a:pt x="18480" y="101"/>
                  </a:cubicBezTo>
                  <a:cubicBezTo>
                    <a:pt x="17880" y="34"/>
                    <a:pt x="17246" y="1"/>
                    <a:pt x="16612" y="1"/>
                  </a:cubicBezTo>
                  <a:close/>
                  <a:moveTo>
                    <a:pt x="19696" y="294"/>
                  </a:moveTo>
                  <a:cubicBezTo>
                    <a:pt x="19589" y="294"/>
                    <a:pt x="19510" y="381"/>
                    <a:pt x="19481" y="468"/>
                  </a:cubicBezTo>
                  <a:cubicBezTo>
                    <a:pt x="19481" y="601"/>
                    <a:pt x="19548" y="701"/>
                    <a:pt x="19648" y="735"/>
                  </a:cubicBezTo>
                  <a:cubicBezTo>
                    <a:pt x="20048" y="801"/>
                    <a:pt x="20448" y="901"/>
                    <a:pt x="20849" y="1001"/>
                  </a:cubicBezTo>
                  <a:lnTo>
                    <a:pt x="20915" y="1001"/>
                  </a:lnTo>
                  <a:cubicBezTo>
                    <a:pt x="21016" y="1001"/>
                    <a:pt x="21116" y="935"/>
                    <a:pt x="21149" y="835"/>
                  </a:cubicBezTo>
                  <a:cubicBezTo>
                    <a:pt x="21149" y="735"/>
                    <a:pt x="21082" y="635"/>
                    <a:pt x="20982" y="601"/>
                  </a:cubicBezTo>
                  <a:cubicBezTo>
                    <a:pt x="20582" y="468"/>
                    <a:pt x="20148" y="401"/>
                    <a:pt x="19748" y="301"/>
                  </a:cubicBezTo>
                  <a:cubicBezTo>
                    <a:pt x="19730" y="296"/>
                    <a:pt x="19713" y="294"/>
                    <a:pt x="19696" y="294"/>
                  </a:cubicBezTo>
                  <a:close/>
                  <a:moveTo>
                    <a:pt x="14179" y="199"/>
                  </a:moveTo>
                  <a:cubicBezTo>
                    <a:pt x="14168" y="199"/>
                    <a:pt x="14156" y="200"/>
                    <a:pt x="14144" y="201"/>
                  </a:cubicBezTo>
                  <a:cubicBezTo>
                    <a:pt x="12743" y="401"/>
                    <a:pt x="11409" y="801"/>
                    <a:pt x="10108" y="1335"/>
                  </a:cubicBezTo>
                  <a:cubicBezTo>
                    <a:pt x="10008" y="1368"/>
                    <a:pt x="9941" y="1502"/>
                    <a:pt x="10008" y="1602"/>
                  </a:cubicBezTo>
                  <a:cubicBezTo>
                    <a:pt x="10008" y="1702"/>
                    <a:pt x="10108" y="1735"/>
                    <a:pt x="10174" y="1735"/>
                  </a:cubicBezTo>
                  <a:lnTo>
                    <a:pt x="10275" y="1735"/>
                  </a:lnTo>
                  <a:cubicBezTo>
                    <a:pt x="11509" y="1202"/>
                    <a:pt x="12843" y="801"/>
                    <a:pt x="14211" y="601"/>
                  </a:cubicBezTo>
                  <a:cubicBezTo>
                    <a:pt x="14467" y="569"/>
                    <a:pt x="14446" y="199"/>
                    <a:pt x="14179" y="199"/>
                  </a:cubicBezTo>
                  <a:close/>
                  <a:moveTo>
                    <a:pt x="8321" y="2268"/>
                  </a:moveTo>
                  <a:cubicBezTo>
                    <a:pt x="8281" y="2268"/>
                    <a:pt x="8242" y="2279"/>
                    <a:pt x="8206" y="2302"/>
                  </a:cubicBezTo>
                  <a:cubicBezTo>
                    <a:pt x="7839" y="2503"/>
                    <a:pt x="7506" y="2736"/>
                    <a:pt x="7139" y="2970"/>
                  </a:cubicBezTo>
                  <a:cubicBezTo>
                    <a:pt x="7039" y="3036"/>
                    <a:pt x="7039" y="3170"/>
                    <a:pt x="7106" y="3270"/>
                  </a:cubicBezTo>
                  <a:cubicBezTo>
                    <a:pt x="7139" y="3303"/>
                    <a:pt x="7206" y="3336"/>
                    <a:pt x="7272" y="3336"/>
                  </a:cubicBezTo>
                  <a:cubicBezTo>
                    <a:pt x="7306" y="3336"/>
                    <a:pt x="7339" y="3336"/>
                    <a:pt x="7372" y="3303"/>
                  </a:cubicBezTo>
                  <a:cubicBezTo>
                    <a:pt x="7706" y="3070"/>
                    <a:pt x="8073" y="2869"/>
                    <a:pt x="8407" y="2636"/>
                  </a:cubicBezTo>
                  <a:cubicBezTo>
                    <a:pt x="8507" y="2603"/>
                    <a:pt x="8540" y="2469"/>
                    <a:pt x="8507" y="2369"/>
                  </a:cubicBezTo>
                  <a:cubicBezTo>
                    <a:pt x="8464" y="2304"/>
                    <a:pt x="8393" y="2268"/>
                    <a:pt x="8321" y="2268"/>
                  </a:cubicBezTo>
                  <a:close/>
                  <a:moveTo>
                    <a:pt x="22862" y="1241"/>
                  </a:moveTo>
                  <a:cubicBezTo>
                    <a:pt x="22783" y="1241"/>
                    <a:pt x="22707" y="1296"/>
                    <a:pt x="22683" y="1368"/>
                  </a:cubicBezTo>
                  <a:cubicBezTo>
                    <a:pt x="22650" y="1468"/>
                    <a:pt x="22683" y="1602"/>
                    <a:pt x="22783" y="1635"/>
                  </a:cubicBezTo>
                  <a:cubicBezTo>
                    <a:pt x="24051" y="2169"/>
                    <a:pt x="25252" y="2869"/>
                    <a:pt x="26353" y="3703"/>
                  </a:cubicBezTo>
                  <a:cubicBezTo>
                    <a:pt x="26386" y="3703"/>
                    <a:pt x="26453" y="3737"/>
                    <a:pt x="26486" y="3737"/>
                  </a:cubicBezTo>
                  <a:cubicBezTo>
                    <a:pt x="26553" y="3737"/>
                    <a:pt x="26620" y="3703"/>
                    <a:pt x="26653" y="3637"/>
                  </a:cubicBezTo>
                  <a:cubicBezTo>
                    <a:pt x="26720" y="3537"/>
                    <a:pt x="26720" y="3403"/>
                    <a:pt x="26620" y="3336"/>
                  </a:cubicBezTo>
                  <a:cubicBezTo>
                    <a:pt x="25485" y="2503"/>
                    <a:pt x="24251" y="1802"/>
                    <a:pt x="22950" y="1268"/>
                  </a:cubicBezTo>
                  <a:cubicBezTo>
                    <a:pt x="22922" y="1250"/>
                    <a:pt x="22892" y="1241"/>
                    <a:pt x="22862" y="1241"/>
                  </a:cubicBezTo>
                  <a:close/>
                  <a:moveTo>
                    <a:pt x="6284" y="3690"/>
                  </a:moveTo>
                  <a:cubicBezTo>
                    <a:pt x="6235" y="3690"/>
                    <a:pt x="6183" y="3707"/>
                    <a:pt x="6138" y="3737"/>
                  </a:cubicBezTo>
                  <a:cubicBezTo>
                    <a:pt x="5605" y="4170"/>
                    <a:pt x="5071" y="4637"/>
                    <a:pt x="4604" y="5171"/>
                  </a:cubicBezTo>
                  <a:cubicBezTo>
                    <a:pt x="4504" y="5238"/>
                    <a:pt x="4504" y="5371"/>
                    <a:pt x="4604" y="5471"/>
                  </a:cubicBezTo>
                  <a:cubicBezTo>
                    <a:pt x="4637" y="5505"/>
                    <a:pt x="4671" y="5505"/>
                    <a:pt x="4737" y="5505"/>
                  </a:cubicBezTo>
                  <a:cubicBezTo>
                    <a:pt x="4804" y="5505"/>
                    <a:pt x="4871" y="5505"/>
                    <a:pt x="4904" y="5438"/>
                  </a:cubicBezTo>
                  <a:cubicBezTo>
                    <a:pt x="5371" y="4938"/>
                    <a:pt x="5871" y="4504"/>
                    <a:pt x="6405" y="4070"/>
                  </a:cubicBezTo>
                  <a:cubicBezTo>
                    <a:pt x="6505" y="3970"/>
                    <a:pt x="6505" y="3837"/>
                    <a:pt x="6438" y="3770"/>
                  </a:cubicBezTo>
                  <a:cubicBezTo>
                    <a:pt x="6402" y="3715"/>
                    <a:pt x="6345" y="3690"/>
                    <a:pt x="6284" y="3690"/>
                  </a:cubicBezTo>
                  <a:close/>
                  <a:moveTo>
                    <a:pt x="29476" y="6234"/>
                  </a:moveTo>
                  <a:cubicBezTo>
                    <a:pt x="29319" y="6234"/>
                    <a:pt x="29163" y="6422"/>
                    <a:pt x="29288" y="6572"/>
                  </a:cubicBezTo>
                  <a:cubicBezTo>
                    <a:pt x="29722" y="7106"/>
                    <a:pt x="30122" y="7673"/>
                    <a:pt x="30489" y="8240"/>
                  </a:cubicBezTo>
                  <a:cubicBezTo>
                    <a:pt x="30522" y="8307"/>
                    <a:pt x="30589" y="8340"/>
                    <a:pt x="30656" y="8340"/>
                  </a:cubicBezTo>
                  <a:cubicBezTo>
                    <a:pt x="30689" y="8340"/>
                    <a:pt x="30722" y="8340"/>
                    <a:pt x="30756" y="8307"/>
                  </a:cubicBezTo>
                  <a:cubicBezTo>
                    <a:pt x="30856" y="8240"/>
                    <a:pt x="30889" y="8107"/>
                    <a:pt x="30856" y="8040"/>
                  </a:cubicBezTo>
                  <a:cubicBezTo>
                    <a:pt x="30456" y="7439"/>
                    <a:pt x="30055" y="6839"/>
                    <a:pt x="29622" y="6305"/>
                  </a:cubicBezTo>
                  <a:cubicBezTo>
                    <a:pt x="29580" y="6255"/>
                    <a:pt x="29528" y="6234"/>
                    <a:pt x="29476" y="6234"/>
                  </a:cubicBezTo>
                  <a:close/>
                  <a:moveTo>
                    <a:pt x="31246" y="9014"/>
                  </a:moveTo>
                  <a:cubicBezTo>
                    <a:pt x="31215" y="9014"/>
                    <a:pt x="31184" y="9022"/>
                    <a:pt x="31156" y="9041"/>
                  </a:cubicBezTo>
                  <a:cubicBezTo>
                    <a:pt x="31056" y="9107"/>
                    <a:pt x="31023" y="9207"/>
                    <a:pt x="31089" y="9307"/>
                  </a:cubicBezTo>
                  <a:cubicBezTo>
                    <a:pt x="31256" y="9674"/>
                    <a:pt x="31423" y="10075"/>
                    <a:pt x="31590" y="10442"/>
                  </a:cubicBezTo>
                  <a:cubicBezTo>
                    <a:pt x="31623" y="10508"/>
                    <a:pt x="31690" y="10575"/>
                    <a:pt x="31790" y="10575"/>
                  </a:cubicBezTo>
                  <a:cubicBezTo>
                    <a:pt x="31823" y="10575"/>
                    <a:pt x="31823" y="10575"/>
                    <a:pt x="31857" y="10542"/>
                  </a:cubicBezTo>
                  <a:cubicBezTo>
                    <a:pt x="31957" y="10508"/>
                    <a:pt x="32023" y="10375"/>
                    <a:pt x="31990" y="10275"/>
                  </a:cubicBezTo>
                  <a:cubicBezTo>
                    <a:pt x="31823" y="9908"/>
                    <a:pt x="31623" y="9508"/>
                    <a:pt x="31456" y="9141"/>
                  </a:cubicBezTo>
                  <a:cubicBezTo>
                    <a:pt x="31408" y="9068"/>
                    <a:pt x="31326" y="9014"/>
                    <a:pt x="31246" y="9014"/>
                  </a:cubicBezTo>
                  <a:close/>
                  <a:moveTo>
                    <a:pt x="2286" y="8448"/>
                  </a:moveTo>
                  <a:cubicBezTo>
                    <a:pt x="2217" y="8448"/>
                    <a:pt x="2147" y="8485"/>
                    <a:pt x="2102" y="8574"/>
                  </a:cubicBezTo>
                  <a:cubicBezTo>
                    <a:pt x="1402" y="9808"/>
                    <a:pt x="868" y="11109"/>
                    <a:pt x="534" y="12476"/>
                  </a:cubicBezTo>
                  <a:cubicBezTo>
                    <a:pt x="501" y="12576"/>
                    <a:pt x="568" y="12710"/>
                    <a:pt x="668" y="12743"/>
                  </a:cubicBezTo>
                  <a:lnTo>
                    <a:pt x="734" y="12743"/>
                  </a:lnTo>
                  <a:cubicBezTo>
                    <a:pt x="834" y="12710"/>
                    <a:pt x="901" y="12676"/>
                    <a:pt x="935" y="12576"/>
                  </a:cubicBezTo>
                  <a:cubicBezTo>
                    <a:pt x="1268" y="11242"/>
                    <a:pt x="1802" y="9975"/>
                    <a:pt x="2469" y="8774"/>
                  </a:cubicBezTo>
                  <a:cubicBezTo>
                    <a:pt x="2558" y="8596"/>
                    <a:pt x="2424" y="8448"/>
                    <a:pt x="2286" y="8448"/>
                  </a:cubicBezTo>
                  <a:close/>
                  <a:moveTo>
                    <a:pt x="327" y="14371"/>
                  </a:moveTo>
                  <a:cubicBezTo>
                    <a:pt x="242" y="14371"/>
                    <a:pt x="163" y="14458"/>
                    <a:pt x="134" y="14544"/>
                  </a:cubicBezTo>
                  <a:cubicBezTo>
                    <a:pt x="101" y="14978"/>
                    <a:pt x="67" y="15378"/>
                    <a:pt x="34" y="15812"/>
                  </a:cubicBezTo>
                  <a:cubicBezTo>
                    <a:pt x="34" y="15912"/>
                    <a:pt x="101" y="16012"/>
                    <a:pt x="234" y="16012"/>
                  </a:cubicBezTo>
                  <a:cubicBezTo>
                    <a:pt x="334" y="16012"/>
                    <a:pt x="434" y="15945"/>
                    <a:pt x="468" y="15845"/>
                  </a:cubicBezTo>
                  <a:cubicBezTo>
                    <a:pt x="468" y="15445"/>
                    <a:pt x="501" y="15011"/>
                    <a:pt x="568" y="14611"/>
                  </a:cubicBezTo>
                  <a:cubicBezTo>
                    <a:pt x="568" y="14478"/>
                    <a:pt x="501" y="14378"/>
                    <a:pt x="367" y="14378"/>
                  </a:cubicBezTo>
                  <a:cubicBezTo>
                    <a:pt x="354" y="14373"/>
                    <a:pt x="341" y="14371"/>
                    <a:pt x="327" y="14371"/>
                  </a:cubicBezTo>
                  <a:close/>
                  <a:moveTo>
                    <a:pt x="32463" y="12119"/>
                  </a:moveTo>
                  <a:cubicBezTo>
                    <a:pt x="32341" y="12119"/>
                    <a:pt x="32218" y="12219"/>
                    <a:pt x="32257" y="12376"/>
                  </a:cubicBezTo>
                  <a:cubicBezTo>
                    <a:pt x="32590" y="13677"/>
                    <a:pt x="32791" y="15045"/>
                    <a:pt x="32824" y="16379"/>
                  </a:cubicBezTo>
                  <a:lnTo>
                    <a:pt x="32824" y="16446"/>
                  </a:lnTo>
                  <a:cubicBezTo>
                    <a:pt x="32824" y="16579"/>
                    <a:pt x="32891" y="16646"/>
                    <a:pt x="33024" y="16646"/>
                  </a:cubicBezTo>
                  <a:cubicBezTo>
                    <a:pt x="33158" y="16646"/>
                    <a:pt x="33224" y="16579"/>
                    <a:pt x="33224" y="16446"/>
                  </a:cubicBezTo>
                  <a:lnTo>
                    <a:pt x="33224" y="16379"/>
                  </a:lnTo>
                  <a:cubicBezTo>
                    <a:pt x="33224" y="14978"/>
                    <a:pt x="33024" y="13610"/>
                    <a:pt x="32657" y="12276"/>
                  </a:cubicBezTo>
                  <a:cubicBezTo>
                    <a:pt x="32630" y="12167"/>
                    <a:pt x="32547" y="12119"/>
                    <a:pt x="32463" y="12119"/>
                  </a:cubicBezTo>
                  <a:close/>
                  <a:moveTo>
                    <a:pt x="201" y="16879"/>
                  </a:moveTo>
                  <a:cubicBezTo>
                    <a:pt x="101" y="16879"/>
                    <a:pt x="1" y="16980"/>
                    <a:pt x="1" y="17080"/>
                  </a:cubicBezTo>
                  <a:cubicBezTo>
                    <a:pt x="34" y="17780"/>
                    <a:pt x="101" y="18481"/>
                    <a:pt x="201" y="19181"/>
                  </a:cubicBezTo>
                  <a:cubicBezTo>
                    <a:pt x="201" y="19281"/>
                    <a:pt x="301" y="19348"/>
                    <a:pt x="401" y="19348"/>
                  </a:cubicBezTo>
                  <a:lnTo>
                    <a:pt x="434" y="19348"/>
                  </a:lnTo>
                  <a:cubicBezTo>
                    <a:pt x="534" y="19348"/>
                    <a:pt x="634" y="19248"/>
                    <a:pt x="601" y="19114"/>
                  </a:cubicBezTo>
                  <a:cubicBezTo>
                    <a:pt x="501" y="18447"/>
                    <a:pt x="434" y="17747"/>
                    <a:pt x="434" y="17080"/>
                  </a:cubicBezTo>
                  <a:cubicBezTo>
                    <a:pt x="434" y="16946"/>
                    <a:pt x="334" y="16879"/>
                    <a:pt x="201" y="16879"/>
                  </a:cubicBezTo>
                  <a:close/>
                  <a:moveTo>
                    <a:pt x="32550" y="20375"/>
                  </a:moveTo>
                  <a:cubicBezTo>
                    <a:pt x="32465" y="20375"/>
                    <a:pt x="32386" y="20462"/>
                    <a:pt x="32357" y="20549"/>
                  </a:cubicBezTo>
                  <a:cubicBezTo>
                    <a:pt x="32190" y="21216"/>
                    <a:pt x="31990" y="21850"/>
                    <a:pt x="31723" y="22517"/>
                  </a:cubicBezTo>
                  <a:cubicBezTo>
                    <a:pt x="31690" y="22617"/>
                    <a:pt x="31723" y="22750"/>
                    <a:pt x="31857" y="22784"/>
                  </a:cubicBezTo>
                  <a:lnTo>
                    <a:pt x="31923" y="22784"/>
                  </a:lnTo>
                  <a:cubicBezTo>
                    <a:pt x="31990" y="22784"/>
                    <a:pt x="32090" y="22750"/>
                    <a:pt x="32123" y="22650"/>
                  </a:cubicBezTo>
                  <a:cubicBezTo>
                    <a:pt x="32357" y="21983"/>
                    <a:pt x="32590" y="21316"/>
                    <a:pt x="32757" y="20649"/>
                  </a:cubicBezTo>
                  <a:cubicBezTo>
                    <a:pt x="32791" y="20549"/>
                    <a:pt x="32724" y="20415"/>
                    <a:pt x="32590" y="20382"/>
                  </a:cubicBezTo>
                  <a:cubicBezTo>
                    <a:pt x="32577" y="20378"/>
                    <a:pt x="32564" y="20375"/>
                    <a:pt x="32550" y="20375"/>
                  </a:cubicBezTo>
                  <a:close/>
                  <a:moveTo>
                    <a:pt x="31416" y="23492"/>
                  </a:moveTo>
                  <a:cubicBezTo>
                    <a:pt x="31341" y="23492"/>
                    <a:pt x="31267" y="23529"/>
                    <a:pt x="31223" y="23618"/>
                  </a:cubicBezTo>
                  <a:cubicBezTo>
                    <a:pt x="31089" y="23985"/>
                    <a:pt x="30856" y="24351"/>
                    <a:pt x="30656" y="24718"/>
                  </a:cubicBezTo>
                  <a:cubicBezTo>
                    <a:pt x="30589" y="24818"/>
                    <a:pt x="30622" y="24952"/>
                    <a:pt x="30722" y="25019"/>
                  </a:cubicBezTo>
                  <a:lnTo>
                    <a:pt x="30856" y="25019"/>
                  </a:lnTo>
                  <a:cubicBezTo>
                    <a:pt x="30923" y="25019"/>
                    <a:pt x="30989" y="24985"/>
                    <a:pt x="31023" y="24919"/>
                  </a:cubicBezTo>
                  <a:cubicBezTo>
                    <a:pt x="31223" y="24552"/>
                    <a:pt x="31423" y="24185"/>
                    <a:pt x="31623" y="23818"/>
                  </a:cubicBezTo>
                  <a:cubicBezTo>
                    <a:pt x="31712" y="23640"/>
                    <a:pt x="31564" y="23492"/>
                    <a:pt x="31416" y="23492"/>
                  </a:cubicBezTo>
                  <a:close/>
                  <a:moveTo>
                    <a:pt x="1576" y="22901"/>
                  </a:moveTo>
                  <a:cubicBezTo>
                    <a:pt x="1432" y="22901"/>
                    <a:pt x="1282" y="23045"/>
                    <a:pt x="1368" y="23217"/>
                  </a:cubicBezTo>
                  <a:cubicBezTo>
                    <a:pt x="1935" y="24485"/>
                    <a:pt x="2669" y="25719"/>
                    <a:pt x="3536" y="26820"/>
                  </a:cubicBezTo>
                  <a:cubicBezTo>
                    <a:pt x="3567" y="26881"/>
                    <a:pt x="3625" y="26914"/>
                    <a:pt x="3686" y="26919"/>
                  </a:cubicBezTo>
                  <a:lnTo>
                    <a:pt x="3686" y="26919"/>
                  </a:lnTo>
                  <a:cubicBezTo>
                    <a:pt x="3742" y="26914"/>
                    <a:pt x="3773" y="26884"/>
                    <a:pt x="3803" y="26853"/>
                  </a:cubicBezTo>
                  <a:cubicBezTo>
                    <a:pt x="3903" y="26787"/>
                    <a:pt x="3903" y="26653"/>
                    <a:pt x="3837" y="26586"/>
                  </a:cubicBezTo>
                  <a:cubicBezTo>
                    <a:pt x="3003" y="25486"/>
                    <a:pt x="2302" y="24285"/>
                    <a:pt x="1768" y="23051"/>
                  </a:cubicBezTo>
                  <a:cubicBezTo>
                    <a:pt x="1733" y="22944"/>
                    <a:pt x="1656" y="22901"/>
                    <a:pt x="1576" y="22901"/>
                  </a:cubicBezTo>
                  <a:close/>
                  <a:moveTo>
                    <a:pt x="3686" y="26919"/>
                  </a:moveTo>
                  <a:cubicBezTo>
                    <a:pt x="3681" y="26920"/>
                    <a:pt x="3676" y="26920"/>
                    <a:pt x="3670" y="26920"/>
                  </a:cubicBezTo>
                  <a:lnTo>
                    <a:pt x="3703" y="26920"/>
                  </a:lnTo>
                  <a:cubicBezTo>
                    <a:pt x="3698" y="26920"/>
                    <a:pt x="3692" y="26920"/>
                    <a:pt x="3686" y="26919"/>
                  </a:cubicBezTo>
                  <a:close/>
                  <a:moveTo>
                    <a:pt x="5071" y="28071"/>
                  </a:moveTo>
                  <a:cubicBezTo>
                    <a:pt x="5021" y="28071"/>
                    <a:pt x="4971" y="28088"/>
                    <a:pt x="4937" y="28121"/>
                  </a:cubicBezTo>
                  <a:cubicBezTo>
                    <a:pt x="4837" y="28221"/>
                    <a:pt x="4837" y="28354"/>
                    <a:pt x="4937" y="28421"/>
                  </a:cubicBezTo>
                  <a:cubicBezTo>
                    <a:pt x="5238" y="28688"/>
                    <a:pt x="5538" y="28988"/>
                    <a:pt x="5871" y="29255"/>
                  </a:cubicBezTo>
                  <a:cubicBezTo>
                    <a:pt x="5902" y="29286"/>
                    <a:pt x="5932" y="29316"/>
                    <a:pt x="5988" y="29321"/>
                  </a:cubicBezTo>
                  <a:lnTo>
                    <a:pt x="5988" y="29321"/>
                  </a:lnTo>
                  <a:cubicBezTo>
                    <a:pt x="6049" y="29316"/>
                    <a:pt x="6108" y="29286"/>
                    <a:pt x="6138" y="29255"/>
                  </a:cubicBezTo>
                  <a:cubicBezTo>
                    <a:pt x="6205" y="29188"/>
                    <a:pt x="6205" y="29055"/>
                    <a:pt x="6138" y="28955"/>
                  </a:cubicBezTo>
                  <a:cubicBezTo>
                    <a:pt x="5805" y="28688"/>
                    <a:pt x="5504" y="28421"/>
                    <a:pt x="5204" y="28121"/>
                  </a:cubicBezTo>
                  <a:cubicBezTo>
                    <a:pt x="5171" y="28088"/>
                    <a:pt x="5121" y="28071"/>
                    <a:pt x="5071" y="28071"/>
                  </a:cubicBezTo>
                  <a:close/>
                  <a:moveTo>
                    <a:pt x="5988" y="29321"/>
                  </a:moveTo>
                  <a:lnTo>
                    <a:pt x="5988" y="29321"/>
                  </a:lnTo>
                  <a:cubicBezTo>
                    <a:pt x="5983" y="29321"/>
                    <a:pt x="5977" y="29322"/>
                    <a:pt x="5971" y="29322"/>
                  </a:cubicBezTo>
                  <a:lnTo>
                    <a:pt x="6005" y="29322"/>
                  </a:lnTo>
                  <a:cubicBezTo>
                    <a:pt x="5999" y="29322"/>
                    <a:pt x="5994" y="29321"/>
                    <a:pt x="5988" y="29321"/>
                  </a:cubicBezTo>
                  <a:close/>
                  <a:moveTo>
                    <a:pt x="29694" y="26356"/>
                  </a:moveTo>
                  <a:cubicBezTo>
                    <a:pt x="29634" y="26356"/>
                    <a:pt x="29570" y="26385"/>
                    <a:pt x="29522" y="26453"/>
                  </a:cubicBezTo>
                  <a:cubicBezTo>
                    <a:pt x="28688" y="27520"/>
                    <a:pt x="27720" y="28521"/>
                    <a:pt x="26653" y="29355"/>
                  </a:cubicBezTo>
                  <a:cubicBezTo>
                    <a:pt x="26488" y="29487"/>
                    <a:pt x="26584" y="29717"/>
                    <a:pt x="26779" y="29722"/>
                  </a:cubicBezTo>
                  <a:lnTo>
                    <a:pt x="26779" y="29722"/>
                  </a:lnTo>
                  <a:cubicBezTo>
                    <a:pt x="26830" y="29721"/>
                    <a:pt x="26862" y="29717"/>
                    <a:pt x="26920" y="29689"/>
                  </a:cubicBezTo>
                  <a:cubicBezTo>
                    <a:pt x="28021" y="28821"/>
                    <a:pt x="28988" y="27821"/>
                    <a:pt x="29855" y="26687"/>
                  </a:cubicBezTo>
                  <a:cubicBezTo>
                    <a:pt x="29973" y="26521"/>
                    <a:pt x="29841" y="26356"/>
                    <a:pt x="29694" y="26356"/>
                  </a:cubicBezTo>
                  <a:close/>
                  <a:moveTo>
                    <a:pt x="26779" y="29722"/>
                  </a:moveTo>
                  <a:lnTo>
                    <a:pt x="26779" y="29722"/>
                  </a:lnTo>
                  <a:cubicBezTo>
                    <a:pt x="26771" y="29722"/>
                    <a:pt x="26762" y="29722"/>
                    <a:pt x="26753" y="29722"/>
                  </a:cubicBezTo>
                  <a:lnTo>
                    <a:pt x="26786" y="29722"/>
                  </a:lnTo>
                  <a:cubicBezTo>
                    <a:pt x="26784" y="29722"/>
                    <a:pt x="26782" y="29722"/>
                    <a:pt x="26779" y="29722"/>
                  </a:cubicBezTo>
                  <a:close/>
                  <a:moveTo>
                    <a:pt x="6960" y="29676"/>
                  </a:moveTo>
                  <a:cubicBezTo>
                    <a:pt x="6899" y="29676"/>
                    <a:pt x="6842" y="29700"/>
                    <a:pt x="6805" y="29755"/>
                  </a:cubicBezTo>
                  <a:cubicBezTo>
                    <a:pt x="6739" y="29855"/>
                    <a:pt x="6772" y="29989"/>
                    <a:pt x="6839" y="30056"/>
                  </a:cubicBezTo>
                  <a:cubicBezTo>
                    <a:pt x="7406" y="30456"/>
                    <a:pt x="8006" y="30856"/>
                    <a:pt x="8640" y="31190"/>
                  </a:cubicBezTo>
                  <a:cubicBezTo>
                    <a:pt x="8673" y="31190"/>
                    <a:pt x="8707" y="31223"/>
                    <a:pt x="8740" y="31223"/>
                  </a:cubicBezTo>
                  <a:cubicBezTo>
                    <a:pt x="8807" y="31223"/>
                    <a:pt x="8874" y="31156"/>
                    <a:pt x="8907" y="31090"/>
                  </a:cubicBezTo>
                  <a:cubicBezTo>
                    <a:pt x="8974" y="30990"/>
                    <a:pt x="8940" y="30890"/>
                    <a:pt x="8840" y="30823"/>
                  </a:cubicBezTo>
                  <a:cubicBezTo>
                    <a:pt x="8240" y="30489"/>
                    <a:pt x="7639" y="30122"/>
                    <a:pt x="7106" y="29722"/>
                  </a:cubicBezTo>
                  <a:cubicBezTo>
                    <a:pt x="7061" y="29692"/>
                    <a:pt x="7009" y="29676"/>
                    <a:pt x="6960" y="29676"/>
                  </a:cubicBezTo>
                  <a:close/>
                  <a:moveTo>
                    <a:pt x="23196" y="31444"/>
                  </a:moveTo>
                  <a:cubicBezTo>
                    <a:pt x="23169" y="31444"/>
                    <a:pt x="23142" y="31448"/>
                    <a:pt x="23117" y="31457"/>
                  </a:cubicBezTo>
                  <a:cubicBezTo>
                    <a:pt x="22483" y="31723"/>
                    <a:pt x="21849" y="31957"/>
                    <a:pt x="21182" y="32157"/>
                  </a:cubicBezTo>
                  <a:cubicBezTo>
                    <a:pt x="20925" y="32189"/>
                    <a:pt x="20947" y="32593"/>
                    <a:pt x="21217" y="32593"/>
                  </a:cubicBezTo>
                  <a:cubicBezTo>
                    <a:pt x="21227" y="32593"/>
                    <a:pt x="21238" y="32592"/>
                    <a:pt x="21249" y="32591"/>
                  </a:cubicBezTo>
                  <a:cubicBezTo>
                    <a:pt x="21282" y="32557"/>
                    <a:pt x="21282" y="32557"/>
                    <a:pt x="21316" y="32557"/>
                  </a:cubicBezTo>
                  <a:cubicBezTo>
                    <a:pt x="21983" y="32357"/>
                    <a:pt x="22650" y="32124"/>
                    <a:pt x="23284" y="31824"/>
                  </a:cubicBezTo>
                  <a:cubicBezTo>
                    <a:pt x="23384" y="31790"/>
                    <a:pt x="23451" y="31657"/>
                    <a:pt x="23384" y="31557"/>
                  </a:cubicBezTo>
                  <a:cubicBezTo>
                    <a:pt x="23359" y="31482"/>
                    <a:pt x="23278" y="31444"/>
                    <a:pt x="23196" y="31444"/>
                  </a:cubicBezTo>
                  <a:close/>
                  <a:moveTo>
                    <a:pt x="19981" y="32457"/>
                  </a:moveTo>
                  <a:cubicBezTo>
                    <a:pt x="19615" y="32557"/>
                    <a:pt x="19181" y="32624"/>
                    <a:pt x="18781" y="32691"/>
                  </a:cubicBezTo>
                  <a:cubicBezTo>
                    <a:pt x="18647" y="32691"/>
                    <a:pt x="18580" y="32791"/>
                    <a:pt x="18580" y="32924"/>
                  </a:cubicBezTo>
                  <a:cubicBezTo>
                    <a:pt x="18614" y="33024"/>
                    <a:pt x="18681" y="33091"/>
                    <a:pt x="18814" y="33091"/>
                  </a:cubicBezTo>
                  <a:cubicBezTo>
                    <a:pt x="19248" y="33024"/>
                    <a:pt x="19648" y="32958"/>
                    <a:pt x="20082" y="32891"/>
                  </a:cubicBezTo>
                  <a:cubicBezTo>
                    <a:pt x="20182" y="32858"/>
                    <a:pt x="20248" y="32724"/>
                    <a:pt x="20248" y="32624"/>
                  </a:cubicBezTo>
                  <a:cubicBezTo>
                    <a:pt x="20215" y="32524"/>
                    <a:pt x="20115" y="32457"/>
                    <a:pt x="19981" y="32457"/>
                  </a:cubicBezTo>
                  <a:close/>
                  <a:moveTo>
                    <a:pt x="12589" y="32315"/>
                  </a:moveTo>
                  <a:cubicBezTo>
                    <a:pt x="12500" y="32315"/>
                    <a:pt x="12404" y="32380"/>
                    <a:pt x="12376" y="32491"/>
                  </a:cubicBezTo>
                  <a:cubicBezTo>
                    <a:pt x="12376" y="32591"/>
                    <a:pt x="12443" y="32691"/>
                    <a:pt x="12543" y="32724"/>
                  </a:cubicBezTo>
                  <a:cubicBezTo>
                    <a:pt x="13877" y="33058"/>
                    <a:pt x="15245" y="33225"/>
                    <a:pt x="16612" y="33225"/>
                  </a:cubicBezTo>
                  <a:lnTo>
                    <a:pt x="16712" y="33225"/>
                  </a:lnTo>
                  <a:cubicBezTo>
                    <a:pt x="17013" y="33225"/>
                    <a:pt x="17013" y="32824"/>
                    <a:pt x="16712" y="32824"/>
                  </a:cubicBezTo>
                  <a:lnTo>
                    <a:pt x="16612" y="32824"/>
                  </a:lnTo>
                  <a:cubicBezTo>
                    <a:pt x="15278" y="32824"/>
                    <a:pt x="13944" y="32657"/>
                    <a:pt x="12643" y="32324"/>
                  </a:cubicBezTo>
                  <a:cubicBezTo>
                    <a:pt x="12626" y="32318"/>
                    <a:pt x="12608" y="32315"/>
                    <a:pt x="12589" y="32315"/>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4508;p102">
              <a:extLst>
                <a:ext uri="{FF2B5EF4-FFF2-40B4-BE49-F238E27FC236}">
                  <a16:creationId xmlns:a16="http://schemas.microsoft.com/office/drawing/2014/main" id="{05B927D7-B8C0-25DE-083E-A0864487D212}"/>
                </a:ext>
              </a:extLst>
            </p:cNvPr>
            <p:cNvSpPr/>
            <p:nvPr/>
          </p:nvSpPr>
          <p:spPr>
            <a:xfrm>
              <a:off x="2344037" y="1346899"/>
              <a:ext cx="514691" cy="514710"/>
            </a:xfrm>
            <a:custGeom>
              <a:avLst/>
              <a:gdLst/>
              <a:ahLst/>
              <a:cxnLst/>
              <a:rect l="l" t="t" r="r" b="b"/>
              <a:pathLst>
                <a:path w="27720" h="27721" extrusionOk="0">
                  <a:moveTo>
                    <a:pt x="13843" y="0"/>
                  </a:moveTo>
                  <a:cubicBezTo>
                    <a:pt x="6205" y="0"/>
                    <a:pt x="0" y="6205"/>
                    <a:pt x="0" y="13844"/>
                  </a:cubicBezTo>
                  <a:cubicBezTo>
                    <a:pt x="0" y="21516"/>
                    <a:pt x="6205" y="27720"/>
                    <a:pt x="13843" y="27720"/>
                  </a:cubicBezTo>
                  <a:cubicBezTo>
                    <a:pt x="21516" y="27720"/>
                    <a:pt x="27720" y="21516"/>
                    <a:pt x="27720" y="13844"/>
                  </a:cubicBezTo>
                  <a:cubicBezTo>
                    <a:pt x="27720" y="6205"/>
                    <a:pt x="21516" y="0"/>
                    <a:pt x="13843" y="0"/>
                  </a:cubicBez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 name="Google Shape;4509;p102">
              <a:extLst>
                <a:ext uri="{FF2B5EF4-FFF2-40B4-BE49-F238E27FC236}">
                  <a16:creationId xmlns:a16="http://schemas.microsoft.com/office/drawing/2014/main" id="{6CA0F4CF-3E20-2931-469F-A1802D3B89CB}"/>
                </a:ext>
              </a:extLst>
            </p:cNvPr>
            <p:cNvSpPr/>
            <p:nvPr/>
          </p:nvSpPr>
          <p:spPr>
            <a:xfrm>
              <a:off x="2518070" y="1463948"/>
              <a:ext cx="166625" cy="280592"/>
            </a:xfrm>
            <a:custGeom>
              <a:avLst/>
              <a:gdLst/>
              <a:ahLst/>
              <a:cxnLst/>
              <a:rect l="l" t="t" r="r" b="b"/>
              <a:pathLst>
                <a:path w="8974" h="15112" extrusionOk="0">
                  <a:moveTo>
                    <a:pt x="3937" y="3570"/>
                  </a:moveTo>
                  <a:lnTo>
                    <a:pt x="3937" y="6405"/>
                  </a:lnTo>
                  <a:cubicBezTo>
                    <a:pt x="3003" y="6139"/>
                    <a:pt x="2302" y="5738"/>
                    <a:pt x="2302" y="5038"/>
                  </a:cubicBezTo>
                  <a:cubicBezTo>
                    <a:pt x="2302" y="4337"/>
                    <a:pt x="2803" y="3737"/>
                    <a:pt x="3937" y="3570"/>
                  </a:cubicBezTo>
                  <a:close/>
                  <a:moveTo>
                    <a:pt x="5238" y="8707"/>
                  </a:moveTo>
                  <a:cubicBezTo>
                    <a:pt x="6198" y="8972"/>
                    <a:pt x="6896" y="9336"/>
                    <a:pt x="6905" y="10125"/>
                  </a:cubicBezTo>
                  <a:lnTo>
                    <a:pt x="6905" y="10125"/>
                  </a:lnTo>
                  <a:cubicBezTo>
                    <a:pt x="6897" y="10817"/>
                    <a:pt x="6396" y="11344"/>
                    <a:pt x="5238" y="11542"/>
                  </a:cubicBezTo>
                  <a:lnTo>
                    <a:pt x="5238" y="8707"/>
                  </a:lnTo>
                  <a:close/>
                  <a:moveTo>
                    <a:pt x="3937" y="1"/>
                  </a:moveTo>
                  <a:lnTo>
                    <a:pt x="3937" y="1802"/>
                  </a:lnTo>
                  <a:cubicBezTo>
                    <a:pt x="1435" y="2036"/>
                    <a:pt x="234" y="3470"/>
                    <a:pt x="234" y="5105"/>
                  </a:cubicBezTo>
                  <a:cubicBezTo>
                    <a:pt x="234" y="7339"/>
                    <a:pt x="2135" y="7940"/>
                    <a:pt x="3937" y="8340"/>
                  </a:cubicBezTo>
                  <a:lnTo>
                    <a:pt x="3937" y="11576"/>
                  </a:lnTo>
                  <a:cubicBezTo>
                    <a:pt x="2769" y="11476"/>
                    <a:pt x="1635" y="11042"/>
                    <a:pt x="734" y="10342"/>
                  </a:cubicBezTo>
                  <a:lnTo>
                    <a:pt x="1" y="11976"/>
                  </a:lnTo>
                  <a:cubicBezTo>
                    <a:pt x="834" y="12677"/>
                    <a:pt x="2369" y="13210"/>
                    <a:pt x="3937" y="13310"/>
                  </a:cubicBezTo>
                  <a:lnTo>
                    <a:pt x="3937" y="15112"/>
                  </a:lnTo>
                  <a:lnTo>
                    <a:pt x="5238" y="15112"/>
                  </a:lnTo>
                  <a:lnTo>
                    <a:pt x="5238" y="13310"/>
                  </a:lnTo>
                  <a:cubicBezTo>
                    <a:pt x="7773" y="13010"/>
                    <a:pt x="8974" y="11643"/>
                    <a:pt x="8974" y="9975"/>
                  </a:cubicBezTo>
                  <a:cubicBezTo>
                    <a:pt x="8974" y="7740"/>
                    <a:pt x="7039" y="7173"/>
                    <a:pt x="5271" y="6739"/>
                  </a:cubicBezTo>
                  <a:lnTo>
                    <a:pt x="5271" y="3503"/>
                  </a:lnTo>
                  <a:cubicBezTo>
                    <a:pt x="6172" y="3603"/>
                    <a:pt x="7072" y="3904"/>
                    <a:pt x="7873" y="4371"/>
                  </a:cubicBezTo>
                  <a:lnTo>
                    <a:pt x="8507" y="2736"/>
                  </a:lnTo>
                  <a:cubicBezTo>
                    <a:pt x="7506" y="2169"/>
                    <a:pt x="6405" y="1802"/>
                    <a:pt x="5238" y="1769"/>
                  </a:cubicBezTo>
                  <a:lnTo>
                    <a:pt x="5238"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4" name="Google Shape;4510;p102">
              <a:extLst>
                <a:ext uri="{FF2B5EF4-FFF2-40B4-BE49-F238E27FC236}">
                  <a16:creationId xmlns:a16="http://schemas.microsoft.com/office/drawing/2014/main" id="{1A6591B3-7EC9-16E4-E5E2-156D3BC45C3D}"/>
                </a:ext>
              </a:extLst>
            </p:cNvPr>
            <p:cNvSpPr/>
            <p:nvPr/>
          </p:nvSpPr>
          <p:spPr>
            <a:xfrm>
              <a:off x="1781646" y="2058498"/>
              <a:ext cx="615048" cy="615086"/>
            </a:xfrm>
            <a:custGeom>
              <a:avLst/>
              <a:gdLst/>
              <a:ahLst/>
              <a:cxnLst/>
              <a:rect l="l" t="t" r="r" b="b"/>
              <a:pathLst>
                <a:path w="33125" h="33127" extrusionOk="0">
                  <a:moveTo>
                    <a:pt x="14809" y="1"/>
                  </a:moveTo>
                  <a:cubicBezTo>
                    <a:pt x="14799" y="1"/>
                    <a:pt x="14789" y="1"/>
                    <a:pt x="14778" y="3"/>
                  </a:cubicBezTo>
                  <a:cubicBezTo>
                    <a:pt x="14511" y="36"/>
                    <a:pt x="14211" y="70"/>
                    <a:pt x="13944" y="103"/>
                  </a:cubicBezTo>
                  <a:cubicBezTo>
                    <a:pt x="13688" y="135"/>
                    <a:pt x="13708" y="505"/>
                    <a:pt x="13947" y="505"/>
                  </a:cubicBezTo>
                  <a:cubicBezTo>
                    <a:pt x="13957" y="505"/>
                    <a:pt x="13967" y="505"/>
                    <a:pt x="13978" y="503"/>
                  </a:cubicBezTo>
                  <a:cubicBezTo>
                    <a:pt x="14278" y="470"/>
                    <a:pt x="14545" y="436"/>
                    <a:pt x="14811" y="403"/>
                  </a:cubicBezTo>
                  <a:cubicBezTo>
                    <a:pt x="15068" y="371"/>
                    <a:pt x="15047" y="1"/>
                    <a:pt x="14809" y="1"/>
                  </a:cubicBezTo>
                  <a:close/>
                  <a:moveTo>
                    <a:pt x="20995" y="528"/>
                  </a:moveTo>
                  <a:cubicBezTo>
                    <a:pt x="20906" y="528"/>
                    <a:pt x="20810" y="593"/>
                    <a:pt x="20782" y="703"/>
                  </a:cubicBezTo>
                  <a:cubicBezTo>
                    <a:pt x="20749" y="803"/>
                    <a:pt x="20816" y="903"/>
                    <a:pt x="20949" y="937"/>
                  </a:cubicBezTo>
                  <a:cubicBezTo>
                    <a:pt x="21583" y="1137"/>
                    <a:pt x="22250" y="1370"/>
                    <a:pt x="22884" y="1637"/>
                  </a:cubicBezTo>
                  <a:lnTo>
                    <a:pt x="22951" y="1637"/>
                  </a:lnTo>
                  <a:cubicBezTo>
                    <a:pt x="23017" y="1637"/>
                    <a:pt x="23117" y="1604"/>
                    <a:pt x="23151" y="1504"/>
                  </a:cubicBezTo>
                  <a:cubicBezTo>
                    <a:pt x="23184" y="1404"/>
                    <a:pt x="23151" y="1304"/>
                    <a:pt x="23051" y="1237"/>
                  </a:cubicBezTo>
                  <a:cubicBezTo>
                    <a:pt x="22384" y="970"/>
                    <a:pt x="21716" y="737"/>
                    <a:pt x="21049" y="537"/>
                  </a:cubicBezTo>
                  <a:cubicBezTo>
                    <a:pt x="21032" y="531"/>
                    <a:pt x="21014" y="528"/>
                    <a:pt x="20995" y="528"/>
                  </a:cubicBezTo>
                  <a:close/>
                  <a:moveTo>
                    <a:pt x="9960" y="1285"/>
                  </a:moveTo>
                  <a:cubicBezTo>
                    <a:pt x="9933" y="1285"/>
                    <a:pt x="9904" y="1291"/>
                    <a:pt x="9875" y="1304"/>
                  </a:cubicBezTo>
                  <a:cubicBezTo>
                    <a:pt x="7940" y="2138"/>
                    <a:pt x="6205" y="3339"/>
                    <a:pt x="4704" y="4840"/>
                  </a:cubicBezTo>
                  <a:cubicBezTo>
                    <a:pt x="4638" y="4906"/>
                    <a:pt x="4638" y="5040"/>
                    <a:pt x="4704" y="5140"/>
                  </a:cubicBezTo>
                  <a:cubicBezTo>
                    <a:pt x="4735" y="5170"/>
                    <a:pt x="4793" y="5201"/>
                    <a:pt x="4854" y="5206"/>
                  </a:cubicBezTo>
                  <a:lnTo>
                    <a:pt x="4854" y="5206"/>
                  </a:lnTo>
                  <a:cubicBezTo>
                    <a:pt x="4910" y="5201"/>
                    <a:pt x="4943" y="5170"/>
                    <a:pt x="5004" y="5140"/>
                  </a:cubicBezTo>
                  <a:cubicBezTo>
                    <a:pt x="6439" y="3672"/>
                    <a:pt x="8173" y="2505"/>
                    <a:pt x="10041" y="1671"/>
                  </a:cubicBezTo>
                  <a:cubicBezTo>
                    <a:pt x="10245" y="1554"/>
                    <a:pt x="10144" y="1285"/>
                    <a:pt x="9960" y="1285"/>
                  </a:cubicBezTo>
                  <a:close/>
                  <a:moveTo>
                    <a:pt x="4854" y="5206"/>
                  </a:moveTo>
                  <a:lnTo>
                    <a:pt x="4854" y="5206"/>
                  </a:lnTo>
                  <a:cubicBezTo>
                    <a:pt x="4849" y="5206"/>
                    <a:pt x="4843" y="5207"/>
                    <a:pt x="4838" y="5207"/>
                  </a:cubicBezTo>
                  <a:lnTo>
                    <a:pt x="4871" y="5207"/>
                  </a:lnTo>
                  <a:cubicBezTo>
                    <a:pt x="4865" y="5207"/>
                    <a:pt x="4860" y="5206"/>
                    <a:pt x="4854" y="5206"/>
                  </a:cubicBezTo>
                  <a:close/>
                  <a:moveTo>
                    <a:pt x="24118" y="1761"/>
                  </a:moveTo>
                  <a:cubicBezTo>
                    <a:pt x="23922" y="1761"/>
                    <a:pt x="23804" y="2017"/>
                    <a:pt x="23985" y="2138"/>
                  </a:cubicBezTo>
                  <a:cubicBezTo>
                    <a:pt x="25819" y="3105"/>
                    <a:pt x="27454" y="4406"/>
                    <a:pt x="28821" y="5974"/>
                  </a:cubicBezTo>
                  <a:cubicBezTo>
                    <a:pt x="28855" y="6007"/>
                    <a:pt x="28888" y="6040"/>
                    <a:pt x="28955" y="6040"/>
                  </a:cubicBezTo>
                  <a:cubicBezTo>
                    <a:pt x="29022" y="6040"/>
                    <a:pt x="29055" y="6007"/>
                    <a:pt x="29088" y="5974"/>
                  </a:cubicBezTo>
                  <a:cubicBezTo>
                    <a:pt x="29188" y="5907"/>
                    <a:pt x="29188" y="5774"/>
                    <a:pt x="29122" y="5674"/>
                  </a:cubicBezTo>
                  <a:cubicBezTo>
                    <a:pt x="27754" y="4072"/>
                    <a:pt x="26053" y="2738"/>
                    <a:pt x="24185" y="1771"/>
                  </a:cubicBezTo>
                  <a:cubicBezTo>
                    <a:pt x="24162" y="1764"/>
                    <a:pt x="24140" y="1761"/>
                    <a:pt x="24118" y="1761"/>
                  </a:cubicBezTo>
                  <a:close/>
                  <a:moveTo>
                    <a:pt x="4003" y="5708"/>
                  </a:moveTo>
                  <a:cubicBezTo>
                    <a:pt x="3942" y="5708"/>
                    <a:pt x="3881" y="5736"/>
                    <a:pt x="3837" y="5807"/>
                  </a:cubicBezTo>
                  <a:cubicBezTo>
                    <a:pt x="3403" y="6341"/>
                    <a:pt x="2970" y="6908"/>
                    <a:pt x="2603" y="7475"/>
                  </a:cubicBezTo>
                  <a:cubicBezTo>
                    <a:pt x="2536" y="7575"/>
                    <a:pt x="2569" y="7708"/>
                    <a:pt x="2669" y="7775"/>
                  </a:cubicBezTo>
                  <a:cubicBezTo>
                    <a:pt x="2703" y="7775"/>
                    <a:pt x="2736" y="7808"/>
                    <a:pt x="2770" y="7808"/>
                  </a:cubicBezTo>
                  <a:cubicBezTo>
                    <a:pt x="2836" y="7808"/>
                    <a:pt x="2903" y="7775"/>
                    <a:pt x="2936" y="7742"/>
                  </a:cubicBezTo>
                  <a:cubicBezTo>
                    <a:pt x="3303" y="7175"/>
                    <a:pt x="3704" y="6608"/>
                    <a:pt x="4171" y="6074"/>
                  </a:cubicBezTo>
                  <a:cubicBezTo>
                    <a:pt x="4342" y="5927"/>
                    <a:pt x="4171" y="5708"/>
                    <a:pt x="4003" y="5708"/>
                  </a:cubicBezTo>
                  <a:close/>
                  <a:moveTo>
                    <a:pt x="31268" y="9082"/>
                  </a:moveTo>
                  <a:cubicBezTo>
                    <a:pt x="31128" y="9082"/>
                    <a:pt x="30990" y="9222"/>
                    <a:pt x="31056" y="9376"/>
                  </a:cubicBezTo>
                  <a:cubicBezTo>
                    <a:pt x="31190" y="9643"/>
                    <a:pt x="31290" y="9877"/>
                    <a:pt x="31423" y="10143"/>
                  </a:cubicBezTo>
                  <a:cubicBezTo>
                    <a:pt x="31457" y="10210"/>
                    <a:pt x="31523" y="10243"/>
                    <a:pt x="31590" y="10243"/>
                  </a:cubicBezTo>
                  <a:lnTo>
                    <a:pt x="31690" y="10243"/>
                  </a:lnTo>
                  <a:cubicBezTo>
                    <a:pt x="31790" y="10177"/>
                    <a:pt x="31857" y="10077"/>
                    <a:pt x="31790" y="9977"/>
                  </a:cubicBezTo>
                  <a:cubicBezTo>
                    <a:pt x="31690" y="9710"/>
                    <a:pt x="31557" y="9443"/>
                    <a:pt x="31457" y="9209"/>
                  </a:cubicBezTo>
                  <a:cubicBezTo>
                    <a:pt x="31411" y="9119"/>
                    <a:pt x="31339" y="9082"/>
                    <a:pt x="31268" y="9082"/>
                  </a:cubicBezTo>
                  <a:close/>
                  <a:moveTo>
                    <a:pt x="433" y="13142"/>
                  </a:moveTo>
                  <a:cubicBezTo>
                    <a:pt x="341" y="13142"/>
                    <a:pt x="249" y="13195"/>
                    <a:pt x="234" y="13312"/>
                  </a:cubicBezTo>
                  <a:cubicBezTo>
                    <a:pt x="168" y="13579"/>
                    <a:pt x="134" y="13846"/>
                    <a:pt x="101" y="14146"/>
                  </a:cubicBezTo>
                  <a:cubicBezTo>
                    <a:pt x="68" y="14246"/>
                    <a:pt x="134" y="14346"/>
                    <a:pt x="268" y="14380"/>
                  </a:cubicBezTo>
                  <a:cubicBezTo>
                    <a:pt x="368" y="14380"/>
                    <a:pt x="468" y="14313"/>
                    <a:pt x="501" y="14213"/>
                  </a:cubicBezTo>
                  <a:cubicBezTo>
                    <a:pt x="535" y="13946"/>
                    <a:pt x="601" y="13646"/>
                    <a:pt x="635" y="13379"/>
                  </a:cubicBezTo>
                  <a:cubicBezTo>
                    <a:pt x="672" y="13229"/>
                    <a:pt x="552" y="13142"/>
                    <a:pt x="433" y="13142"/>
                  </a:cubicBezTo>
                  <a:close/>
                  <a:moveTo>
                    <a:pt x="32824" y="14780"/>
                  </a:moveTo>
                  <a:cubicBezTo>
                    <a:pt x="32724" y="14780"/>
                    <a:pt x="32624" y="14880"/>
                    <a:pt x="32658" y="15014"/>
                  </a:cubicBezTo>
                  <a:cubicBezTo>
                    <a:pt x="32691" y="15514"/>
                    <a:pt x="32724" y="16014"/>
                    <a:pt x="32724" y="16548"/>
                  </a:cubicBezTo>
                  <a:lnTo>
                    <a:pt x="32724" y="17048"/>
                  </a:lnTo>
                  <a:cubicBezTo>
                    <a:pt x="32724" y="17182"/>
                    <a:pt x="32824" y="17282"/>
                    <a:pt x="32924" y="17282"/>
                  </a:cubicBezTo>
                  <a:cubicBezTo>
                    <a:pt x="33024" y="17282"/>
                    <a:pt x="33125" y="17182"/>
                    <a:pt x="33125" y="17082"/>
                  </a:cubicBezTo>
                  <a:lnTo>
                    <a:pt x="33125" y="16548"/>
                  </a:lnTo>
                  <a:cubicBezTo>
                    <a:pt x="33125" y="16014"/>
                    <a:pt x="33125" y="15481"/>
                    <a:pt x="33058" y="14947"/>
                  </a:cubicBezTo>
                  <a:cubicBezTo>
                    <a:pt x="33058" y="14847"/>
                    <a:pt x="32958" y="14780"/>
                    <a:pt x="32824" y="14780"/>
                  </a:cubicBezTo>
                  <a:close/>
                  <a:moveTo>
                    <a:pt x="201" y="18116"/>
                  </a:moveTo>
                  <a:cubicBezTo>
                    <a:pt x="101" y="18149"/>
                    <a:pt x="1" y="18249"/>
                    <a:pt x="34" y="18349"/>
                  </a:cubicBezTo>
                  <a:cubicBezTo>
                    <a:pt x="268" y="20451"/>
                    <a:pt x="902" y="22486"/>
                    <a:pt x="1902" y="24354"/>
                  </a:cubicBezTo>
                  <a:cubicBezTo>
                    <a:pt x="1936" y="24420"/>
                    <a:pt x="2002" y="24487"/>
                    <a:pt x="2069" y="24487"/>
                  </a:cubicBezTo>
                  <a:cubicBezTo>
                    <a:pt x="2102" y="24487"/>
                    <a:pt x="2136" y="24454"/>
                    <a:pt x="2169" y="24454"/>
                  </a:cubicBezTo>
                  <a:cubicBezTo>
                    <a:pt x="2269" y="24387"/>
                    <a:pt x="2303" y="24254"/>
                    <a:pt x="2269" y="24153"/>
                  </a:cubicBezTo>
                  <a:cubicBezTo>
                    <a:pt x="1268" y="22352"/>
                    <a:pt x="668" y="20351"/>
                    <a:pt x="435" y="18316"/>
                  </a:cubicBezTo>
                  <a:cubicBezTo>
                    <a:pt x="435" y="18182"/>
                    <a:pt x="334" y="18116"/>
                    <a:pt x="201" y="18116"/>
                  </a:cubicBezTo>
                  <a:close/>
                  <a:moveTo>
                    <a:pt x="32858" y="18116"/>
                  </a:moveTo>
                  <a:cubicBezTo>
                    <a:pt x="32758" y="18116"/>
                    <a:pt x="32658" y="18182"/>
                    <a:pt x="32658" y="18316"/>
                  </a:cubicBezTo>
                  <a:cubicBezTo>
                    <a:pt x="32424" y="20351"/>
                    <a:pt x="31790" y="22352"/>
                    <a:pt x="30823" y="24153"/>
                  </a:cubicBezTo>
                  <a:cubicBezTo>
                    <a:pt x="30756" y="24254"/>
                    <a:pt x="30823" y="24387"/>
                    <a:pt x="30923" y="24454"/>
                  </a:cubicBezTo>
                  <a:cubicBezTo>
                    <a:pt x="30956" y="24454"/>
                    <a:pt x="30990" y="24454"/>
                    <a:pt x="31023" y="24487"/>
                  </a:cubicBezTo>
                  <a:lnTo>
                    <a:pt x="30990" y="24454"/>
                  </a:lnTo>
                  <a:cubicBezTo>
                    <a:pt x="31056" y="24454"/>
                    <a:pt x="31156" y="24420"/>
                    <a:pt x="31190" y="24354"/>
                  </a:cubicBezTo>
                  <a:cubicBezTo>
                    <a:pt x="32191" y="22486"/>
                    <a:pt x="32824" y="20451"/>
                    <a:pt x="33058" y="18349"/>
                  </a:cubicBezTo>
                  <a:cubicBezTo>
                    <a:pt x="33058" y="18249"/>
                    <a:pt x="32991" y="18149"/>
                    <a:pt x="32858" y="18116"/>
                  </a:cubicBezTo>
                  <a:close/>
                  <a:moveTo>
                    <a:pt x="2670" y="25124"/>
                  </a:moveTo>
                  <a:cubicBezTo>
                    <a:pt x="2531" y="25124"/>
                    <a:pt x="2408" y="25289"/>
                    <a:pt x="2503" y="25454"/>
                  </a:cubicBezTo>
                  <a:cubicBezTo>
                    <a:pt x="2870" y="26021"/>
                    <a:pt x="3270" y="26589"/>
                    <a:pt x="3737" y="27156"/>
                  </a:cubicBezTo>
                  <a:cubicBezTo>
                    <a:pt x="3770" y="27189"/>
                    <a:pt x="3837" y="27222"/>
                    <a:pt x="3904" y="27222"/>
                  </a:cubicBezTo>
                  <a:cubicBezTo>
                    <a:pt x="3970" y="27222"/>
                    <a:pt x="4004" y="27189"/>
                    <a:pt x="4037" y="27189"/>
                  </a:cubicBezTo>
                  <a:cubicBezTo>
                    <a:pt x="4104" y="27089"/>
                    <a:pt x="4137" y="26955"/>
                    <a:pt x="4037" y="26889"/>
                  </a:cubicBezTo>
                  <a:cubicBezTo>
                    <a:pt x="3603" y="26355"/>
                    <a:pt x="3203" y="25788"/>
                    <a:pt x="2836" y="25221"/>
                  </a:cubicBezTo>
                  <a:cubicBezTo>
                    <a:pt x="2787" y="25152"/>
                    <a:pt x="2727" y="25124"/>
                    <a:pt x="2670" y="25124"/>
                  </a:cubicBezTo>
                  <a:close/>
                  <a:moveTo>
                    <a:pt x="28556" y="27423"/>
                  </a:moveTo>
                  <a:cubicBezTo>
                    <a:pt x="28508" y="27423"/>
                    <a:pt x="28460" y="27443"/>
                    <a:pt x="28421" y="27489"/>
                  </a:cubicBezTo>
                  <a:cubicBezTo>
                    <a:pt x="28221" y="27689"/>
                    <a:pt x="28021" y="27889"/>
                    <a:pt x="27821" y="28090"/>
                  </a:cubicBezTo>
                  <a:cubicBezTo>
                    <a:pt x="27687" y="28223"/>
                    <a:pt x="27787" y="28457"/>
                    <a:pt x="27988" y="28457"/>
                  </a:cubicBezTo>
                  <a:cubicBezTo>
                    <a:pt x="28054" y="28457"/>
                    <a:pt x="28088" y="28423"/>
                    <a:pt x="28121" y="28390"/>
                  </a:cubicBezTo>
                  <a:cubicBezTo>
                    <a:pt x="28321" y="28190"/>
                    <a:pt x="28521" y="27990"/>
                    <a:pt x="28721" y="27789"/>
                  </a:cubicBezTo>
                  <a:cubicBezTo>
                    <a:pt x="28875" y="27636"/>
                    <a:pt x="28714" y="27423"/>
                    <a:pt x="28556" y="27423"/>
                  </a:cubicBezTo>
                  <a:close/>
                  <a:moveTo>
                    <a:pt x="8693" y="30757"/>
                  </a:moveTo>
                  <a:cubicBezTo>
                    <a:pt x="8621" y="30757"/>
                    <a:pt x="8550" y="30794"/>
                    <a:pt x="8507" y="30858"/>
                  </a:cubicBezTo>
                  <a:cubicBezTo>
                    <a:pt x="8474" y="30958"/>
                    <a:pt x="8507" y="31092"/>
                    <a:pt x="8607" y="31158"/>
                  </a:cubicBezTo>
                  <a:cubicBezTo>
                    <a:pt x="8841" y="31292"/>
                    <a:pt x="9107" y="31392"/>
                    <a:pt x="9374" y="31525"/>
                  </a:cubicBezTo>
                  <a:cubicBezTo>
                    <a:pt x="9374" y="31559"/>
                    <a:pt x="9408" y="31559"/>
                    <a:pt x="9441" y="31559"/>
                  </a:cubicBezTo>
                  <a:lnTo>
                    <a:pt x="9474" y="31559"/>
                  </a:lnTo>
                  <a:cubicBezTo>
                    <a:pt x="9541" y="31525"/>
                    <a:pt x="9608" y="31492"/>
                    <a:pt x="9641" y="31425"/>
                  </a:cubicBezTo>
                  <a:cubicBezTo>
                    <a:pt x="9674" y="31325"/>
                    <a:pt x="9641" y="31192"/>
                    <a:pt x="9541" y="31158"/>
                  </a:cubicBezTo>
                  <a:cubicBezTo>
                    <a:pt x="9274" y="31025"/>
                    <a:pt x="9041" y="30925"/>
                    <a:pt x="8807" y="30792"/>
                  </a:cubicBezTo>
                  <a:cubicBezTo>
                    <a:pt x="8772" y="30768"/>
                    <a:pt x="8732" y="30757"/>
                    <a:pt x="8693" y="30757"/>
                  </a:cubicBezTo>
                  <a:close/>
                  <a:moveTo>
                    <a:pt x="22807" y="31475"/>
                  </a:moveTo>
                  <a:cubicBezTo>
                    <a:pt x="22779" y="31475"/>
                    <a:pt x="22749" y="31480"/>
                    <a:pt x="22717" y="31492"/>
                  </a:cubicBezTo>
                  <a:cubicBezTo>
                    <a:pt x="22083" y="31759"/>
                    <a:pt x="21450" y="31959"/>
                    <a:pt x="20782" y="32159"/>
                  </a:cubicBezTo>
                  <a:cubicBezTo>
                    <a:pt x="20682" y="32193"/>
                    <a:pt x="20616" y="32293"/>
                    <a:pt x="20649" y="32393"/>
                  </a:cubicBezTo>
                  <a:cubicBezTo>
                    <a:pt x="20649" y="32493"/>
                    <a:pt x="20749" y="32559"/>
                    <a:pt x="20849" y="32559"/>
                  </a:cubicBezTo>
                  <a:lnTo>
                    <a:pt x="20882" y="32559"/>
                  </a:lnTo>
                  <a:cubicBezTo>
                    <a:pt x="21550" y="32359"/>
                    <a:pt x="22217" y="32126"/>
                    <a:pt x="22884" y="31859"/>
                  </a:cubicBezTo>
                  <a:cubicBezTo>
                    <a:pt x="23119" y="31771"/>
                    <a:pt x="23017" y="31475"/>
                    <a:pt x="22807" y="31475"/>
                  </a:cubicBezTo>
                  <a:close/>
                  <a:moveTo>
                    <a:pt x="13390" y="32419"/>
                  </a:moveTo>
                  <a:cubicBezTo>
                    <a:pt x="13169" y="32419"/>
                    <a:pt x="13129" y="32795"/>
                    <a:pt x="13377" y="32826"/>
                  </a:cubicBezTo>
                  <a:cubicBezTo>
                    <a:pt x="14411" y="33026"/>
                    <a:pt x="15445" y="33127"/>
                    <a:pt x="16513" y="33127"/>
                  </a:cubicBezTo>
                  <a:cubicBezTo>
                    <a:pt x="17013" y="33127"/>
                    <a:pt x="17547" y="33127"/>
                    <a:pt x="18080" y="33060"/>
                  </a:cubicBezTo>
                  <a:cubicBezTo>
                    <a:pt x="18614" y="33026"/>
                    <a:pt x="19148" y="32926"/>
                    <a:pt x="19682" y="32826"/>
                  </a:cubicBezTo>
                  <a:cubicBezTo>
                    <a:pt x="19929" y="32795"/>
                    <a:pt x="19890" y="32419"/>
                    <a:pt x="19642" y="32419"/>
                  </a:cubicBezTo>
                  <a:cubicBezTo>
                    <a:pt x="19623" y="32419"/>
                    <a:pt x="19603" y="32421"/>
                    <a:pt x="19582" y="32426"/>
                  </a:cubicBezTo>
                  <a:cubicBezTo>
                    <a:pt x="19081" y="32526"/>
                    <a:pt x="18547" y="32593"/>
                    <a:pt x="18047" y="32626"/>
                  </a:cubicBezTo>
                  <a:cubicBezTo>
                    <a:pt x="17499" y="32686"/>
                    <a:pt x="16951" y="32716"/>
                    <a:pt x="16403" y="32716"/>
                  </a:cubicBezTo>
                  <a:cubicBezTo>
                    <a:pt x="15417" y="32716"/>
                    <a:pt x="14430" y="32619"/>
                    <a:pt x="13444" y="32426"/>
                  </a:cubicBezTo>
                  <a:cubicBezTo>
                    <a:pt x="13425" y="32421"/>
                    <a:pt x="13407" y="32419"/>
                    <a:pt x="13390" y="32419"/>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5" name="Google Shape;4511;p102">
              <a:extLst>
                <a:ext uri="{FF2B5EF4-FFF2-40B4-BE49-F238E27FC236}">
                  <a16:creationId xmlns:a16="http://schemas.microsoft.com/office/drawing/2014/main" id="{66EF0FF1-C480-B2CC-EB21-F9E5E6028086}"/>
                </a:ext>
              </a:extLst>
            </p:cNvPr>
            <p:cNvSpPr/>
            <p:nvPr/>
          </p:nvSpPr>
          <p:spPr>
            <a:xfrm>
              <a:off x="1798375" y="2095373"/>
              <a:ext cx="579733" cy="540129"/>
            </a:xfrm>
            <a:custGeom>
              <a:avLst/>
              <a:gdLst/>
              <a:ahLst/>
              <a:cxnLst/>
              <a:rect l="l" t="t" r="r" b="b"/>
              <a:pathLst>
                <a:path w="31223" h="29090" extrusionOk="0">
                  <a:moveTo>
                    <a:pt x="15624" y="1"/>
                  </a:moveTo>
                  <a:cubicBezTo>
                    <a:pt x="14861" y="1"/>
                    <a:pt x="14088" y="61"/>
                    <a:pt x="13310" y="185"/>
                  </a:cubicBezTo>
                  <a:cubicBezTo>
                    <a:pt x="5404" y="1453"/>
                    <a:pt x="1" y="8925"/>
                    <a:pt x="1268" y="16830"/>
                  </a:cubicBezTo>
                  <a:cubicBezTo>
                    <a:pt x="2411" y="23991"/>
                    <a:pt x="8576" y="29090"/>
                    <a:pt x="15600" y="29090"/>
                  </a:cubicBezTo>
                  <a:cubicBezTo>
                    <a:pt x="16362" y="29090"/>
                    <a:pt x="17135" y="29030"/>
                    <a:pt x="17913" y="28906"/>
                  </a:cubicBezTo>
                  <a:cubicBezTo>
                    <a:pt x="25819" y="27638"/>
                    <a:pt x="31223" y="20166"/>
                    <a:pt x="29955" y="12260"/>
                  </a:cubicBezTo>
                  <a:cubicBezTo>
                    <a:pt x="28812" y="5099"/>
                    <a:pt x="22647" y="1"/>
                    <a:pt x="15624" y="1"/>
                  </a:cubicBez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6" name="Google Shape;4512;p102">
              <a:extLst>
                <a:ext uri="{FF2B5EF4-FFF2-40B4-BE49-F238E27FC236}">
                  <a16:creationId xmlns:a16="http://schemas.microsoft.com/office/drawing/2014/main" id="{C5ECB754-BB07-BDFD-07FD-57CE25E066B1}"/>
                </a:ext>
              </a:extLst>
            </p:cNvPr>
            <p:cNvSpPr/>
            <p:nvPr/>
          </p:nvSpPr>
          <p:spPr>
            <a:xfrm>
              <a:off x="1836160" y="2365122"/>
              <a:ext cx="490553" cy="223608"/>
            </a:xfrm>
            <a:custGeom>
              <a:avLst/>
              <a:gdLst/>
              <a:ahLst/>
              <a:cxnLst/>
              <a:rect l="l" t="t" r="r" b="b"/>
              <a:pathLst>
                <a:path w="26420" h="12043" extrusionOk="0">
                  <a:moveTo>
                    <a:pt x="0" y="1"/>
                  </a:moveTo>
                  <a:lnTo>
                    <a:pt x="0" y="12043"/>
                  </a:lnTo>
                  <a:lnTo>
                    <a:pt x="26419" y="12043"/>
                  </a:lnTo>
                  <a:lnTo>
                    <a:pt x="26419"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 name="Google Shape;4513;p102">
              <a:extLst>
                <a:ext uri="{FF2B5EF4-FFF2-40B4-BE49-F238E27FC236}">
                  <a16:creationId xmlns:a16="http://schemas.microsoft.com/office/drawing/2014/main" id="{53E2D643-3325-98C1-5548-F10068571201}"/>
                </a:ext>
              </a:extLst>
            </p:cNvPr>
            <p:cNvSpPr/>
            <p:nvPr/>
          </p:nvSpPr>
          <p:spPr>
            <a:xfrm>
              <a:off x="2111776" y="2423350"/>
              <a:ext cx="56371" cy="165381"/>
            </a:xfrm>
            <a:custGeom>
              <a:avLst/>
              <a:gdLst/>
              <a:ahLst/>
              <a:cxnLst/>
              <a:rect l="l" t="t" r="r" b="b"/>
              <a:pathLst>
                <a:path w="3036" h="8907" extrusionOk="0">
                  <a:moveTo>
                    <a:pt x="0" y="0"/>
                  </a:moveTo>
                  <a:lnTo>
                    <a:pt x="0" y="8907"/>
                  </a:lnTo>
                  <a:lnTo>
                    <a:pt x="3036" y="8907"/>
                  </a:lnTo>
                  <a:lnTo>
                    <a:pt x="3036"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8" name="Google Shape;4514;p102">
              <a:extLst>
                <a:ext uri="{FF2B5EF4-FFF2-40B4-BE49-F238E27FC236}">
                  <a16:creationId xmlns:a16="http://schemas.microsoft.com/office/drawing/2014/main" id="{74E57553-8661-CEFF-A35E-D5568BC5A9ED}"/>
                </a:ext>
              </a:extLst>
            </p:cNvPr>
            <p:cNvSpPr/>
            <p:nvPr/>
          </p:nvSpPr>
          <p:spPr>
            <a:xfrm>
              <a:off x="2199711" y="2477232"/>
              <a:ext cx="50819" cy="47700"/>
            </a:xfrm>
            <a:custGeom>
              <a:avLst/>
              <a:gdLst/>
              <a:ahLst/>
              <a:cxnLst/>
              <a:rect l="l" t="t" r="r" b="b"/>
              <a:pathLst>
                <a:path w="2737" h="2569" extrusionOk="0">
                  <a:moveTo>
                    <a:pt x="1" y="1"/>
                  </a:moveTo>
                  <a:lnTo>
                    <a:pt x="1" y="2569"/>
                  </a:lnTo>
                  <a:lnTo>
                    <a:pt x="2736" y="2569"/>
                  </a:lnTo>
                  <a:lnTo>
                    <a:pt x="2736"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9" name="Google Shape;4515;p102">
              <a:extLst>
                <a:ext uri="{FF2B5EF4-FFF2-40B4-BE49-F238E27FC236}">
                  <a16:creationId xmlns:a16="http://schemas.microsoft.com/office/drawing/2014/main" id="{4A8661FD-9293-647B-07F7-B40D1EE03800}"/>
                </a:ext>
              </a:extLst>
            </p:cNvPr>
            <p:cNvSpPr/>
            <p:nvPr/>
          </p:nvSpPr>
          <p:spPr>
            <a:xfrm>
              <a:off x="2199711" y="2426450"/>
              <a:ext cx="50819" cy="47087"/>
            </a:xfrm>
            <a:custGeom>
              <a:avLst/>
              <a:gdLst/>
              <a:ahLst/>
              <a:cxnLst/>
              <a:rect l="l" t="t" r="r" b="b"/>
              <a:pathLst>
                <a:path w="2737" h="2536" extrusionOk="0">
                  <a:moveTo>
                    <a:pt x="1" y="0"/>
                  </a:moveTo>
                  <a:lnTo>
                    <a:pt x="1" y="2535"/>
                  </a:lnTo>
                  <a:lnTo>
                    <a:pt x="2736" y="2535"/>
                  </a:lnTo>
                  <a:lnTo>
                    <a:pt x="2736"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 name="Google Shape;4516;p102">
              <a:extLst>
                <a:ext uri="{FF2B5EF4-FFF2-40B4-BE49-F238E27FC236}">
                  <a16:creationId xmlns:a16="http://schemas.microsoft.com/office/drawing/2014/main" id="{8EC306E2-AE29-9047-27CC-D241D4C0F409}"/>
                </a:ext>
              </a:extLst>
            </p:cNvPr>
            <p:cNvSpPr/>
            <p:nvPr/>
          </p:nvSpPr>
          <p:spPr>
            <a:xfrm>
              <a:off x="2254226" y="2477232"/>
              <a:ext cx="50801" cy="47700"/>
            </a:xfrm>
            <a:custGeom>
              <a:avLst/>
              <a:gdLst/>
              <a:ahLst/>
              <a:cxnLst/>
              <a:rect l="l" t="t" r="r" b="b"/>
              <a:pathLst>
                <a:path w="2736" h="2569" extrusionOk="0">
                  <a:moveTo>
                    <a:pt x="0" y="1"/>
                  </a:moveTo>
                  <a:lnTo>
                    <a:pt x="0" y="2569"/>
                  </a:lnTo>
                  <a:lnTo>
                    <a:pt x="2736" y="2569"/>
                  </a:lnTo>
                  <a:lnTo>
                    <a:pt x="2736"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 name="Google Shape;4517;p102">
              <a:extLst>
                <a:ext uri="{FF2B5EF4-FFF2-40B4-BE49-F238E27FC236}">
                  <a16:creationId xmlns:a16="http://schemas.microsoft.com/office/drawing/2014/main" id="{42418B57-B0A2-50D0-7FBC-3384DDB85C85}"/>
                </a:ext>
              </a:extLst>
            </p:cNvPr>
            <p:cNvSpPr/>
            <p:nvPr/>
          </p:nvSpPr>
          <p:spPr>
            <a:xfrm>
              <a:off x="2254226" y="2426450"/>
              <a:ext cx="50801" cy="47087"/>
            </a:xfrm>
            <a:custGeom>
              <a:avLst/>
              <a:gdLst/>
              <a:ahLst/>
              <a:cxnLst/>
              <a:rect l="l" t="t" r="r" b="b"/>
              <a:pathLst>
                <a:path w="2736" h="2536" extrusionOk="0">
                  <a:moveTo>
                    <a:pt x="0" y="0"/>
                  </a:moveTo>
                  <a:lnTo>
                    <a:pt x="0" y="2535"/>
                  </a:lnTo>
                  <a:lnTo>
                    <a:pt x="2736" y="2535"/>
                  </a:lnTo>
                  <a:lnTo>
                    <a:pt x="2736"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 name="Google Shape;4518;p102">
              <a:extLst>
                <a:ext uri="{FF2B5EF4-FFF2-40B4-BE49-F238E27FC236}">
                  <a16:creationId xmlns:a16="http://schemas.microsoft.com/office/drawing/2014/main" id="{1F507AC7-EF5B-1D54-2CB8-53ECE6C5A772}"/>
                </a:ext>
              </a:extLst>
            </p:cNvPr>
            <p:cNvSpPr/>
            <p:nvPr/>
          </p:nvSpPr>
          <p:spPr>
            <a:xfrm>
              <a:off x="1974265" y="2477232"/>
              <a:ext cx="29132" cy="47700"/>
            </a:xfrm>
            <a:custGeom>
              <a:avLst/>
              <a:gdLst/>
              <a:ahLst/>
              <a:cxnLst/>
              <a:rect l="l" t="t" r="r" b="b"/>
              <a:pathLst>
                <a:path w="1569" h="2569" extrusionOk="0">
                  <a:moveTo>
                    <a:pt x="1" y="1"/>
                  </a:moveTo>
                  <a:lnTo>
                    <a:pt x="1" y="2569"/>
                  </a:lnTo>
                  <a:lnTo>
                    <a:pt x="1569" y="2569"/>
                  </a:lnTo>
                  <a:lnTo>
                    <a:pt x="1569"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 name="Google Shape;4519;p102">
              <a:extLst>
                <a:ext uri="{FF2B5EF4-FFF2-40B4-BE49-F238E27FC236}">
                  <a16:creationId xmlns:a16="http://schemas.microsoft.com/office/drawing/2014/main" id="{6AF5A7AD-F000-23D8-95D0-97B215C293AC}"/>
                </a:ext>
              </a:extLst>
            </p:cNvPr>
            <p:cNvSpPr/>
            <p:nvPr/>
          </p:nvSpPr>
          <p:spPr>
            <a:xfrm>
              <a:off x="1974265" y="2426450"/>
              <a:ext cx="29132" cy="47087"/>
            </a:xfrm>
            <a:custGeom>
              <a:avLst/>
              <a:gdLst/>
              <a:ahLst/>
              <a:cxnLst/>
              <a:rect l="l" t="t" r="r" b="b"/>
              <a:pathLst>
                <a:path w="1569" h="2536" extrusionOk="0">
                  <a:moveTo>
                    <a:pt x="1" y="0"/>
                  </a:moveTo>
                  <a:lnTo>
                    <a:pt x="1" y="2535"/>
                  </a:lnTo>
                  <a:lnTo>
                    <a:pt x="1569" y="2535"/>
                  </a:lnTo>
                  <a:lnTo>
                    <a:pt x="1569"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 name="Google Shape;4520;p102">
              <a:extLst>
                <a:ext uri="{FF2B5EF4-FFF2-40B4-BE49-F238E27FC236}">
                  <a16:creationId xmlns:a16="http://schemas.microsoft.com/office/drawing/2014/main" id="{630ABA9E-8505-5EA0-FC82-356DF8D7A537}"/>
                </a:ext>
              </a:extLst>
            </p:cNvPr>
            <p:cNvSpPr/>
            <p:nvPr/>
          </p:nvSpPr>
          <p:spPr>
            <a:xfrm>
              <a:off x="2006479" y="2477232"/>
              <a:ext cx="29745" cy="47700"/>
            </a:xfrm>
            <a:custGeom>
              <a:avLst/>
              <a:gdLst/>
              <a:ahLst/>
              <a:cxnLst/>
              <a:rect l="l" t="t" r="r" b="b"/>
              <a:pathLst>
                <a:path w="1602" h="2569" extrusionOk="0">
                  <a:moveTo>
                    <a:pt x="1" y="1"/>
                  </a:moveTo>
                  <a:lnTo>
                    <a:pt x="1" y="2569"/>
                  </a:lnTo>
                  <a:lnTo>
                    <a:pt x="1602" y="2569"/>
                  </a:lnTo>
                  <a:lnTo>
                    <a:pt x="1602"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 name="Google Shape;4521;p102">
              <a:extLst>
                <a:ext uri="{FF2B5EF4-FFF2-40B4-BE49-F238E27FC236}">
                  <a16:creationId xmlns:a16="http://schemas.microsoft.com/office/drawing/2014/main" id="{CDB6C01E-63A1-7240-528B-7246F98B5A7A}"/>
                </a:ext>
              </a:extLst>
            </p:cNvPr>
            <p:cNvSpPr/>
            <p:nvPr/>
          </p:nvSpPr>
          <p:spPr>
            <a:xfrm>
              <a:off x="2006479" y="2426450"/>
              <a:ext cx="29745" cy="47087"/>
            </a:xfrm>
            <a:custGeom>
              <a:avLst/>
              <a:gdLst/>
              <a:ahLst/>
              <a:cxnLst/>
              <a:rect l="l" t="t" r="r" b="b"/>
              <a:pathLst>
                <a:path w="1602" h="2536" extrusionOk="0">
                  <a:moveTo>
                    <a:pt x="1" y="0"/>
                  </a:moveTo>
                  <a:lnTo>
                    <a:pt x="1" y="2535"/>
                  </a:lnTo>
                  <a:lnTo>
                    <a:pt x="1602" y="2535"/>
                  </a:lnTo>
                  <a:lnTo>
                    <a:pt x="1602"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 name="Google Shape;4522;p102">
              <a:extLst>
                <a:ext uri="{FF2B5EF4-FFF2-40B4-BE49-F238E27FC236}">
                  <a16:creationId xmlns:a16="http://schemas.microsoft.com/office/drawing/2014/main" id="{26D42232-AB3D-5E80-81A9-3039CE298022}"/>
                </a:ext>
              </a:extLst>
            </p:cNvPr>
            <p:cNvSpPr/>
            <p:nvPr/>
          </p:nvSpPr>
          <p:spPr>
            <a:xfrm>
              <a:off x="1873313" y="2477232"/>
              <a:ext cx="29132" cy="47700"/>
            </a:xfrm>
            <a:custGeom>
              <a:avLst/>
              <a:gdLst/>
              <a:ahLst/>
              <a:cxnLst/>
              <a:rect l="l" t="t" r="r" b="b"/>
              <a:pathLst>
                <a:path w="1569" h="2569" extrusionOk="0">
                  <a:moveTo>
                    <a:pt x="1" y="1"/>
                  </a:moveTo>
                  <a:lnTo>
                    <a:pt x="1" y="2569"/>
                  </a:lnTo>
                  <a:lnTo>
                    <a:pt x="1569" y="2569"/>
                  </a:lnTo>
                  <a:lnTo>
                    <a:pt x="1569"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 name="Google Shape;4523;p102">
              <a:extLst>
                <a:ext uri="{FF2B5EF4-FFF2-40B4-BE49-F238E27FC236}">
                  <a16:creationId xmlns:a16="http://schemas.microsoft.com/office/drawing/2014/main" id="{815A9035-5AF8-A959-6B05-65D8FD718839}"/>
                </a:ext>
              </a:extLst>
            </p:cNvPr>
            <p:cNvSpPr/>
            <p:nvPr/>
          </p:nvSpPr>
          <p:spPr>
            <a:xfrm>
              <a:off x="1873313" y="2426450"/>
              <a:ext cx="29132" cy="47087"/>
            </a:xfrm>
            <a:custGeom>
              <a:avLst/>
              <a:gdLst/>
              <a:ahLst/>
              <a:cxnLst/>
              <a:rect l="l" t="t" r="r" b="b"/>
              <a:pathLst>
                <a:path w="1569" h="2536" extrusionOk="0">
                  <a:moveTo>
                    <a:pt x="1" y="0"/>
                  </a:moveTo>
                  <a:lnTo>
                    <a:pt x="1" y="2535"/>
                  </a:lnTo>
                  <a:lnTo>
                    <a:pt x="1569" y="2535"/>
                  </a:lnTo>
                  <a:lnTo>
                    <a:pt x="1569"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 name="Google Shape;4524;p102">
              <a:extLst>
                <a:ext uri="{FF2B5EF4-FFF2-40B4-BE49-F238E27FC236}">
                  <a16:creationId xmlns:a16="http://schemas.microsoft.com/office/drawing/2014/main" id="{BDBCF78D-4B43-2D27-B0F9-D69CAA538CF1}"/>
                </a:ext>
              </a:extLst>
            </p:cNvPr>
            <p:cNvSpPr/>
            <p:nvPr/>
          </p:nvSpPr>
          <p:spPr>
            <a:xfrm>
              <a:off x="1905528" y="2477232"/>
              <a:ext cx="29745" cy="47700"/>
            </a:xfrm>
            <a:custGeom>
              <a:avLst/>
              <a:gdLst/>
              <a:ahLst/>
              <a:cxnLst/>
              <a:rect l="l" t="t" r="r" b="b"/>
              <a:pathLst>
                <a:path w="1602" h="2569" extrusionOk="0">
                  <a:moveTo>
                    <a:pt x="0" y="1"/>
                  </a:moveTo>
                  <a:lnTo>
                    <a:pt x="0" y="2569"/>
                  </a:lnTo>
                  <a:lnTo>
                    <a:pt x="1601" y="2569"/>
                  </a:lnTo>
                  <a:lnTo>
                    <a:pt x="1601"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 name="Google Shape;4525;p102">
              <a:extLst>
                <a:ext uri="{FF2B5EF4-FFF2-40B4-BE49-F238E27FC236}">
                  <a16:creationId xmlns:a16="http://schemas.microsoft.com/office/drawing/2014/main" id="{F4729AE0-596C-6CF9-9B23-1E94E3217E1B}"/>
                </a:ext>
              </a:extLst>
            </p:cNvPr>
            <p:cNvSpPr/>
            <p:nvPr/>
          </p:nvSpPr>
          <p:spPr>
            <a:xfrm>
              <a:off x="1905528" y="2426450"/>
              <a:ext cx="29745" cy="47087"/>
            </a:xfrm>
            <a:custGeom>
              <a:avLst/>
              <a:gdLst/>
              <a:ahLst/>
              <a:cxnLst/>
              <a:rect l="l" t="t" r="r" b="b"/>
              <a:pathLst>
                <a:path w="1602" h="2536" extrusionOk="0">
                  <a:moveTo>
                    <a:pt x="0" y="0"/>
                  </a:moveTo>
                  <a:lnTo>
                    <a:pt x="0" y="2535"/>
                  </a:lnTo>
                  <a:lnTo>
                    <a:pt x="1601" y="2535"/>
                  </a:lnTo>
                  <a:lnTo>
                    <a:pt x="1601"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 name="Google Shape;4526;p102">
              <a:extLst>
                <a:ext uri="{FF2B5EF4-FFF2-40B4-BE49-F238E27FC236}">
                  <a16:creationId xmlns:a16="http://schemas.microsoft.com/office/drawing/2014/main" id="{30D95B7C-A039-20DE-A4B3-9A379CDAD1E7}"/>
                </a:ext>
              </a:extLst>
            </p:cNvPr>
            <p:cNvSpPr/>
            <p:nvPr/>
          </p:nvSpPr>
          <p:spPr>
            <a:xfrm>
              <a:off x="1867743" y="2200985"/>
              <a:ext cx="424286" cy="143712"/>
            </a:xfrm>
            <a:custGeom>
              <a:avLst/>
              <a:gdLst/>
              <a:ahLst/>
              <a:cxnLst/>
              <a:rect l="l" t="t" r="r" b="b"/>
              <a:pathLst>
                <a:path w="22851" h="7740" extrusionOk="0">
                  <a:moveTo>
                    <a:pt x="1" y="1"/>
                  </a:moveTo>
                  <a:lnTo>
                    <a:pt x="1" y="7740"/>
                  </a:lnTo>
                  <a:lnTo>
                    <a:pt x="22850" y="7740"/>
                  </a:lnTo>
                  <a:lnTo>
                    <a:pt x="22850"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 name="Google Shape;4527;p102">
              <a:extLst>
                <a:ext uri="{FF2B5EF4-FFF2-40B4-BE49-F238E27FC236}">
                  <a16:creationId xmlns:a16="http://schemas.microsoft.com/office/drawing/2014/main" id="{7A175B97-EDA3-9C0E-7591-DE1A2D57184F}"/>
                </a:ext>
              </a:extLst>
            </p:cNvPr>
            <p:cNvSpPr/>
            <p:nvPr/>
          </p:nvSpPr>
          <p:spPr>
            <a:xfrm>
              <a:off x="1849788" y="2153304"/>
              <a:ext cx="464540" cy="51432"/>
            </a:xfrm>
            <a:custGeom>
              <a:avLst/>
              <a:gdLst/>
              <a:ahLst/>
              <a:cxnLst/>
              <a:rect l="l" t="t" r="r" b="b"/>
              <a:pathLst>
                <a:path w="25019" h="2770" extrusionOk="0">
                  <a:moveTo>
                    <a:pt x="3536" y="0"/>
                  </a:moveTo>
                  <a:lnTo>
                    <a:pt x="0" y="2769"/>
                  </a:lnTo>
                  <a:lnTo>
                    <a:pt x="25018" y="2769"/>
                  </a:lnTo>
                  <a:lnTo>
                    <a:pt x="24718" y="2569"/>
                  </a:lnTo>
                  <a:lnTo>
                    <a:pt x="21382" y="0"/>
                  </a:lnTo>
                  <a:close/>
                </a:path>
              </a:pathLst>
            </a:custGeom>
            <a:solidFill>
              <a:srgbClr val="66666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4528;p102">
              <a:extLst>
                <a:ext uri="{FF2B5EF4-FFF2-40B4-BE49-F238E27FC236}">
                  <a16:creationId xmlns:a16="http://schemas.microsoft.com/office/drawing/2014/main" id="{EDD2D631-A5E8-DED8-EE19-C9A009C37F9B}"/>
                </a:ext>
              </a:extLst>
            </p:cNvPr>
            <p:cNvSpPr/>
            <p:nvPr/>
          </p:nvSpPr>
          <p:spPr>
            <a:xfrm>
              <a:off x="1843587" y="2195415"/>
              <a:ext cx="470111" cy="14260"/>
            </a:xfrm>
            <a:custGeom>
              <a:avLst/>
              <a:gdLst/>
              <a:ahLst/>
              <a:cxnLst/>
              <a:rect l="l" t="t" r="r" b="b"/>
              <a:pathLst>
                <a:path w="25319" h="768" extrusionOk="0">
                  <a:moveTo>
                    <a:pt x="1" y="1"/>
                  </a:moveTo>
                  <a:lnTo>
                    <a:pt x="1" y="768"/>
                  </a:lnTo>
                  <a:lnTo>
                    <a:pt x="25319" y="768"/>
                  </a:lnTo>
                  <a:lnTo>
                    <a:pt x="25319" y="1"/>
                  </a:lnTo>
                  <a:close/>
                </a:path>
              </a:pathLst>
            </a:custGeom>
            <a:solidFill>
              <a:srgbClr val="407B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4529;p102">
              <a:extLst>
                <a:ext uri="{FF2B5EF4-FFF2-40B4-BE49-F238E27FC236}">
                  <a16:creationId xmlns:a16="http://schemas.microsoft.com/office/drawing/2014/main" id="{1DCC3F9E-130A-79B8-FC89-AE4B1DDA6DFB}"/>
                </a:ext>
              </a:extLst>
            </p:cNvPr>
            <p:cNvSpPr/>
            <p:nvPr/>
          </p:nvSpPr>
          <p:spPr>
            <a:xfrm>
              <a:off x="1843587" y="2195415"/>
              <a:ext cx="470111" cy="14260"/>
            </a:xfrm>
            <a:custGeom>
              <a:avLst/>
              <a:gdLst/>
              <a:ahLst/>
              <a:cxnLst/>
              <a:rect l="l" t="t" r="r" b="b"/>
              <a:pathLst>
                <a:path w="25319" h="768" extrusionOk="0">
                  <a:moveTo>
                    <a:pt x="1" y="1"/>
                  </a:moveTo>
                  <a:lnTo>
                    <a:pt x="1" y="768"/>
                  </a:lnTo>
                  <a:lnTo>
                    <a:pt x="25319" y="768"/>
                  </a:lnTo>
                  <a:lnTo>
                    <a:pt x="25319" y="1"/>
                  </a:lnTo>
                  <a:close/>
                </a:path>
              </a:pathLst>
            </a:custGeom>
            <a:solidFill>
              <a:srgbClr val="66666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4530;p102">
              <a:extLst>
                <a:ext uri="{FF2B5EF4-FFF2-40B4-BE49-F238E27FC236}">
                  <a16:creationId xmlns:a16="http://schemas.microsoft.com/office/drawing/2014/main" id="{680A5361-2957-593D-C016-516B34DAF81D}"/>
                </a:ext>
              </a:extLst>
            </p:cNvPr>
            <p:cNvSpPr/>
            <p:nvPr/>
          </p:nvSpPr>
          <p:spPr>
            <a:xfrm>
              <a:off x="1992851" y="2288940"/>
              <a:ext cx="28520" cy="47718"/>
            </a:xfrm>
            <a:custGeom>
              <a:avLst/>
              <a:gdLst/>
              <a:ahLst/>
              <a:cxnLst/>
              <a:rect l="l" t="t" r="r" b="b"/>
              <a:pathLst>
                <a:path w="1536" h="2570" extrusionOk="0">
                  <a:moveTo>
                    <a:pt x="1" y="1"/>
                  </a:moveTo>
                  <a:lnTo>
                    <a:pt x="1" y="2569"/>
                  </a:lnTo>
                  <a:lnTo>
                    <a:pt x="1535" y="2569"/>
                  </a:lnTo>
                  <a:lnTo>
                    <a:pt x="1535"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4531;p102">
              <a:extLst>
                <a:ext uri="{FF2B5EF4-FFF2-40B4-BE49-F238E27FC236}">
                  <a16:creationId xmlns:a16="http://schemas.microsoft.com/office/drawing/2014/main" id="{09607BC5-90CD-76E2-B5CE-E1B95842954F}"/>
                </a:ext>
              </a:extLst>
            </p:cNvPr>
            <p:cNvSpPr/>
            <p:nvPr/>
          </p:nvSpPr>
          <p:spPr>
            <a:xfrm>
              <a:off x="1992851" y="2241257"/>
              <a:ext cx="28520" cy="47700"/>
            </a:xfrm>
            <a:custGeom>
              <a:avLst/>
              <a:gdLst/>
              <a:ahLst/>
              <a:cxnLst/>
              <a:rect l="l" t="t" r="r" b="b"/>
              <a:pathLst>
                <a:path w="1536" h="2569" extrusionOk="0">
                  <a:moveTo>
                    <a:pt x="1" y="0"/>
                  </a:moveTo>
                  <a:lnTo>
                    <a:pt x="1" y="2569"/>
                  </a:lnTo>
                  <a:lnTo>
                    <a:pt x="1535" y="2569"/>
                  </a:lnTo>
                  <a:lnTo>
                    <a:pt x="1535"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4532;p102">
              <a:extLst>
                <a:ext uri="{FF2B5EF4-FFF2-40B4-BE49-F238E27FC236}">
                  <a16:creationId xmlns:a16="http://schemas.microsoft.com/office/drawing/2014/main" id="{EC082780-1182-A588-1747-B0FE0D6331EA}"/>
                </a:ext>
              </a:extLst>
            </p:cNvPr>
            <p:cNvSpPr/>
            <p:nvPr/>
          </p:nvSpPr>
          <p:spPr>
            <a:xfrm>
              <a:off x="2025066" y="2288940"/>
              <a:ext cx="29745" cy="47718"/>
            </a:xfrm>
            <a:custGeom>
              <a:avLst/>
              <a:gdLst/>
              <a:ahLst/>
              <a:cxnLst/>
              <a:rect l="l" t="t" r="r" b="b"/>
              <a:pathLst>
                <a:path w="1602" h="2570" extrusionOk="0">
                  <a:moveTo>
                    <a:pt x="0" y="1"/>
                  </a:moveTo>
                  <a:lnTo>
                    <a:pt x="0" y="2569"/>
                  </a:lnTo>
                  <a:lnTo>
                    <a:pt x="1601" y="2569"/>
                  </a:lnTo>
                  <a:lnTo>
                    <a:pt x="1601"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4533;p102">
              <a:extLst>
                <a:ext uri="{FF2B5EF4-FFF2-40B4-BE49-F238E27FC236}">
                  <a16:creationId xmlns:a16="http://schemas.microsoft.com/office/drawing/2014/main" id="{67A169D8-5E77-DAD7-9FF0-E1AF54B294AC}"/>
                </a:ext>
              </a:extLst>
            </p:cNvPr>
            <p:cNvSpPr/>
            <p:nvPr/>
          </p:nvSpPr>
          <p:spPr>
            <a:xfrm>
              <a:off x="2025066" y="2241257"/>
              <a:ext cx="29745" cy="47700"/>
            </a:xfrm>
            <a:custGeom>
              <a:avLst/>
              <a:gdLst/>
              <a:ahLst/>
              <a:cxnLst/>
              <a:rect l="l" t="t" r="r" b="b"/>
              <a:pathLst>
                <a:path w="1602" h="2569" extrusionOk="0">
                  <a:moveTo>
                    <a:pt x="0" y="0"/>
                  </a:moveTo>
                  <a:lnTo>
                    <a:pt x="0" y="2569"/>
                  </a:lnTo>
                  <a:lnTo>
                    <a:pt x="1601" y="2569"/>
                  </a:lnTo>
                  <a:lnTo>
                    <a:pt x="1601"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4534;p102">
              <a:extLst>
                <a:ext uri="{FF2B5EF4-FFF2-40B4-BE49-F238E27FC236}">
                  <a16:creationId xmlns:a16="http://schemas.microsoft.com/office/drawing/2014/main" id="{80ADA579-4479-F849-C91D-340FE21999CB}"/>
                </a:ext>
              </a:extLst>
            </p:cNvPr>
            <p:cNvSpPr/>
            <p:nvPr/>
          </p:nvSpPr>
          <p:spPr>
            <a:xfrm>
              <a:off x="1891899" y="2288940"/>
              <a:ext cx="28501" cy="47718"/>
            </a:xfrm>
            <a:custGeom>
              <a:avLst/>
              <a:gdLst/>
              <a:ahLst/>
              <a:cxnLst/>
              <a:rect l="l" t="t" r="r" b="b"/>
              <a:pathLst>
                <a:path w="1535" h="2570" extrusionOk="0">
                  <a:moveTo>
                    <a:pt x="0" y="1"/>
                  </a:moveTo>
                  <a:lnTo>
                    <a:pt x="0" y="2569"/>
                  </a:lnTo>
                  <a:lnTo>
                    <a:pt x="1535" y="2569"/>
                  </a:lnTo>
                  <a:lnTo>
                    <a:pt x="1535"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4535;p102">
              <a:extLst>
                <a:ext uri="{FF2B5EF4-FFF2-40B4-BE49-F238E27FC236}">
                  <a16:creationId xmlns:a16="http://schemas.microsoft.com/office/drawing/2014/main" id="{FD6FD4A5-D295-DC77-862F-8E42ADF2482B}"/>
                </a:ext>
              </a:extLst>
            </p:cNvPr>
            <p:cNvSpPr/>
            <p:nvPr/>
          </p:nvSpPr>
          <p:spPr>
            <a:xfrm>
              <a:off x="1891899" y="2238157"/>
              <a:ext cx="28501" cy="47700"/>
            </a:xfrm>
            <a:custGeom>
              <a:avLst/>
              <a:gdLst/>
              <a:ahLst/>
              <a:cxnLst/>
              <a:rect l="l" t="t" r="r" b="b"/>
              <a:pathLst>
                <a:path w="1535" h="2569" extrusionOk="0">
                  <a:moveTo>
                    <a:pt x="0" y="0"/>
                  </a:moveTo>
                  <a:lnTo>
                    <a:pt x="0" y="2569"/>
                  </a:lnTo>
                  <a:lnTo>
                    <a:pt x="1535" y="2569"/>
                  </a:lnTo>
                  <a:lnTo>
                    <a:pt x="1535"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4536;p102">
              <a:extLst>
                <a:ext uri="{FF2B5EF4-FFF2-40B4-BE49-F238E27FC236}">
                  <a16:creationId xmlns:a16="http://schemas.microsoft.com/office/drawing/2014/main" id="{BF6FF8D0-AC6E-482D-AB2F-00B9BBD71153}"/>
                </a:ext>
              </a:extLst>
            </p:cNvPr>
            <p:cNvSpPr/>
            <p:nvPr/>
          </p:nvSpPr>
          <p:spPr>
            <a:xfrm>
              <a:off x="1924114" y="2288940"/>
              <a:ext cx="29745" cy="47718"/>
            </a:xfrm>
            <a:custGeom>
              <a:avLst/>
              <a:gdLst/>
              <a:ahLst/>
              <a:cxnLst/>
              <a:rect l="l" t="t" r="r" b="b"/>
              <a:pathLst>
                <a:path w="1602" h="2570" extrusionOk="0">
                  <a:moveTo>
                    <a:pt x="0" y="1"/>
                  </a:moveTo>
                  <a:lnTo>
                    <a:pt x="0" y="2569"/>
                  </a:lnTo>
                  <a:lnTo>
                    <a:pt x="1601" y="2569"/>
                  </a:lnTo>
                  <a:lnTo>
                    <a:pt x="1601"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4537;p102">
              <a:extLst>
                <a:ext uri="{FF2B5EF4-FFF2-40B4-BE49-F238E27FC236}">
                  <a16:creationId xmlns:a16="http://schemas.microsoft.com/office/drawing/2014/main" id="{E66C500A-60E4-67EA-0CBA-59C246EE0E3E}"/>
                </a:ext>
              </a:extLst>
            </p:cNvPr>
            <p:cNvSpPr/>
            <p:nvPr/>
          </p:nvSpPr>
          <p:spPr>
            <a:xfrm>
              <a:off x="1924114" y="2238157"/>
              <a:ext cx="29745" cy="47700"/>
            </a:xfrm>
            <a:custGeom>
              <a:avLst/>
              <a:gdLst/>
              <a:ahLst/>
              <a:cxnLst/>
              <a:rect l="l" t="t" r="r" b="b"/>
              <a:pathLst>
                <a:path w="1602" h="2569" extrusionOk="0">
                  <a:moveTo>
                    <a:pt x="0" y="0"/>
                  </a:moveTo>
                  <a:lnTo>
                    <a:pt x="0" y="2569"/>
                  </a:lnTo>
                  <a:lnTo>
                    <a:pt x="1601" y="2569"/>
                  </a:lnTo>
                  <a:lnTo>
                    <a:pt x="1601"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4538;p102">
              <a:extLst>
                <a:ext uri="{FF2B5EF4-FFF2-40B4-BE49-F238E27FC236}">
                  <a16:creationId xmlns:a16="http://schemas.microsoft.com/office/drawing/2014/main" id="{EAD19995-6B64-3977-3A62-22D1C1E26DA2}"/>
                </a:ext>
              </a:extLst>
            </p:cNvPr>
            <p:cNvSpPr/>
            <p:nvPr/>
          </p:nvSpPr>
          <p:spPr>
            <a:xfrm>
              <a:off x="2214584" y="2292040"/>
              <a:ext cx="29132" cy="47718"/>
            </a:xfrm>
            <a:custGeom>
              <a:avLst/>
              <a:gdLst/>
              <a:ahLst/>
              <a:cxnLst/>
              <a:rect l="l" t="t" r="r" b="b"/>
              <a:pathLst>
                <a:path w="1569" h="2570" extrusionOk="0">
                  <a:moveTo>
                    <a:pt x="1" y="1"/>
                  </a:moveTo>
                  <a:lnTo>
                    <a:pt x="1" y="2569"/>
                  </a:lnTo>
                  <a:lnTo>
                    <a:pt x="1568" y="2569"/>
                  </a:lnTo>
                  <a:lnTo>
                    <a:pt x="1568"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4539;p102">
              <a:extLst>
                <a:ext uri="{FF2B5EF4-FFF2-40B4-BE49-F238E27FC236}">
                  <a16:creationId xmlns:a16="http://schemas.microsoft.com/office/drawing/2014/main" id="{0189EB2E-D383-90F6-02BE-6CD987269360}"/>
                </a:ext>
              </a:extLst>
            </p:cNvPr>
            <p:cNvSpPr/>
            <p:nvPr/>
          </p:nvSpPr>
          <p:spPr>
            <a:xfrm>
              <a:off x="2214584" y="2241257"/>
              <a:ext cx="29132" cy="47700"/>
            </a:xfrm>
            <a:custGeom>
              <a:avLst/>
              <a:gdLst/>
              <a:ahLst/>
              <a:cxnLst/>
              <a:rect l="l" t="t" r="r" b="b"/>
              <a:pathLst>
                <a:path w="1569" h="2569" extrusionOk="0">
                  <a:moveTo>
                    <a:pt x="1" y="0"/>
                  </a:moveTo>
                  <a:lnTo>
                    <a:pt x="1" y="2569"/>
                  </a:lnTo>
                  <a:lnTo>
                    <a:pt x="1568" y="2569"/>
                  </a:lnTo>
                  <a:lnTo>
                    <a:pt x="1568"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4540;p102">
              <a:extLst>
                <a:ext uri="{FF2B5EF4-FFF2-40B4-BE49-F238E27FC236}">
                  <a16:creationId xmlns:a16="http://schemas.microsoft.com/office/drawing/2014/main" id="{DD58F475-0EC5-3251-709D-9284BE0CDBE5}"/>
                </a:ext>
              </a:extLst>
            </p:cNvPr>
            <p:cNvSpPr/>
            <p:nvPr/>
          </p:nvSpPr>
          <p:spPr>
            <a:xfrm>
              <a:off x="2247411" y="2292040"/>
              <a:ext cx="29132" cy="47718"/>
            </a:xfrm>
            <a:custGeom>
              <a:avLst/>
              <a:gdLst/>
              <a:ahLst/>
              <a:cxnLst/>
              <a:rect l="l" t="t" r="r" b="b"/>
              <a:pathLst>
                <a:path w="1569" h="2570" extrusionOk="0">
                  <a:moveTo>
                    <a:pt x="0" y="1"/>
                  </a:moveTo>
                  <a:lnTo>
                    <a:pt x="0" y="2569"/>
                  </a:lnTo>
                  <a:lnTo>
                    <a:pt x="1568" y="2569"/>
                  </a:lnTo>
                  <a:lnTo>
                    <a:pt x="1568"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 name="Google Shape;4541;p102">
              <a:extLst>
                <a:ext uri="{FF2B5EF4-FFF2-40B4-BE49-F238E27FC236}">
                  <a16:creationId xmlns:a16="http://schemas.microsoft.com/office/drawing/2014/main" id="{9A5E6065-A9F5-4E1A-221B-522FF9D04A4E}"/>
                </a:ext>
              </a:extLst>
            </p:cNvPr>
            <p:cNvSpPr/>
            <p:nvPr/>
          </p:nvSpPr>
          <p:spPr>
            <a:xfrm>
              <a:off x="2247411" y="2241257"/>
              <a:ext cx="29132" cy="47700"/>
            </a:xfrm>
            <a:custGeom>
              <a:avLst/>
              <a:gdLst/>
              <a:ahLst/>
              <a:cxnLst/>
              <a:rect l="l" t="t" r="r" b="b"/>
              <a:pathLst>
                <a:path w="1569" h="2569" extrusionOk="0">
                  <a:moveTo>
                    <a:pt x="0" y="0"/>
                  </a:moveTo>
                  <a:lnTo>
                    <a:pt x="0" y="2569"/>
                  </a:lnTo>
                  <a:lnTo>
                    <a:pt x="1568" y="2569"/>
                  </a:lnTo>
                  <a:lnTo>
                    <a:pt x="1568"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6" name="Google Shape;4542;p102">
              <a:extLst>
                <a:ext uri="{FF2B5EF4-FFF2-40B4-BE49-F238E27FC236}">
                  <a16:creationId xmlns:a16="http://schemas.microsoft.com/office/drawing/2014/main" id="{8AEC1054-ED76-524D-D1E6-7248BB3182DA}"/>
                </a:ext>
              </a:extLst>
            </p:cNvPr>
            <p:cNvSpPr/>
            <p:nvPr/>
          </p:nvSpPr>
          <p:spPr>
            <a:xfrm>
              <a:off x="2113633" y="2292040"/>
              <a:ext cx="29132" cy="47718"/>
            </a:xfrm>
            <a:custGeom>
              <a:avLst/>
              <a:gdLst/>
              <a:ahLst/>
              <a:cxnLst/>
              <a:rect l="l" t="t" r="r" b="b"/>
              <a:pathLst>
                <a:path w="1569" h="2570" extrusionOk="0">
                  <a:moveTo>
                    <a:pt x="0" y="1"/>
                  </a:moveTo>
                  <a:lnTo>
                    <a:pt x="0" y="2569"/>
                  </a:lnTo>
                  <a:lnTo>
                    <a:pt x="1568" y="2569"/>
                  </a:lnTo>
                  <a:lnTo>
                    <a:pt x="1568"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4543;p102">
              <a:extLst>
                <a:ext uri="{FF2B5EF4-FFF2-40B4-BE49-F238E27FC236}">
                  <a16:creationId xmlns:a16="http://schemas.microsoft.com/office/drawing/2014/main" id="{383F019E-9A8F-227B-9BCA-BC97579C5E66}"/>
                </a:ext>
              </a:extLst>
            </p:cNvPr>
            <p:cNvSpPr/>
            <p:nvPr/>
          </p:nvSpPr>
          <p:spPr>
            <a:xfrm>
              <a:off x="2113633" y="2241257"/>
              <a:ext cx="29132" cy="47700"/>
            </a:xfrm>
            <a:custGeom>
              <a:avLst/>
              <a:gdLst/>
              <a:ahLst/>
              <a:cxnLst/>
              <a:rect l="l" t="t" r="r" b="b"/>
              <a:pathLst>
                <a:path w="1569" h="2569" extrusionOk="0">
                  <a:moveTo>
                    <a:pt x="0" y="0"/>
                  </a:moveTo>
                  <a:lnTo>
                    <a:pt x="0" y="2569"/>
                  </a:lnTo>
                  <a:lnTo>
                    <a:pt x="1568" y="2569"/>
                  </a:lnTo>
                  <a:lnTo>
                    <a:pt x="1568"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 name="Google Shape;4544;p102">
              <a:extLst>
                <a:ext uri="{FF2B5EF4-FFF2-40B4-BE49-F238E27FC236}">
                  <a16:creationId xmlns:a16="http://schemas.microsoft.com/office/drawing/2014/main" id="{BB7174B5-1149-4ADA-21CC-CF8E56171612}"/>
                </a:ext>
              </a:extLst>
            </p:cNvPr>
            <p:cNvSpPr/>
            <p:nvPr/>
          </p:nvSpPr>
          <p:spPr>
            <a:xfrm>
              <a:off x="2145829" y="2292040"/>
              <a:ext cx="29764" cy="47718"/>
            </a:xfrm>
            <a:custGeom>
              <a:avLst/>
              <a:gdLst/>
              <a:ahLst/>
              <a:cxnLst/>
              <a:rect l="l" t="t" r="r" b="b"/>
              <a:pathLst>
                <a:path w="1603" h="2570" extrusionOk="0">
                  <a:moveTo>
                    <a:pt x="1" y="1"/>
                  </a:moveTo>
                  <a:lnTo>
                    <a:pt x="1" y="2569"/>
                  </a:lnTo>
                  <a:lnTo>
                    <a:pt x="1602" y="2569"/>
                  </a:lnTo>
                  <a:lnTo>
                    <a:pt x="1602"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4545;p102">
              <a:extLst>
                <a:ext uri="{FF2B5EF4-FFF2-40B4-BE49-F238E27FC236}">
                  <a16:creationId xmlns:a16="http://schemas.microsoft.com/office/drawing/2014/main" id="{475A7577-4117-518D-691E-4E6A6ACCC05D}"/>
                </a:ext>
              </a:extLst>
            </p:cNvPr>
            <p:cNvSpPr/>
            <p:nvPr/>
          </p:nvSpPr>
          <p:spPr>
            <a:xfrm>
              <a:off x="2145829" y="2241257"/>
              <a:ext cx="29764" cy="47700"/>
            </a:xfrm>
            <a:custGeom>
              <a:avLst/>
              <a:gdLst/>
              <a:ahLst/>
              <a:cxnLst/>
              <a:rect l="l" t="t" r="r" b="b"/>
              <a:pathLst>
                <a:path w="1603" h="2569" extrusionOk="0">
                  <a:moveTo>
                    <a:pt x="1" y="0"/>
                  </a:moveTo>
                  <a:lnTo>
                    <a:pt x="1" y="2569"/>
                  </a:lnTo>
                  <a:lnTo>
                    <a:pt x="1602" y="2569"/>
                  </a:lnTo>
                  <a:lnTo>
                    <a:pt x="1602"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4546;p102">
              <a:extLst>
                <a:ext uri="{FF2B5EF4-FFF2-40B4-BE49-F238E27FC236}">
                  <a16:creationId xmlns:a16="http://schemas.microsoft.com/office/drawing/2014/main" id="{A6DE73F2-3C25-960C-B4A9-37F520C8269C}"/>
                </a:ext>
              </a:extLst>
            </p:cNvPr>
            <p:cNvSpPr/>
            <p:nvPr/>
          </p:nvSpPr>
          <p:spPr>
            <a:xfrm>
              <a:off x="1801476" y="2345923"/>
              <a:ext cx="558065" cy="30989"/>
            </a:xfrm>
            <a:custGeom>
              <a:avLst/>
              <a:gdLst/>
              <a:ahLst/>
              <a:cxnLst/>
              <a:rect l="l" t="t" r="r" b="b"/>
              <a:pathLst>
                <a:path w="30056" h="1669" extrusionOk="0">
                  <a:moveTo>
                    <a:pt x="2135" y="1"/>
                  </a:moveTo>
                  <a:lnTo>
                    <a:pt x="0" y="1668"/>
                  </a:lnTo>
                  <a:lnTo>
                    <a:pt x="30055" y="1668"/>
                  </a:lnTo>
                  <a:lnTo>
                    <a:pt x="29755" y="1435"/>
                  </a:lnTo>
                  <a:lnTo>
                    <a:pt x="27887" y="1"/>
                  </a:lnTo>
                  <a:close/>
                </a:path>
              </a:pathLst>
            </a:custGeom>
            <a:solidFill>
              <a:srgbClr val="66666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4547;p102">
              <a:extLst>
                <a:ext uri="{FF2B5EF4-FFF2-40B4-BE49-F238E27FC236}">
                  <a16:creationId xmlns:a16="http://schemas.microsoft.com/office/drawing/2014/main" id="{ED878D59-8B4B-CA60-A21D-DCCB4F326E70}"/>
                </a:ext>
              </a:extLst>
            </p:cNvPr>
            <p:cNvSpPr/>
            <p:nvPr/>
          </p:nvSpPr>
          <p:spPr>
            <a:xfrm>
              <a:off x="1795274" y="2366979"/>
              <a:ext cx="564266" cy="14260"/>
            </a:xfrm>
            <a:custGeom>
              <a:avLst/>
              <a:gdLst/>
              <a:ahLst/>
              <a:cxnLst/>
              <a:rect l="l" t="t" r="r" b="b"/>
              <a:pathLst>
                <a:path w="30390" h="768" extrusionOk="0">
                  <a:moveTo>
                    <a:pt x="1" y="1"/>
                  </a:moveTo>
                  <a:lnTo>
                    <a:pt x="1" y="768"/>
                  </a:lnTo>
                  <a:lnTo>
                    <a:pt x="30389" y="768"/>
                  </a:lnTo>
                  <a:lnTo>
                    <a:pt x="30389" y="1"/>
                  </a:lnTo>
                  <a:close/>
                </a:path>
              </a:pathLst>
            </a:custGeom>
            <a:solidFill>
              <a:srgbClr val="407B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4548;p102">
              <a:extLst>
                <a:ext uri="{FF2B5EF4-FFF2-40B4-BE49-F238E27FC236}">
                  <a16:creationId xmlns:a16="http://schemas.microsoft.com/office/drawing/2014/main" id="{BB9984E1-CE81-A3AA-F6BA-41242CC614CB}"/>
                </a:ext>
              </a:extLst>
            </p:cNvPr>
            <p:cNvSpPr/>
            <p:nvPr/>
          </p:nvSpPr>
          <p:spPr>
            <a:xfrm>
              <a:off x="1795274" y="2366979"/>
              <a:ext cx="564266" cy="14260"/>
            </a:xfrm>
            <a:custGeom>
              <a:avLst/>
              <a:gdLst/>
              <a:ahLst/>
              <a:cxnLst/>
              <a:rect l="l" t="t" r="r" b="b"/>
              <a:pathLst>
                <a:path w="30390" h="768" extrusionOk="0">
                  <a:moveTo>
                    <a:pt x="1" y="1"/>
                  </a:moveTo>
                  <a:lnTo>
                    <a:pt x="1" y="768"/>
                  </a:lnTo>
                  <a:lnTo>
                    <a:pt x="30389" y="768"/>
                  </a:lnTo>
                  <a:lnTo>
                    <a:pt x="30389" y="1"/>
                  </a:lnTo>
                  <a:close/>
                </a:path>
              </a:pathLst>
            </a:custGeom>
            <a:solidFill>
              <a:srgbClr val="66666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4549;p102">
              <a:extLst>
                <a:ext uri="{FF2B5EF4-FFF2-40B4-BE49-F238E27FC236}">
                  <a16:creationId xmlns:a16="http://schemas.microsoft.com/office/drawing/2014/main" id="{F0C12709-49E4-3F57-0D63-0959280DC700}"/>
                </a:ext>
              </a:extLst>
            </p:cNvPr>
            <p:cNvSpPr/>
            <p:nvPr/>
          </p:nvSpPr>
          <p:spPr>
            <a:xfrm>
              <a:off x="1808903" y="2583754"/>
              <a:ext cx="546906" cy="5589"/>
            </a:xfrm>
            <a:custGeom>
              <a:avLst/>
              <a:gdLst/>
              <a:ahLst/>
              <a:cxnLst/>
              <a:rect l="l" t="t" r="r" b="b"/>
              <a:pathLst>
                <a:path w="29455" h="301" extrusionOk="0">
                  <a:moveTo>
                    <a:pt x="401" y="1"/>
                  </a:moveTo>
                  <a:lnTo>
                    <a:pt x="1" y="301"/>
                  </a:lnTo>
                  <a:lnTo>
                    <a:pt x="29455" y="301"/>
                  </a:lnTo>
                  <a:lnTo>
                    <a:pt x="29055" y="1"/>
                  </a:lnTo>
                  <a:close/>
                </a:path>
              </a:pathLst>
            </a:custGeom>
            <a:solidFill>
              <a:srgbClr val="E0E0E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4550;p102">
              <a:extLst>
                <a:ext uri="{FF2B5EF4-FFF2-40B4-BE49-F238E27FC236}">
                  <a16:creationId xmlns:a16="http://schemas.microsoft.com/office/drawing/2014/main" id="{8D8B2914-B492-C47E-8DAD-8FEF9567311C}"/>
                </a:ext>
              </a:extLst>
            </p:cNvPr>
            <p:cNvSpPr/>
            <p:nvPr/>
          </p:nvSpPr>
          <p:spPr>
            <a:xfrm>
              <a:off x="2792442" y="583218"/>
              <a:ext cx="616905" cy="616905"/>
            </a:xfrm>
            <a:custGeom>
              <a:avLst/>
              <a:gdLst/>
              <a:ahLst/>
              <a:cxnLst/>
              <a:rect l="l" t="t" r="r" b="b"/>
              <a:pathLst>
                <a:path w="33225" h="33225" extrusionOk="0">
                  <a:moveTo>
                    <a:pt x="16653" y="1"/>
                  </a:moveTo>
                  <a:cubicBezTo>
                    <a:pt x="14899" y="1"/>
                    <a:pt x="13141" y="274"/>
                    <a:pt x="11476" y="802"/>
                  </a:cubicBezTo>
                  <a:cubicBezTo>
                    <a:pt x="11187" y="866"/>
                    <a:pt x="11237" y="1237"/>
                    <a:pt x="11508" y="1237"/>
                  </a:cubicBezTo>
                  <a:cubicBezTo>
                    <a:pt x="11519" y="1237"/>
                    <a:pt x="11530" y="1236"/>
                    <a:pt x="11542" y="1235"/>
                  </a:cubicBezTo>
                  <a:lnTo>
                    <a:pt x="11609" y="1202"/>
                  </a:lnTo>
                  <a:cubicBezTo>
                    <a:pt x="13247" y="674"/>
                    <a:pt x="14954" y="401"/>
                    <a:pt x="16653" y="401"/>
                  </a:cubicBezTo>
                  <a:cubicBezTo>
                    <a:pt x="16996" y="401"/>
                    <a:pt x="17339" y="412"/>
                    <a:pt x="17680" y="435"/>
                  </a:cubicBezTo>
                  <a:cubicBezTo>
                    <a:pt x="17698" y="439"/>
                    <a:pt x="17715" y="441"/>
                    <a:pt x="17732" y="441"/>
                  </a:cubicBezTo>
                  <a:cubicBezTo>
                    <a:pt x="17839" y="441"/>
                    <a:pt x="17914" y="354"/>
                    <a:pt x="17914" y="268"/>
                  </a:cubicBezTo>
                  <a:cubicBezTo>
                    <a:pt x="17914" y="134"/>
                    <a:pt x="17847" y="34"/>
                    <a:pt x="17713" y="34"/>
                  </a:cubicBezTo>
                  <a:cubicBezTo>
                    <a:pt x="17361" y="12"/>
                    <a:pt x="17007" y="1"/>
                    <a:pt x="16653" y="1"/>
                  </a:cubicBezTo>
                  <a:close/>
                  <a:moveTo>
                    <a:pt x="21782" y="860"/>
                  </a:moveTo>
                  <a:cubicBezTo>
                    <a:pt x="21683" y="860"/>
                    <a:pt x="21610" y="919"/>
                    <a:pt x="21583" y="1002"/>
                  </a:cubicBezTo>
                  <a:cubicBezTo>
                    <a:pt x="21549" y="1102"/>
                    <a:pt x="21583" y="1235"/>
                    <a:pt x="21716" y="1269"/>
                  </a:cubicBezTo>
                  <a:cubicBezTo>
                    <a:pt x="21983" y="1369"/>
                    <a:pt x="22217" y="1435"/>
                    <a:pt x="22483" y="1535"/>
                  </a:cubicBezTo>
                  <a:cubicBezTo>
                    <a:pt x="22500" y="1552"/>
                    <a:pt x="22517" y="1560"/>
                    <a:pt x="22529" y="1560"/>
                  </a:cubicBezTo>
                  <a:cubicBezTo>
                    <a:pt x="22542" y="1560"/>
                    <a:pt x="22550" y="1552"/>
                    <a:pt x="22550" y="1535"/>
                  </a:cubicBezTo>
                  <a:lnTo>
                    <a:pt x="22550" y="1569"/>
                  </a:lnTo>
                  <a:cubicBezTo>
                    <a:pt x="22572" y="1573"/>
                    <a:pt x="22592" y="1576"/>
                    <a:pt x="22611" y="1576"/>
                  </a:cubicBezTo>
                  <a:cubicBezTo>
                    <a:pt x="22858" y="1576"/>
                    <a:pt x="22898" y="1199"/>
                    <a:pt x="22650" y="1168"/>
                  </a:cubicBezTo>
                  <a:cubicBezTo>
                    <a:pt x="22383" y="1068"/>
                    <a:pt x="22117" y="968"/>
                    <a:pt x="21850" y="868"/>
                  </a:cubicBezTo>
                  <a:cubicBezTo>
                    <a:pt x="21826" y="862"/>
                    <a:pt x="21803" y="860"/>
                    <a:pt x="21782" y="860"/>
                  </a:cubicBezTo>
                  <a:close/>
                  <a:moveTo>
                    <a:pt x="10335" y="1260"/>
                  </a:moveTo>
                  <a:cubicBezTo>
                    <a:pt x="10316" y="1260"/>
                    <a:pt x="10296" y="1263"/>
                    <a:pt x="10275" y="1269"/>
                  </a:cubicBezTo>
                  <a:cubicBezTo>
                    <a:pt x="9608" y="1535"/>
                    <a:pt x="9007" y="1836"/>
                    <a:pt x="8373" y="2203"/>
                  </a:cubicBezTo>
                  <a:cubicBezTo>
                    <a:pt x="8273" y="2236"/>
                    <a:pt x="8240" y="2369"/>
                    <a:pt x="8307" y="2469"/>
                  </a:cubicBezTo>
                  <a:cubicBezTo>
                    <a:pt x="8340" y="2536"/>
                    <a:pt x="8407" y="2569"/>
                    <a:pt x="8473" y="2569"/>
                  </a:cubicBezTo>
                  <a:cubicBezTo>
                    <a:pt x="8507" y="2569"/>
                    <a:pt x="8540" y="2569"/>
                    <a:pt x="8574" y="2536"/>
                  </a:cubicBezTo>
                  <a:cubicBezTo>
                    <a:pt x="9174" y="2203"/>
                    <a:pt x="9808" y="1902"/>
                    <a:pt x="10442" y="1635"/>
                  </a:cubicBezTo>
                  <a:cubicBezTo>
                    <a:pt x="10624" y="1544"/>
                    <a:pt x="10530" y="1260"/>
                    <a:pt x="10335" y="1260"/>
                  </a:cubicBezTo>
                  <a:close/>
                  <a:moveTo>
                    <a:pt x="27825" y="4454"/>
                  </a:moveTo>
                  <a:cubicBezTo>
                    <a:pt x="27771" y="4454"/>
                    <a:pt x="27721" y="4471"/>
                    <a:pt x="27687" y="4504"/>
                  </a:cubicBezTo>
                  <a:cubicBezTo>
                    <a:pt x="27587" y="4604"/>
                    <a:pt x="27587" y="4738"/>
                    <a:pt x="27687" y="4804"/>
                  </a:cubicBezTo>
                  <a:cubicBezTo>
                    <a:pt x="28188" y="5271"/>
                    <a:pt x="28655" y="5772"/>
                    <a:pt x="29088" y="6305"/>
                  </a:cubicBezTo>
                  <a:cubicBezTo>
                    <a:pt x="29122" y="6339"/>
                    <a:pt x="29188" y="6372"/>
                    <a:pt x="29255" y="6372"/>
                  </a:cubicBezTo>
                  <a:cubicBezTo>
                    <a:pt x="29288" y="6372"/>
                    <a:pt x="29355" y="6372"/>
                    <a:pt x="29388" y="6339"/>
                  </a:cubicBezTo>
                  <a:cubicBezTo>
                    <a:pt x="29488" y="6272"/>
                    <a:pt x="29488" y="6139"/>
                    <a:pt x="29422" y="6039"/>
                  </a:cubicBezTo>
                  <a:cubicBezTo>
                    <a:pt x="28955" y="5505"/>
                    <a:pt x="28488" y="5005"/>
                    <a:pt x="27987" y="4504"/>
                  </a:cubicBezTo>
                  <a:cubicBezTo>
                    <a:pt x="27937" y="4471"/>
                    <a:pt x="27879" y="4454"/>
                    <a:pt x="27825" y="4454"/>
                  </a:cubicBezTo>
                  <a:close/>
                  <a:moveTo>
                    <a:pt x="3749" y="6201"/>
                  </a:moveTo>
                  <a:cubicBezTo>
                    <a:pt x="3697" y="6201"/>
                    <a:pt x="3645" y="6222"/>
                    <a:pt x="3603" y="6272"/>
                  </a:cubicBezTo>
                  <a:cubicBezTo>
                    <a:pt x="3437" y="6506"/>
                    <a:pt x="3270" y="6739"/>
                    <a:pt x="3103" y="6973"/>
                  </a:cubicBezTo>
                  <a:cubicBezTo>
                    <a:pt x="3003" y="7039"/>
                    <a:pt x="3036" y="7173"/>
                    <a:pt x="3136" y="7239"/>
                  </a:cubicBezTo>
                  <a:cubicBezTo>
                    <a:pt x="3170" y="7273"/>
                    <a:pt x="3203" y="7273"/>
                    <a:pt x="3270" y="7273"/>
                  </a:cubicBezTo>
                  <a:cubicBezTo>
                    <a:pt x="3288" y="7282"/>
                    <a:pt x="3306" y="7286"/>
                    <a:pt x="3323" y="7286"/>
                  </a:cubicBezTo>
                  <a:cubicBezTo>
                    <a:pt x="3370" y="7286"/>
                    <a:pt x="3412" y="7255"/>
                    <a:pt x="3437" y="7206"/>
                  </a:cubicBezTo>
                  <a:cubicBezTo>
                    <a:pt x="3603" y="6973"/>
                    <a:pt x="3770" y="6772"/>
                    <a:pt x="3937" y="6539"/>
                  </a:cubicBezTo>
                  <a:cubicBezTo>
                    <a:pt x="4062" y="6389"/>
                    <a:pt x="3906" y="6201"/>
                    <a:pt x="3749" y="6201"/>
                  </a:cubicBezTo>
                  <a:close/>
                  <a:moveTo>
                    <a:pt x="30009" y="6943"/>
                  </a:moveTo>
                  <a:cubicBezTo>
                    <a:pt x="29853" y="6943"/>
                    <a:pt x="29704" y="7108"/>
                    <a:pt x="29822" y="7273"/>
                  </a:cubicBezTo>
                  <a:cubicBezTo>
                    <a:pt x="31023" y="8974"/>
                    <a:pt x="31890" y="10875"/>
                    <a:pt x="32357" y="12877"/>
                  </a:cubicBezTo>
                  <a:cubicBezTo>
                    <a:pt x="32391" y="12977"/>
                    <a:pt x="32457" y="13044"/>
                    <a:pt x="32557" y="13044"/>
                  </a:cubicBezTo>
                  <a:lnTo>
                    <a:pt x="32624" y="13044"/>
                  </a:lnTo>
                  <a:cubicBezTo>
                    <a:pt x="32724" y="13010"/>
                    <a:pt x="32791" y="12877"/>
                    <a:pt x="32757" y="12777"/>
                  </a:cubicBezTo>
                  <a:cubicBezTo>
                    <a:pt x="32290" y="10709"/>
                    <a:pt x="31390" y="8774"/>
                    <a:pt x="30189" y="7039"/>
                  </a:cubicBezTo>
                  <a:cubicBezTo>
                    <a:pt x="30140" y="6971"/>
                    <a:pt x="30074" y="6943"/>
                    <a:pt x="30009" y="6943"/>
                  </a:cubicBezTo>
                  <a:close/>
                  <a:moveTo>
                    <a:pt x="1294" y="10563"/>
                  </a:moveTo>
                  <a:cubicBezTo>
                    <a:pt x="1211" y="10563"/>
                    <a:pt x="1127" y="10607"/>
                    <a:pt x="1102" y="10709"/>
                  </a:cubicBezTo>
                  <a:cubicBezTo>
                    <a:pt x="368" y="12577"/>
                    <a:pt x="1" y="14578"/>
                    <a:pt x="1" y="16613"/>
                  </a:cubicBezTo>
                  <a:lnTo>
                    <a:pt x="1" y="16880"/>
                  </a:lnTo>
                  <a:cubicBezTo>
                    <a:pt x="1" y="16980"/>
                    <a:pt x="67" y="17080"/>
                    <a:pt x="201" y="17080"/>
                  </a:cubicBezTo>
                  <a:cubicBezTo>
                    <a:pt x="301" y="17080"/>
                    <a:pt x="401" y="16980"/>
                    <a:pt x="401" y="16880"/>
                  </a:cubicBezTo>
                  <a:lnTo>
                    <a:pt x="401" y="16646"/>
                  </a:lnTo>
                  <a:cubicBezTo>
                    <a:pt x="401" y="14645"/>
                    <a:pt x="768" y="12677"/>
                    <a:pt x="1502" y="10842"/>
                  </a:cubicBezTo>
                  <a:cubicBezTo>
                    <a:pt x="1535" y="10742"/>
                    <a:pt x="1468" y="10609"/>
                    <a:pt x="1368" y="10575"/>
                  </a:cubicBezTo>
                  <a:cubicBezTo>
                    <a:pt x="1345" y="10567"/>
                    <a:pt x="1319" y="10563"/>
                    <a:pt x="1294" y="10563"/>
                  </a:cubicBezTo>
                  <a:close/>
                  <a:moveTo>
                    <a:pt x="33024" y="16746"/>
                  </a:moveTo>
                  <a:cubicBezTo>
                    <a:pt x="32924" y="16746"/>
                    <a:pt x="32824" y="16846"/>
                    <a:pt x="32824" y="16946"/>
                  </a:cubicBezTo>
                  <a:cubicBezTo>
                    <a:pt x="32824" y="17247"/>
                    <a:pt x="32791" y="17513"/>
                    <a:pt x="32791" y="17780"/>
                  </a:cubicBezTo>
                  <a:cubicBezTo>
                    <a:pt x="32757" y="17914"/>
                    <a:pt x="32858" y="18014"/>
                    <a:pt x="32958" y="18014"/>
                  </a:cubicBezTo>
                  <a:cubicBezTo>
                    <a:pt x="33091" y="18014"/>
                    <a:pt x="33191" y="17914"/>
                    <a:pt x="33191" y="17780"/>
                  </a:cubicBezTo>
                  <a:cubicBezTo>
                    <a:pt x="33224" y="17513"/>
                    <a:pt x="33224" y="17247"/>
                    <a:pt x="33224" y="16946"/>
                  </a:cubicBezTo>
                  <a:cubicBezTo>
                    <a:pt x="33224" y="16846"/>
                    <a:pt x="33158" y="16746"/>
                    <a:pt x="33024" y="16746"/>
                  </a:cubicBezTo>
                  <a:close/>
                  <a:moveTo>
                    <a:pt x="286" y="17907"/>
                  </a:moveTo>
                  <a:cubicBezTo>
                    <a:pt x="269" y="17907"/>
                    <a:pt x="252" y="17909"/>
                    <a:pt x="234" y="17914"/>
                  </a:cubicBezTo>
                  <a:cubicBezTo>
                    <a:pt x="134" y="17914"/>
                    <a:pt x="34" y="18014"/>
                    <a:pt x="67" y="18147"/>
                  </a:cubicBezTo>
                  <a:cubicBezTo>
                    <a:pt x="134" y="18848"/>
                    <a:pt x="234" y="19515"/>
                    <a:pt x="368" y="20215"/>
                  </a:cubicBezTo>
                  <a:cubicBezTo>
                    <a:pt x="401" y="20315"/>
                    <a:pt x="501" y="20382"/>
                    <a:pt x="601" y="20382"/>
                  </a:cubicBezTo>
                  <a:lnTo>
                    <a:pt x="635" y="20382"/>
                  </a:lnTo>
                  <a:cubicBezTo>
                    <a:pt x="735" y="20349"/>
                    <a:pt x="801" y="20249"/>
                    <a:pt x="801" y="20115"/>
                  </a:cubicBezTo>
                  <a:cubicBezTo>
                    <a:pt x="635" y="19448"/>
                    <a:pt x="534" y="18781"/>
                    <a:pt x="468" y="18081"/>
                  </a:cubicBezTo>
                  <a:cubicBezTo>
                    <a:pt x="468" y="17994"/>
                    <a:pt x="393" y="17907"/>
                    <a:pt x="286" y="17907"/>
                  </a:cubicBezTo>
                  <a:close/>
                  <a:moveTo>
                    <a:pt x="31811" y="22571"/>
                  </a:moveTo>
                  <a:cubicBezTo>
                    <a:pt x="31730" y="22571"/>
                    <a:pt x="31648" y="22609"/>
                    <a:pt x="31623" y="22684"/>
                  </a:cubicBezTo>
                  <a:cubicBezTo>
                    <a:pt x="31356" y="23318"/>
                    <a:pt x="31090" y="23951"/>
                    <a:pt x="30756" y="24552"/>
                  </a:cubicBezTo>
                  <a:cubicBezTo>
                    <a:pt x="30656" y="24685"/>
                    <a:pt x="30756" y="24852"/>
                    <a:pt x="30923" y="24852"/>
                  </a:cubicBezTo>
                  <a:cubicBezTo>
                    <a:pt x="30990" y="24852"/>
                    <a:pt x="31056" y="24819"/>
                    <a:pt x="31123" y="24752"/>
                  </a:cubicBezTo>
                  <a:cubicBezTo>
                    <a:pt x="31457" y="24152"/>
                    <a:pt x="31757" y="23518"/>
                    <a:pt x="32024" y="22851"/>
                  </a:cubicBezTo>
                  <a:cubicBezTo>
                    <a:pt x="32057" y="22751"/>
                    <a:pt x="31990" y="22617"/>
                    <a:pt x="31890" y="22584"/>
                  </a:cubicBezTo>
                  <a:cubicBezTo>
                    <a:pt x="31865" y="22575"/>
                    <a:pt x="31838" y="22571"/>
                    <a:pt x="31811" y="22571"/>
                  </a:cubicBezTo>
                  <a:close/>
                  <a:moveTo>
                    <a:pt x="3063" y="25689"/>
                  </a:moveTo>
                  <a:cubicBezTo>
                    <a:pt x="2914" y="25689"/>
                    <a:pt x="2775" y="25854"/>
                    <a:pt x="2869" y="26020"/>
                  </a:cubicBezTo>
                  <a:cubicBezTo>
                    <a:pt x="3036" y="26253"/>
                    <a:pt x="3203" y="26487"/>
                    <a:pt x="3370" y="26687"/>
                  </a:cubicBezTo>
                  <a:cubicBezTo>
                    <a:pt x="3403" y="26753"/>
                    <a:pt x="3470" y="26787"/>
                    <a:pt x="3537" y="26787"/>
                  </a:cubicBezTo>
                  <a:lnTo>
                    <a:pt x="3537" y="26753"/>
                  </a:lnTo>
                  <a:lnTo>
                    <a:pt x="3670" y="26753"/>
                  </a:lnTo>
                  <a:cubicBezTo>
                    <a:pt x="3770" y="26687"/>
                    <a:pt x="3770" y="26553"/>
                    <a:pt x="3703" y="26453"/>
                  </a:cubicBezTo>
                  <a:cubicBezTo>
                    <a:pt x="3537" y="26220"/>
                    <a:pt x="3370" y="26020"/>
                    <a:pt x="3236" y="25786"/>
                  </a:cubicBezTo>
                  <a:cubicBezTo>
                    <a:pt x="3188" y="25718"/>
                    <a:pt x="3124" y="25689"/>
                    <a:pt x="3063" y="25689"/>
                  </a:cubicBezTo>
                  <a:close/>
                  <a:moveTo>
                    <a:pt x="30262" y="25523"/>
                  </a:moveTo>
                  <a:cubicBezTo>
                    <a:pt x="30201" y="25523"/>
                    <a:pt x="30138" y="25551"/>
                    <a:pt x="30089" y="25619"/>
                  </a:cubicBezTo>
                  <a:cubicBezTo>
                    <a:pt x="28955" y="27320"/>
                    <a:pt x="27487" y="28822"/>
                    <a:pt x="25786" y="29989"/>
                  </a:cubicBezTo>
                  <a:cubicBezTo>
                    <a:pt x="25686" y="30056"/>
                    <a:pt x="25686" y="30189"/>
                    <a:pt x="25752" y="30256"/>
                  </a:cubicBezTo>
                  <a:cubicBezTo>
                    <a:pt x="25786" y="30323"/>
                    <a:pt x="25853" y="30356"/>
                    <a:pt x="25919" y="30356"/>
                  </a:cubicBezTo>
                  <a:cubicBezTo>
                    <a:pt x="25953" y="30323"/>
                    <a:pt x="25986" y="30323"/>
                    <a:pt x="26019" y="30289"/>
                  </a:cubicBezTo>
                  <a:cubicBezTo>
                    <a:pt x="27754" y="29088"/>
                    <a:pt x="29255" y="27587"/>
                    <a:pt x="30456" y="25853"/>
                  </a:cubicBezTo>
                  <a:cubicBezTo>
                    <a:pt x="30550" y="25688"/>
                    <a:pt x="30411" y="25523"/>
                    <a:pt x="30262" y="25523"/>
                  </a:cubicBezTo>
                  <a:close/>
                  <a:moveTo>
                    <a:pt x="22205" y="31848"/>
                  </a:moveTo>
                  <a:cubicBezTo>
                    <a:pt x="22186" y="31848"/>
                    <a:pt x="22168" y="31851"/>
                    <a:pt x="22150" y="31857"/>
                  </a:cubicBezTo>
                  <a:cubicBezTo>
                    <a:pt x="21883" y="31957"/>
                    <a:pt x="21616" y="32057"/>
                    <a:pt x="21383" y="32124"/>
                  </a:cubicBezTo>
                  <a:cubicBezTo>
                    <a:pt x="21249" y="32157"/>
                    <a:pt x="21216" y="32291"/>
                    <a:pt x="21249" y="32391"/>
                  </a:cubicBezTo>
                  <a:cubicBezTo>
                    <a:pt x="21249" y="32458"/>
                    <a:pt x="21349" y="32524"/>
                    <a:pt x="21416" y="32524"/>
                  </a:cubicBezTo>
                  <a:lnTo>
                    <a:pt x="21483" y="32524"/>
                  </a:lnTo>
                  <a:cubicBezTo>
                    <a:pt x="21750" y="32458"/>
                    <a:pt x="22016" y="32357"/>
                    <a:pt x="22283" y="32257"/>
                  </a:cubicBezTo>
                  <a:cubicBezTo>
                    <a:pt x="22383" y="32224"/>
                    <a:pt x="22450" y="32091"/>
                    <a:pt x="22417" y="31991"/>
                  </a:cubicBezTo>
                  <a:cubicBezTo>
                    <a:pt x="22389" y="31908"/>
                    <a:pt x="22294" y="31848"/>
                    <a:pt x="22205" y="31848"/>
                  </a:cubicBezTo>
                  <a:close/>
                  <a:moveTo>
                    <a:pt x="6454" y="29342"/>
                  </a:moveTo>
                  <a:cubicBezTo>
                    <a:pt x="6399" y="29342"/>
                    <a:pt x="6342" y="29367"/>
                    <a:pt x="6305" y="29422"/>
                  </a:cubicBezTo>
                  <a:cubicBezTo>
                    <a:pt x="6205" y="29522"/>
                    <a:pt x="6239" y="29655"/>
                    <a:pt x="6339" y="29722"/>
                  </a:cubicBezTo>
                  <a:cubicBezTo>
                    <a:pt x="7573" y="30690"/>
                    <a:pt x="8940" y="31490"/>
                    <a:pt x="10408" y="32057"/>
                  </a:cubicBezTo>
                  <a:cubicBezTo>
                    <a:pt x="10909" y="32257"/>
                    <a:pt x="11409" y="32458"/>
                    <a:pt x="11909" y="32591"/>
                  </a:cubicBezTo>
                  <a:lnTo>
                    <a:pt x="11976" y="32591"/>
                  </a:lnTo>
                  <a:lnTo>
                    <a:pt x="11976" y="32624"/>
                  </a:lnTo>
                  <a:cubicBezTo>
                    <a:pt x="11986" y="32626"/>
                    <a:pt x="11995" y="32626"/>
                    <a:pt x="12005" y="32626"/>
                  </a:cubicBezTo>
                  <a:cubicBezTo>
                    <a:pt x="12247" y="32626"/>
                    <a:pt x="12300" y="32223"/>
                    <a:pt x="12043" y="32191"/>
                  </a:cubicBezTo>
                  <a:cubicBezTo>
                    <a:pt x="11542" y="32057"/>
                    <a:pt x="11042" y="31890"/>
                    <a:pt x="10542" y="31690"/>
                  </a:cubicBezTo>
                  <a:cubicBezTo>
                    <a:pt x="9141" y="31123"/>
                    <a:pt x="7806" y="30323"/>
                    <a:pt x="6572" y="29389"/>
                  </a:cubicBezTo>
                  <a:cubicBezTo>
                    <a:pt x="6542" y="29359"/>
                    <a:pt x="6499" y="29342"/>
                    <a:pt x="6454" y="29342"/>
                  </a:cubicBezTo>
                  <a:close/>
                  <a:moveTo>
                    <a:pt x="13183" y="32484"/>
                  </a:moveTo>
                  <a:cubicBezTo>
                    <a:pt x="12936" y="32484"/>
                    <a:pt x="12896" y="32860"/>
                    <a:pt x="13143" y="32891"/>
                  </a:cubicBezTo>
                  <a:cubicBezTo>
                    <a:pt x="13844" y="33058"/>
                    <a:pt x="14544" y="33158"/>
                    <a:pt x="15245" y="33225"/>
                  </a:cubicBezTo>
                  <a:lnTo>
                    <a:pt x="15278" y="33191"/>
                  </a:lnTo>
                  <a:cubicBezTo>
                    <a:pt x="15545" y="33191"/>
                    <a:pt x="15545" y="32791"/>
                    <a:pt x="15278" y="32791"/>
                  </a:cubicBezTo>
                  <a:cubicBezTo>
                    <a:pt x="14578" y="32724"/>
                    <a:pt x="13911" y="32624"/>
                    <a:pt x="13244" y="32491"/>
                  </a:cubicBezTo>
                  <a:cubicBezTo>
                    <a:pt x="13222" y="32486"/>
                    <a:pt x="13202" y="32484"/>
                    <a:pt x="13183" y="32484"/>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4551;p102">
              <a:extLst>
                <a:ext uri="{FF2B5EF4-FFF2-40B4-BE49-F238E27FC236}">
                  <a16:creationId xmlns:a16="http://schemas.microsoft.com/office/drawing/2014/main" id="{04375CB9-F2EC-ACF3-C494-1D79BC7A094F}"/>
                </a:ext>
              </a:extLst>
            </p:cNvPr>
            <p:cNvSpPr/>
            <p:nvPr/>
          </p:nvSpPr>
          <p:spPr>
            <a:xfrm>
              <a:off x="1542589" y="534924"/>
              <a:ext cx="616887" cy="616887"/>
            </a:xfrm>
            <a:custGeom>
              <a:avLst/>
              <a:gdLst/>
              <a:ahLst/>
              <a:cxnLst/>
              <a:rect l="l" t="t" r="r" b="b"/>
              <a:pathLst>
                <a:path w="33224" h="33224" extrusionOk="0">
                  <a:moveTo>
                    <a:pt x="20228" y="425"/>
                  </a:moveTo>
                  <a:cubicBezTo>
                    <a:pt x="20139" y="425"/>
                    <a:pt x="20048" y="490"/>
                    <a:pt x="20048" y="601"/>
                  </a:cubicBezTo>
                  <a:cubicBezTo>
                    <a:pt x="20014" y="701"/>
                    <a:pt x="20081" y="801"/>
                    <a:pt x="20181" y="834"/>
                  </a:cubicBezTo>
                  <a:cubicBezTo>
                    <a:pt x="20448" y="901"/>
                    <a:pt x="20715" y="967"/>
                    <a:pt x="20982" y="1034"/>
                  </a:cubicBezTo>
                  <a:lnTo>
                    <a:pt x="21048" y="1034"/>
                  </a:lnTo>
                  <a:cubicBezTo>
                    <a:pt x="21148" y="1034"/>
                    <a:pt x="21215" y="967"/>
                    <a:pt x="21249" y="901"/>
                  </a:cubicBezTo>
                  <a:cubicBezTo>
                    <a:pt x="21282" y="767"/>
                    <a:pt x="21215" y="667"/>
                    <a:pt x="21115" y="634"/>
                  </a:cubicBezTo>
                  <a:cubicBezTo>
                    <a:pt x="20815" y="567"/>
                    <a:pt x="20548" y="500"/>
                    <a:pt x="20281" y="434"/>
                  </a:cubicBezTo>
                  <a:cubicBezTo>
                    <a:pt x="20264" y="428"/>
                    <a:pt x="20246" y="425"/>
                    <a:pt x="20228" y="425"/>
                  </a:cubicBezTo>
                  <a:close/>
                  <a:moveTo>
                    <a:pt x="16078" y="0"/>
                  </a:moveTo>
                  <a:cubicBezTo>
                    <a:pt x="13977" y="67"/>
                    <a:pt x="11909" y="534"/>
                    <a:pt x="9940" y="1401"/>
                  </a:cubicBezTo>
                  <a:cubicBezTo>
                    <a:pt x="9693" y="1432"/>
                    <a:pt x="9761" y="1808"/>
                    <a:pt x="9986" y="1808"/>
                  </a:cubicBezTo>
                  <a:cubicBezTo>
                    <a:pt x="10003" y="1808"/>
                    <a:pt x="10022" y="1806"/>
                    <a:pt x="10041" y="1801"/>
                  </a:cubicBezTo>
                  <a:cubicBezTo>
                    <a:pt x="10074" y="1801"/>
                    <a:pt x="10107" y="1768"/>
                    <a:pt x="10107" y="1768"/>
                  </a:cubicBezTo>
                  <a:cubicBezTo>
                    <a:pt x="12009" y="934"/>
                    <a:pt x="14043" y="500"/>
                    <a:pt x="16112" y="434"/>
                  </a:cubicBezTo>
                  <a:cubicBezTo>
                    <a:pt x="16212" y="434"/>
                    <a:pt x="16312" y="334"/>
                    <a:pt x="16312" y="200"/>
                  </a:cubicBezTo>
                  <a:cubicBezTo>
                    <a:pt x="16312" y="100"/>
                    <a:pt x="16212" y="0"/>
                    <a:pt x="16078" y="0"/>
                  </a:cubicBezTo>
                  <a:close/>
                  <a:moveTo>
                    <a:pt x="8920" y="1939"/>
                  </a:moveTo>
                  <a:cubicBezTo>
                    <a:pt x="8885" y="1939"/>
                    <a:pt x="8846" y="1948"/>
                    <a:pt x="8806" y="1968"/>
                  </a:cubicBezTo>
                  <a:cubicBezTo>
                    <a:pt x="8206" y="2302"/>
                    <a:pt x="7605" y="2669"/>
                    <a:pt x="7005" y="3069"/>
                  </a:cubicBezTo>
                  <a:cubicBezTo>
                    <a:pt x="6938" y="3136"/>
                    <a:pt x="6905" y="3269"/>
                    <a:pt x="6972" y="3369"/>
                  </a:cubicBezTo>
                  <a:cubicBezTo>
                    <a:pt x="7005" y="3403"/>
                    <a:pt x="7072" y="3436"/>
                    <a:pt x="7138" y="3436"/>
                  </a:cubicBezTo>
                  <a:cubicBezTo>
                    <a:pt x="7172" y="3436"/>
                    <a:pt x="7239" y="3436"/>
                    <a:pt x="7272" y="3403"/>
                  </a:cubicBezTo>
                  <a:cubicBezTo>
                    <a:pt x="7839" y="3002"/>
                    <a:pt x="8406" y="2635"/>
                    <a:pt x="9006" y="2335"/>
                  </a:cubicBezTo>
                  <a:cubicBezTo>
                    <a:pt x="9233" y="2222"/>
                    <a:pt x="9123" y="1939"/>
                    <a:pt x="8920" y="1939"/>
                  </a:cubicBezTo>
                  <a:close/>
                  <a:moveTo>
                    <a:pt x="26595" y="3420"/>
                  </a:moveTo>
                  <a:cubicBezTo>
                    <a:pt x="26441" y="3420"/>
                    <a:pt x="26327" y="3637"/>
                    <a:pt x="26486" y="3769"/>
                  </a:cubicBezTo>
                  <a:cubicBezTo>
                    <a:pt x="27019" y="4203"/>
                    <a:pt x="27553" y="4637"/>
                    <a:pt x="28020" y="5137"/>
                  </a:cubicBezTo>
                  <a:cubicBezTo>
                    <a:pt x="28053" y="5170"/>
                    <a:pt x="28120" y="5204"/>
                    <a:pt x="28153" y="5204"/>
                  </a:cubicBezTo>
                  <a:lnTo>
                    <a:pt x="28187" y="5170"/>
                  </a:lnTo>
                  <a:cubicBezTo>
                    <a:pt x="28220" y="5170"/>
                    <a:pt x="28287" y="5170"/>
                    <a:pt x="28320" y="5137"/>
                  </a:cubicBezTo>
                  <a:cubicBezTo>
                    <a:pt x="28387" y="5070"/>
                    <a:pt x="28387" y="4937"/>
                    <a:pt x="28320" y="4837"/>
                  </a:cubicBezTo>
                  <a:cubicBezTo>
                    <a:pt x="27820" y="4337"/>
                    <a:pt x="27286" y="3870"/>
                    <a:pt x="26719" y="3469"/>
                  </a:cubicBezTo>
                  <a:cubicBezTo>
                    <a:pt x="26678" y="3435"/>
                    <a:pt x="26635" y="3420"/>
                    <a:pt x="26595" y="3420"/>
                  </a:cubicBezTo>
                  <a:close/>
                  <a:moveTo>
                    <a:pt x="2818" y="7523"/>
                  </a:moveTo>
                  <a:cubicBezTo>
                    <a:pt x="2762" y="7523"/>
                    <a:pt x="2707" y="7548"/>
                    <a:pt x="2669" y="7606"/>
                  </a:cubicBezTo>
                  <a:cubicBezTo>
                    <a:pt x="2502" y="7839"/>
                    <a:pt x="2368" y="8073"/>
                    <a:pt x="2235" y="8339"/>
                  </a:cubicBezTo>
                  <a:cubicBezTo>
                    <a:pt x="2168" y="8439"/>
                    <a:pt x="2202" y="8540"/>
                    <a:pt x="2302" y="8606"/>
                  </a:cubicBezTo>
                  <a:cubicBezTo>
                    <a:pt x="2335" y="8640"/>
                    <a:pt x="2368" y="8640"/>
                    <a:pt x="2402" y="8640"/>
                  </a:cubicBezTo>
                  <a:cubicBezTo>
                    <a:pt x="2468" y="8640"/>
                    <a:pt x="2569" y="8606"/>
                    <a:pt x="2602" y="8540"/>
                  </a:cubicBezTo>
                  <a:cubicBezTo>
                    <a:pt x="2702" y="8306"/>
                    <a:pt x="2869" y="8073"/>
                    <a:pt x="3002" y="7839"/>
                  </a:cubicBezTo>
                  <a:cubicBezTo>
                    <a:pt x="3097" y="7673"/>
                    <a:pt x="2955" y="7523"/>
                    <a:pt x="2818" y="7523"/>
                  </a:cubicBezTo>
                  <a:close/>
                  <a:moveTo>
                    <a:pt x="29025" y="5687"/>
                  </a:moveTo>
                  <a:cubicBezTo>
                    <a:pt x="28971" y="5687"/>
                    <a:pt x="28921" y="5704"/>
                    <a:pt x="28887" y="5738"/>
                  </a:cubicBezTo>
                  <a:cubicBezTo>
                    <a:pt x="28787" y="5804"/>
                    <a:pt x="28787" y="5938"/>
                    <a:pt x="28854" y="6038"/>
                  </a:cubicBezTo>
                  <a:cubicBezTo>
                    <a:pt x="30222" y="7606"/>
                    <a:pt x="31256" y="9407"/>
                    <a:pt x="31923" y="11342"/>
                  </a:cubicBezTo>
                  <a:cubicBezTo>
                    <a:pt x="31956" y="11442"/>
                    <a:pt x="32023" y="11508"/>
                    <a:pt x="32123" y="11508"/>
                  </a:cubicBezTo>
                  <a:lnTo>
                    <a:pt x="32123" y="11475"/>
                  </a:lnTo>
                  <a:lnTo>
                    <a:pt x="32190" y="11475"/>
                  </a:lnTo>
                  <a:cubicBezTo>
                    <a:pt x="32290" y="11442"/>
                    <a:pt x="32356" y="11308"/>
                    <a:pt x="32323" y="11208"/>
                  </a:cubicBezTo>
                  <a:cubicBezTo>
                    <a:pt x="31623" y="9207"/>
                    <a:pt x="30555" y="7339"/>
                    <a:pt x="29188" y="5738"/>
                  </a:cubicBezTo>
                  <a:cubicBezTo>
                    <a:pt x="29138" y="5704"/>
                    <a:pt x="29079" y="5687"/>
                    <a:pt x="29025" y="5687"/>
                  </a:cubicBezTo>
                  <a:close/>
                  <a:moveTo>
                    <a:pt x="32957" y="15144"/>
                  </a:moveTo>
                  <a:cubicBezTo>
                    <a:pt x="32823" y="15144"/>
                    <a:pt x="32757" y="15244"/>
                    <a:pt x="32757" y="15378"/>
                  </a:cubicBezTo>
                  <a:cubicBezTo>
                    <a:pt x="32790" y="15645"/>
                    <a:pt x="32790" y="15911"/>
                    <a:pt x="32790" y="16212"/>
                  </a:cubicBezTo>
                  <a:cubicBezTo>
                    <a:pt x="32790" y="16312"/>
                    <a:pt x="32890" y="16412"/>
                    <a:pt x="33024" y="16412"/>
                  </a:cubicBezTo>
                  <a:lnTo>
                    <a:pt x="33024" y="16378"/>
                  </a:lnTo>
                  <a:cubicBezTo>
                    <a:pt x="33124" y="16378"/>
                    <a:pt x="33224" y="16278"/>
                    <a:pt x="33224" y="16178"/>
                  </a:cubicBezTo>
                  <a:cubicBezTo>
                    <a:pt x="33224" y="15878"/>
                    <a:pt x="33190" y="15611"/>
                    <a:pt x="33190" y="15344"/>
                  </a:cubicBezTo>
                  <a:cubicBezTo>
                    <a:pt x="33157" y="15211"/>
                    <a:pt x="33057" y="15144"/>
                    <a:pt x="32957" y="15144"/>
                  </a:cubicBezTo>
                  <a:close/>
                  <a:moveTo>
                    <a:pt x="800" y="12067"/>
                  </a:moveTo>
                  <a:cubicBezTo>
                    <a:pt x="701" y="12067"/>
                    <a:pt x="628" y="12126"/>
                    <a:pt x="600" y="12209"/>
                  </a:cubicBezTo>
                  <a:cubicBezTo>
                    <a:pt x="200" y="13643"/>
                    <a:pt x="0" y="15144"/>
                    <a:pt x="0" y="16645"/>
                  </a:cubicBezTo>
                  <a:lnTo>
                    <a:pt x="0" y="16879"/>
                  </a:lnTo>
                  <a:cubicBezTo>
                    <a:pt x="0" y="17413"/>
                    <a:pt x="33" y="17946"/>
                    <a:pt x="100" y="18480"/>
                  </a:cubicBezTo>
                  <a:cubicBezTo>
                    <a:pt x="100" y="18580"/>
                    <a:pt x="200" y="18680"/>
                    <a:pt x="300" y="18680"/>
                  </a:cubicBezTo>
                  <a:lnTo>
                    <a:pt x="334" y="18680"/>
                  </a:lnTo>
                  <a:cubicBezTo>
                    <a:pt x="434" y="18647"/>
                    <a:pt x="534" y="18547"/>
                    <a:pt x="500" y="18447"/>
                  </a:cubicBezTo>
                  <a:cubicBezTo>
                    <a:pt x="467" y="17913"/>
                    <a:pt x="434" y="17413"/>
                    <a:pt x="434" y="16879"/>
                  </a:cubicBezTo>
                  <a:lnTo>
                    <a:pt x="434" y="16645"/>
                  </a:lnTo>
                  <a:cubicBezTo>
                    <a:pt x="434" y="15178"/>
                    <a:pt x="600" y="13743"/>
                    <a:pt x="1001" y="12342"/>
                  </a:cubicBezTo>
                  <a:cubicBezTo>
                    <a:pt x="1034" y="12209"/>
                    <a:pt x="967" y="12109"/>
                    <a:pt x="867" y="12075"/>
                  </a:cubicBezTo>
                  <a:cubicBezTo>
                    <a:pt x="844" y="12069"/>
                    <a:pt x="821" y="12067"/>
                    <a:pt x="800" y="12067"/>
                  </a:cubicBezTo>
                  <a:close/>
                  <a:moveTo>
                    <a:pt x="509" y="19480"/>
                  </a:moveTo>
                  <a:cubicBezTo>
                    <a:pt x="388" y="19480"/>
                    <a:pt x="262" y="19576"/>
                    <a:pt x="300" y="19748"/>
                  </a:cubicBezTo>
                  <a:cubicBezTo>
                    <a:pt x="434" y="20415"/>
                    <a:pt x="600" y="21115"/>
                    <a:pt x="801" y="21782"/>
                  </a:cubicBezTo>
                  <a:cubicBezTo>
                    <a:pt x="834" y="21882"/>
                    <a:pt x="934" y="21916"/>
                    <a:pt x="1001" y="21916"/>
                  </a:cubicBezTo>
                  <a:lnTo>
                    <a:pt x="1067" y="21916"/>
                  </a:lnTo>
                  <a:cubicBezTo>
                    <a:pt x="1201" y="21882"/>
                    <a:pt x="1268" y="21749"/>
                    <a:pt x="1234" y="21649"/>
                  </a:cubicBezTo>
                  <a:cubicBezTo>
                    <a:pt x="1001" y="21015"/>
                    <a:pt x="834" y="20348"/>
                    <a:pt x="701" y="19647"/>
                  </a:cubicBezTo>
                  <a:cubicBezTo>
                    <a:pt x="686" y="19533"/>
                    <a:pt x="599" y="19480"/>
                    <a:pt x="509" y="19480"/>
                  </a:cubicBezTo>
                  <a:close/>
                  <a:moveTo>
                    <a:pt x="32003" y="22107"/>
                  </a:moveTo>
                  <a:cubicBezTo>
                    <a:pt x="31922" y="22107"/>
                    <a:pt x="31844" y="22167"/>
                    <a:pt x="31789" y="22249"/>
                  </a:cubicBezTo>
                  <a:cubicBezTo>
                    <a:pt x="31556" y="22883"/>
                    <a:pt x="31289" y="23517"/>
                    <a:pt x="30955" y="24117"/>
                  </a:cubicBezTo>
                  <a:cubicBezTo>
                    <a:pt x="30922" y="24217"/>
                    <a:pt x="30955" y="24351"/>
                    <a:pt x="31056" y="24418"/>
                  </a:cubicBezTo>
                  <a:lnTo>
                    <a:pt x="31156" y="24418"/>
                  </a:lnTo>
                  <a:cubicBezTo>
                    <a:pt x="31222" y="24418"/>
                    <a:pt x="31289" y="24384"/>
                    <a:pt x="31322" y="24317"/>
                  </a:cubicBezTo>
                  <a:cubicBezTo>
                    <a:pt x="31656" y="23684"/>
                    <a:pt x="31956" y="23050"/>
                    <a:pt x="32190" y="22383"/>
                  </a:cubicBezTo>
                  <a:cubicBezTo>
                    <a:pt x="32223" y="22283"/>
                    <a:pt x="32190" y="22149"/>
                    <a:pt x="32056" y="22116"/>
                  </a:cubicBezTo>
                  <a:cubicBezTo>
                    <a:pt x="32039" y="22110"/>
                    <a:pt x="32021" y="22107"/>
                    <a:pt x="32003" y="22107"/>
                  </a:cubicBezTo>
                  <a:close/>
                  <a:moveTo>
                    <a:pt x="4015" y="26929"/>
                  </a:moveTo>
                  <a:cubicBezTo>
                    <a:pt x="3874" y="26929"/>
                    <a:pt x="3748" y="27117"/>
                    <a:pt x="3869" y="27286"/>
                  </a:cubicBezTo>
                  <a:cubicBezTo>
                    <a:pt x="4036" y="27486"/>
                    <a:pt x="4236" y="27687"/>
                    <a:pt x="4437" y="27920"/>
                  </a:cubicBezTo>
                  <a:cubicBezTo>
                    <a:pt x="4470" y="27953"/>
                    <a:pt x="4537" y="27987"/>
                    <a:pt x="4570" y="27987"/>
                  </a:cubicBezTo>
                  <a:lnTo>
                    <a:pt x="4570" y="27953"/>
                  </a:lnTo>
                  <a:cubicBezTo>
                    <a:pt x="4589" y="27963"/>
                    <a:pt x="4609" y="27967"/>
                    <a:pt x="4628" y="27967"/>
                  </a:cubicBezTo>
                  <a:cubicBezTo>
                    <a:pt x="4673" y="27967"/>
                    <a:pt x="4713" y="27944"/>
                    <a:pt x="4737" y="27920"/>
                  </a:cubicBezTo>
                  <a:cubicBezTo>
                    <a:pt x="4803" y="27820"/>
                    <a:pt x="4803" y="27720"/>
                    <a:pt x="4737" y="27620"/>
                  </a:cubicBezTo>
                  <a:cubicBezTo>
                    <a:pt x="4537" y="27420"/>
                    <a:pt x="4370" y="27220"/>
                    <a:pt x="4170" y="27019"/>
                  </a:cubicBezTo>
                  <a:cubicBezTo>
                    <a:pt x="4124" y="26956"/>
                    <a:pt x="4069" y="26929"/>
                    <a:pt x="4015" y="26929"/>
                  </a:cubicBezTo>
                  <a:close/>
                  <a:moveTo>
                    <a:pt x="30513" y="25088"/>
                  </a:moveTo>
                  <a:cubicBezTo>
                    <a:pt x="30453" y="25088"/>
                    <a:pt x="30394" y="25116"/>
                    <a:pt x="30355" y="25185"/>
                  </a:cubicBezTo>
                  <a:cubicBezTo>
                    <a:pt x="29254" y="26919"/>
                    <a:pt x="27853" y="28454"/>
                    <a:pt x="26185" y="29688"/>
                  </a:cubicBezTo>
                  <a:cubicBezTo>
                    <a:pt x="26085" y="29755"/>
                    <a:pt x="26052" y="29888"/>
                    <a:pt x="26119" y="29988"/>
                  </a:cubicBezTo>
                  <a:cubicBezTo>
                    <a:pt x="26185" y="30022"/>
                    <a:pt x="26219" y="30055"/>
                    <a:pt x="26285" y="30055"/>
                  </a:cubicBezTo>
                  <a:cubicBezTo>
                    <a:pt x="26352" y="30055"/>
                    <a:pt x="26386" y="30055"/>
                    <a:pt x="26419" y="30022"/>
                  </a:cubicBezTo>
                  <a:cubicBezTo>
                    <a:pt x="28120" y="28754"/>
                    <a:pt x="29588" y="27220"/>
                    <a:pt x="30689" y="25418"/>
                  </a:cubicBezTo>
                  <a:cubicBezTo>
                    <a:pt x="30807" y="25253"/>
                    <a:pt x="30658" y="25088"/>
                    <a:pt x="30513" y="25088"/>
                  </a:cubicBezTo>
                  <a:close/>
                  <a:moveTo>
                    <a:pt x="22638" y="31647"/>
                  </a:moveTo>
                  <a:cubicBezTo>
                    <a:pt x="22619" y="31647"/>
                    <a:pt x="22601" y="31650"/>
                    <a:pt x="22583" y="31656"/>
                  </a:cubicBezTo>
                  <a:cubicBezTo>
                    <a:pt x="22349" y="31789"/>
                    <a:pt x="22082" y="31856"/>
                    <a:pt x="21816" y="31956"/>
                  </a:cubicBezTo>
                  <a:cubicBezTo>
                    <a:pt x="21716" y="31990"/>
                    <a:pt x="21649" y="32123"/>
                    <a:pt x="21682" y="32223"/>
                  </a:cubicBezTo>
                  <a:cubicBezTo>
                    <a:pt x="21716" y="32290"/>
                    <a:pt x="21782" y="32357"/>
                    <a:pt x="21882" y="32357"/>
                  </a:cubicBezTo>
                  <a:lnTo>
                    <a:pt x="21949" y="32357"/>
                  </a:lnTo>
                  <a:cubicBezTo>
                    <a:pt x="22216" y="32256"/>
                    <a:pt x="22483" y="32156"/>
                    <a:pt x="22750" y="32056"/>
                  </a:cubicBezTo>
                  <a:cubicBezTo>
                    <a:pt x="22850" y="32023"/>
                    <a:pt x="22916" y="31890"/>
                    <a:pt x="22850" y="31789"/>
                  </a:cubicBezTo>
                  <a:cubicBezTo>
                    <a:pt x="22822" y="31707"/>
                    <a:pt x="22727" y="31647"/>
                    <a:pt x="22638" y="31647"/>
                  </a:cubicBezTo>
                  <a:close/>
                  <a:moveTo>
                    <a:pt x="7769" y="30213"/>
                  </a:moveTo>
                  <a:cubicBezTo>
                    <a:pt x="7572" y="30213"/>
                    <a:pt x="7453" y="30485"/>
                    <a:pt x="7672" y="30622"/>
                  </a:cubicBezTo>
                  <a:cubicBezTo>
                    <a:pt x="9440" y="31756"/>
                    <a:pt x="11442" y="32557"/>
                    <a:pt x="13510" y="32924"/>
                  </a:cubicBezTo>
                  <a:lnTo>
                    <a:pt x="13543" y="32924"/>
                  </a:lnTo>
                  <a:cubicBezTo>
                    <a:pt x="13561" y="32930"/>
                    <a:pt x="13578" y="32932"/>
                    <a:pt x="13596" y="32932"/>
                  </a:cubicBezTo>
                  <a:cubicBezTo>
                    <a:pt x="13675" y="32932"/>
                    <a:pt x="13743" y="32873"/>
                    <a:pt x="13743" y="32790"/>
                  </a:cubicBezTo>
                  <a:cubicBezTo>
                    <a:pt x="13777" y="32657"/>
                    <a:pt x="13710" y="32557"/>
                    <a:pt x="13576" y="32523"/>
                  </a:cubicBezTo>
                  <a:cubicBezTo>
                    <a:pt x="11575" y="32156"/>
                    <a:pt x="9640" y="31389"/>
                    <a:pt x="7906" y="30255"/>
                  </a:cubicBezTo>
                  <a:cubicBezTo>
                    <a:pt x="7858" y="30225"/>
                    <a:pt x="7812" y="30213"/>
                    <a:pt x="7769" y="30213"/>
                  </a:cubicBezTo>
                  <a:close/>
                  <a:moveTo>
                    <a:pt x="14776" y="32722"/>
                  </a:moveTo>
                  <a:cubicBezTo>
                    <a:pt x="14508" y="32722"/>
                    <a:pt x="14488" y="33092"/>
                    <a:pt x="14744" y="33124"/>
                  </a:cubicBezTo>
                  <a:cubicBezTo>
                    <a:pt x="15378" y="33191"/>
                    <a:pt x="15978" y="33224"/>
                    <a:pt x="16612" y="33224"/>
                  </a:cubicBezTo>
                  <a:lnTo>
                    <a:pt x="16879" y="33224"/>
                  </a:lnTo>
                  <a:cubicBezTo>
                    <a:pt x="16979" y="33224"/>
                    <a:pt x="17079" y="33124"/>
                    <a:pt x="17079" y="33024"/>
                  </a:cubicBezTo>
                  <a:cubicBezTo>
                    <a:pt x="17079" y="32908"/>
                    <a:pt x="17003" y="32817"/>
                    <a:pt x="16896" y="32817"/>
                  </a:cubicBezTo>
                  <a:cubicBezTo>
                    <a:pt x="16880" y="32817"/>
                    <a:pt x="16863" y="32819"/>
                    <a:pt x="16845" y="32824"/>
                  </a:cubicBezTo>
                  <a:lnTo>
                    <a:pt x="16612" y="32824"/>
                  </a:lnTo>
                  <a:cubicBezTo>
                    <a:pt x="16011" y="32824"/>
                    <a:pt x="15411" y="32790"/>
                    <a:pt x="14811" y="32724"/>
                  </a:cubicBezTo>
                  <a:cubicBezTo>
                    <a:pt x="14799" y="32722"/>
                    <a:pt x="14787" y="32722"/>
                    <a:pt x="14776" y="32722"/>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4552;p102">
              <a:extLst>
                <a:ext uri="{FF2B5EF4-FFF2-40B4-BE49-F238E27FC236}">
                  <a16:creationId xmlns:a16="http://schemas.microsoft.com/office/drawing/2014/main" id="{51C4426C-9B12-E4D1-830F-528BF9A8607A}"/>
                </a:ext>
              </a:extLst>
            </p:cNvPr>
            <p:cNvSpPr/>
            <p:nvPr/>
          </p:nvSpPr>
          <p:spPr>
            <a:xfrm>
              <a:off x="1554342" y="573507"/>
              <a:ext cx="593362" cy="539924"/>
            </a:xfrm>
            <a:custGeom>
              <a:avLst/>
              <a:gdLst/>
              <a:ahLst/>
              <a:cxnLst/>
              <a:rect l="l" t="t" r="r" b="b"/>
              <a:pathLst>
                <a:path w="31957" h="29079" extrusionOk="0">
                  <a:moveTo>
                    <a:pt x="15963" y="0"/>
                  </a:moveTo>
                  <a:cubicBezTo>
                    <a:pt x="14856" y="0"/>
                    <a:pt x="13733" y="127"/>
                    <a:pt x="12610" y="391"/>
                  </a:cubicBezTo>
                  <a:cubicBezTo>
                    <a:pt x="4804" y="2259"/>
                    <a:pt x="1" y="10097"/>
                    <a:pt x="1835" y="17903"/>
                  </a:cubicBezTo>
                  <a:cubicBezTo>
                    <a:pt x="3432" y="24575"/>
                    <a:pt x="9392" y="29078"/>
                    <a:pt x="15965" y="29078"/>
                  </a:cubicBezTo>
                  <a:cubicBezTo>
                    <a:pt x="17081" y="29078"/>
                    <a:pt x="18215" y="28949"/>
                    <a:pt x="19348" y="28677"/>
                  </a:cubicBezTo>
                  <a:cubicBezTo>
                    <a:pt x="27154" y="26809"/>
                    <a:pt x="31957" y="18970"/>
                    <a:pt x="30122" y="11165"/>
                  </a:cubicBezTo>
                  <a:cubicBezTo>
                    <a:pt x="28523" y="4482"/>
                    <a:pt x="22547" y="0"/>
                    <a:pt x="15963" y="0"/>
                  </a:cubicBez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4553;p102">
              <a:extLst>
                <a:ext uri="{FF2B5EF4-FFF2-40B4-BE49-F238E27FC236}">
                  <a16:creationId xmlns:a16="http://schemas.microsoft.com/office/drawing/2014/main" id="{5F212DC5-6EF1-4D03-29A7-9EE193E8D33F}"/>
                </a:ext>
              </a:extLst>
            </p:cNvPr>
            <p:cNvSpPr/>
            <p:nvPr/>
          </p:nvSpPr>
          <p:spPr>
            <a:xfrm>
              <a:off x="1761834" y="759739"/>
              <a:ext cx="175296" cy="393315"/>
            </a:xfrm>
            <a:custGeom>
              <a:avLst/>
              <a:gdLst/>
              <a:ahLst/>
              <a:cxnLst/>
              <a:rect l="l" t="t" r="r" b="b"/>
              <a:pathLst>
                <a:path w="9441" h="21183" extrusionOk="0">
                  <a:moveTo>
                    <a:pt x="4103" y="1"/>
                  </a:moveTo>
                  <a:lnTo>
                    <a:pt x="4103" y="19548"/>
                  </a:lnTo>
                  <a:lnTo>
                    <a:pt x="0" y="20349"/>
                  </a:lnTo>
                  <a:lnTo>
                    <a:pt x="0" y="21183"/>
                  </a:lnTo>
                  <a:lnTo>
                    <a:pt x="9441" y="21183"/>
                  </a:lnTo>
                  <a:lnTo>
                    <a:pt x="9441" y="20349"/>
                  </a:lnTo>
                  <a:lnTo>
                    <a:pt x="5338" y="19548"/>
                  </a:lnTo>
                  <a:lnTo>
                    <a:pt x="5338"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4554;p102">
              <a:extLst>
                <a:ext uri="{FF2B5EF4-FFF2-40B4-BE49-F238E27FC236}">
                  <a16:creationId xmlns:a16="http://schemas.microsoft.com/office/drawing/2014/main" id="{90030A6F-3EF4-E19D-6A03-5A45532AF8C4}"/>
                </a:ext>
              </a:extLst>
            </p:cNvPr>
            <p:cNvSpPr/>
            <p:nvPr/>
          </p:nvSpPr>
          <p:spPr>
            <a:xfrm>
              <a:off x="1716622" y="546064"/>
              <a:ext cx="265107" cy="475681"/>
            </a:xfrm>
            <a:custGeom>
              <a:avLst/>
              <a:gdLst/>
              <a:ahLst/>
              <a:cxnLst/>
              <a:rect l="l" t="t" r="r" b="b"/>
              <a:pathLst>
                <a:path w="14278" h="25619" extrusionOk="0">
                  <a:moveTo>
                    <a:pt x="6138" y="1"/>
                  </a:moveTo>
                  <a:lnTo>
                    <a:pt x="6138" y="1602"/>
                  </a:lnTo>
                  <a:lnTo>
                    <a:pt x="1902" y="2135"/>
                  </a:lnTo>
                  <a:cubicBezTo>
                    <a:pt x="1301" y="3770"/>
                    <a:pt x="1635" y="5571"/>
                    <a:pt x="2736" y="6939"/>
                  </a:cubicBezTo>
                  <a:cubicBezTo>
                    <a:pt x="4570" y="9407"/>
                    <a:pt x="4937" y="11075"/>
                    <a:pt x="2469" y="14377"/>
                  </a:cubicBezTo>
                  <a:cubicBezTo>
                    <a:pt x="0" y="17646"/>
                    <a:pt x="2836" y="25619"/>
                    <a:pt x="2836" y="25619"/>
                  </a:cubicBezTo>
                  <a:lnTo>
                    <a:pt x="11442" y="25619"/>
                  </a:lnTo>
                  <a:cubicBezTo>
                    <a:pt x="11442" y="25619"/>
                    <a:pt x="14277" y="17646"/>
                    <a:pt x="11809" y="14377"/>
                  </a:cubicBezTo>
                  <a:cubicBezTo>
                    <a:pt x="9340" y="11108"/>
                    <a:pt x="9707" y="9407"/>
                    <a:pt x="11542" y="6939"/>
                  </a:cubicBezTo>
                  <a:cubicBezTo>
                    <a:pt x="12643" y="5571"/>
                    <a:pt x="12943" y="3737"/>
                    <a:pt x="12376" y="2135"/>
                  </a:cubicBezTo>
                  <a:lnTo>
                    <a:pt x="8140" y="1602"/>
                  </a:lnTo>
                  <a:lnTo>
                    <a:pt x="8140" y="1"/>
                  </a:lnTo>
                  <a:close/>
                </a:path>
              </a:pathLst>
            </a:custGeom>
            <a:solidFill>
              <a:srgbClr val="CCCCC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4555;p102">
              <a:extLst>
                <a:ext uri="{FF2B5EF4-FFF2-40B4-BE49-F238E27FC236}">
                  <a16:creationId xmlns:a16="http://schemas.microsoft.com/office/drawing/2014/main" id="{7347EB83-9092-F477-84B7-CC9B321AB2B0}"/>
                </a:ext>
              </a:extLst>
            </p:cNvPr>
            <p:cNvSpPr/>
            <p:nvPr/>
          </p:nvSpPr>
          <p:spPr>
            <a:xfrm>
              <a:off x="1736434" y="574547"/>
              <a:ext cx="226096" cy="471986"/>
            </a:xfrm>
            <a:custGeom>
              <a:avLst/>
              <a:gdLst/>
              <a:ahLst/>
              <a:cxnLst/>
              <a:rect l="l" t="t" r="r" b="b"/>
              <a:pathLst>
                <a:path w="12177" h="25420" extrusionOk="0">
                  <a:moveTo>
                    <a:pt x="3870" y="1"/>
                  </a:moveTo>
                  <a:lnTo>
                    <a:pt x="2269" y="234"/>
                  </a:lnTo>
                  <a:cubicBezTo>
                    <a:pt x="2703" y="1969"/>
                    <a:pt x="2469" y="3837"/>
                    <a:pt x="1669" y="5438"/>
                  </a:cubicBezTo>
                  <a:cubicBezTo>
                    <a:pt x="2036" y="6272"/>
                    <a:pt x="3103" y="7440"/>
                    <a:pt x="3003" y="8974"/>
                  </a:cubicBezTo>
                  <a:cubicBezTo>
                    <a:pt x="2803" y="11576"/>
                    <a:pt x="568" y="12410"/>
                    <a:pt x="301" y="16046"/>
                  </a:cubicBezTo>
                  <a:cubicBezTo>
                    <a:pt x="1" y="20516"/>
                    <a:pt x="1502" y="25186"/>
                    <a:pt x="1502" y="25186"/>
                  </a:cubicBezTo>
                  <a:lnTo>
                    <a:pt x="5938" y="25419"/>
                  </a:lnTo>
                  <a:lnTo>
                    <a:pt x="6239" y="25419"/>
                  </a:lnTo>
                  <a:lnTo>
                    <a:pt x="10642" y="25186"/>
                  </a:lnTo>
                  <a:cubicBezTo>
                    <a:pt x="10642" y="25186"/>
                    <a:pt x="12176" y="20516"/>
                    <a:pt x="11876" y="16046"/>
                  </a:cubicBezTo>
                  <a:cubicBezTo>
                    <a:pt x="11609" y="12410"/>
                    <a:pt x="9374" y="11576"/>
                    <a:pt x="9174" y="8974"/>
                  </a:cubicBezTo>
                  <a:cubicBezTo>
                    <a:pt x="9041" y="7440"/>
                    <a:pt x="10108" y="6272"/>
                    <a:pt x="10508" y="5438"/>
                  </a:cubicBezTo>
                  <a:cubicBezTo>
                    <a:pt x="9674" y="3837"/>
                    <a:pt x="9441" y="1969"/>
                    <a:pt x="9875" y="234"/>
                  </a:cubicBezTo>
                  <a:lnTo>
                    <a:pt x="8307" y="1"/>
                  </a:lnTo>
                  <a:cubicBezTo>
                    <a:pt x="8307" y="1"/>
                    <a:pt x="7873" y="3237"/>
                    <a:pt x="6072" y="3403"/>
                  </a:cubicBezTo>
                  <a:cubicBezTo>
                    <a:pt x="4271" y="3237"/>
                    <a:pt x="3870" y="1"/>
                    <a:pt x="3870" y="1"/>
                  </a:cubicBez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4556;p102">
              <a:extLst>
                <a:ext uri="{FF2B5EF4-FFF2-40B4-BE49-F238E27FC236}">
                  <a16:creationId xmlns:a16="http://schemas.microsoft.com/office/drawing/2014/main" id="{5A662323-E0B1-E43C-2577-CB4A2D8375DA}"/>
                </a:ext>
              </a:extLst>
            </p:cNvPr>
            <p:cNvSpPr/>
            <p:nvPr/>
          </p:nvSpPr>
          <p:spPr>
            <a:xfrm>
              <a:off x="1748818" y="889266"/>
              <a:ext cx="331393" cy="214863"/>
            </a:xfrm>
            <a:custGeom>
              <a:avLst/>
              <a:gdLst/>
              <a:ahLst/>
              <a:cxnLst/>
              <a:rect l="l" t="t" r="r" b="b"/>
              <a:pathLst>
                <a:path w="17848" h="11572" extrusionOk="0">
                  <a:moveTo>
                    <a:pt x="14630" y="1"/>
                  </a:moveTo>
                  <a:cubicBezTo>
                    <a:pt x="13001" y="1"/>
                    <a:pt x="11219" y="2961"/>
                    <a:pt x="10008" y="4566"/>
                  </a:cubicBezTo>
                  <a:cubicBezTo>
                    <a:pt x="8540" y="6468"/>
                    <a:pt x="4204" y="8936"/>
                    <a:pt x="4204" y="8936"/>
                  </a:cubicBezTo>
                  <a:cubicBezTo>
                    <a:pt x="4071" y="8969"/>
                    <a:pt x="234" y="9970"/>
                    <a:pt x="1" y="11571"/>
                  </a:cubicBezTo>
                  <a:lnTo>
                    <a:pt x="7940" y="11571"/>
                  </a:lnTo>
                  <a:cubicBezTo>
                    <a:pt x="7940" y="11571"/>
                    <a:pt x="10275" y="11571"/>
                    <a:pt x="10875" y="10437"/>
                  </a:cubicBezTo>
                  <a:cubicBezTo>
                    <a:pt x="11843" y="8703"/>
                    <a:pt x="14745" y="7402"/>
                    <a:pt x="14978" y="7402"/>
                  </a:cubicBezTo>
                  <a:cubicBezTo>
                    <a:pt x="14980" y="7402"/>
                    <a:pt x="14981" y="7402"/>
                    <a:pt x="14983" y="7402"/>
                  </a:cubicBezTo>
                  <a:cubicBezTo>
                    <a:pt x="15348" y="7402"/>
                    <a:pt x="15645" y="11571"/>
                    <a:pt x="15645" y="11571"/>
                  </a:cubicBezTo>
                  <a:lnTo>
                    <a:pt x="16446" y="11571"/>
                  </a:lnTo>
                  <a:lnTo>
                    <a:pt x="17847" y="6835"/>
                  </a:lnTo>
                  <a:cubicBezTo>
                    <a:pt x="17847" y="6835"/>
                    <a:pt x="17413" y="2365"/>
                    <a:pt x="15779" y="630"/>
                  </a:cubicBezTo>
                  <a:cubicBezTo>
                    <a:pt x="15712" y="530"/>
                    <a:pt x="15612" y="430"/>
                    <a:pt x="15512" y="330"/>
                  </a:cubicBezTo>
                  <a:cubicBezTo>
                    <a:pt x="15226" y="101"/>
                    <a:pt x="14931" y="1"/>
                    <a:pt x="14630" y="1"/>
                  </a:cubicBezTo>
                  <a:close/>
                </a:path>
              </a:pathLst>
            </a:custGeom>
            <a:solidFill>
              <a:srgbClr val="99999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4557;p102">
              <a:extLst>
                <a:ext uri="{FF2B5EF4-FFF2-40B4-BE49-F238E27FC236}">
                  <a16:creationId xmlns:a16="http://schemas.microsoft.com/office/drawing/2014/main" id="{352B1EA5-61F3-7F95-4A39-73129501C8C6}"/>
                </a:ext>
              </a:extLst>
            </p:cNvPr>
            <p:cNvSpPr/>
            <p:nvPr/>
          </p:nvSpPr>
          <p:spPr>
            <a:xfrm>
              <a:off x="1826857" y="889266"/>
              <a:ext cx="215569" cy="167962"/>
            </a:xfrm>
            <a:custGeom>
              <a:avLst/>
              <a:gdLst/>
              <a:ahLst/>
              <a:cxnLst/>
              <a:rect l="l" t="t" r="r" b="b"/>
              <a:pathLst>
                <a:path w="11610" h="9046" extrusionOk="0">
                  <a:moveTo>
                    <a:pt x="10429" y="1"/>
                  </a:moveTo>
                  <a:cubicBezTo>
                    <a:pt x="8806" y="1"/>
                    <a:pt x="7044" y="2961"/>
                    <a:pt x="5805" y="4566"/>
                  </a:cubicBezTo>
                  <a:cubicBezTo>
                    <a:pt x="4337" y="6468"/>
                    <a:pt x="1" y="8936"/>
                    <a:pt x="1" y="8936"/>
                  </a:cubicBezTo>
                  <a:lnTo>
                    <a:pt x="168" y="8969"/>
                  </a:lnTo>
                  <a:cubicBezTo>
                    <a:pt x="479" y="9018"/>
                    <a:pt x="848" y="9046"/>
                    <a:pt x="1252" y="9046"/>
                  </a:cubicBezTo>
                  <a:cubicBezTo>
                    <a:pt x="3053" y="9046"/>
                    <a:pt x="5552" y="8497"/>
                    <a:pt x="6806" y="6835"/>
                  </a:cubicBezTo>
                  <a:cubicBezTo>
                    <a:pt x="8574" y="4533"/>
                    <a:pt x="8941" y="1831"/>
                    <a:pt x="10709" y="1197"/>
                  </a:cubicBezTo>
                  <a:cubicBezTo>
                    <a:pt x="11042" y="1097"/>
                    <a:pt x="11376" y="897"/>
                    <a:pt x="11609" y="630"/>
                  </a:cubicBezTo>
                  <a:cubicBezTo>
                    <a:pt x="11509" y="530"/>
                    <a:pt x="11409" y="430"/>
                    <a:pt x="11309" y="330"/>
                  </a:cubicBezTo>
                  <a:cubicBezTo>
                    <a:pt x="11023" y="101"/>
                    <a:pt x="10729" y="1"/>
                    <a:pt x="10429" y="1"/>
                  </a:cubicBezTo>
                  <a:close/>
                </a:path>
              </a:pathLst>
            </a:custGeom>
            <a:solidFill>
              <a:srgbClr val="66666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4558;p102">
              <a:extLst>
                <a:ext uri="{FF2B5EF4-FFF2-40B4-BE49-F238E27FC236}">
                  <a16:creationId xmlns:a16="http://schemas.microsoft.com/office/drawing/2014/main" id="{850BE5ED-9194-784A-028C-C9415D5A769C}"/>
                </a:ext>
              </a:extLst>
            </p:cNvPr>
            <p:cNvSpPr/>
            <p:nvPr/>
          </p:nvSpPr>
          <p:spPr>
            <a:xfrm>
              <a:off x="1834916" y="889266"/>
              <a:ext cx="331374" cy="214863"/>
            </a:xfrm>
            <a:custGeom>
              <a:avLst/>
              <a:gdLst/>
              <a:ahLst/>
              <a:cxnLst/>
              <a:rect l="l" t="t" r="r" b="b"/>
              <a:pathLst>
                <a:path w="17847" h="11572" extrusionOk="0">
                  <a:moveTo>
                    <a:pt x="14632" y="1"/>
                  </a:moveTo>
                  <a:cubicBezTo>
                    <a:pt x="13009" y="1"/>
                    <a:pt x="11247" y="2961"/>
                    <a:pt x="10008" y="4566"/>
                  </a:cubicBezTo>
                  <a:cubicBezTo>
                    <a:pt x="8540" y="6468"/>
                    <a:pt x="4204" y="8936"/>
                    <a:pt x="4204" y="8936"/>
                  </a:cubicBezTo>
                  <a:cubicBezTo>
                    <a:pt x="4104" y="8969"/>
                    <a:pt x="234" y="9970"/>
                    <a:pt x="1" y="11571"/>
                  </a:cubicBezTo>
                  <a:lnTo>
                    <a:pt x="7940" y="11571"/>
                  </a:lnTo>
                  <a:cubicBezTo>
                    <a:pt x="7940" y="11571"/>
                    <a:pt x="10275" y="11571"/>
                    <a:pt x="10908" y="10437"/>
                  </a:cubicBezTo>
                  <a:cubicBezTo>
                    <a:pt x="11842" y="8703"/>
                    <a:pt x="14778" y="7402"/>
                    <a:pt x="15011" y="7402"/>
                  </a:cubicBezTo>
                  <a:cubicBezTo>
                    <a:pt x="15013" y="7402"/>
                    <a:pt x="15014" y="7402"/>
                    <a:pt x="15016" y="7402"/>
                  </a:cubicBezTo>
                  <a:cubicBezTo>
                    <a:pt x="15380" y="7402"/>
                    <a:pt x="15645" y="11571"/>
                    <a:pt x="15645" y="11571"/>
                  </a:cubicBezTo>
                  <a:lnTo>
                    <a:pt x="16446" y="11571"/>
                  </a:lnTo>
                  <a:lnTo>
                    <a:pt x="17847" y="6835"/>
                  </a:lnTo>
                  <a:cubicBezTo>
                    <a:pt x="17847" y="6835"/>
                    <a:pt x="17413" y="2365"/>
                    <a:pt x="15812" y="630"/>
                  </a:cubicBezTo>
                  <a:cubicBezTo>
                    <a:pt x="15712" y="530"/>
                    <a:pt x="15612" y="430"/>
                    <a:pt x="15512" y="330"/>
                  </a:cubicBezTo>
                  <a:cubicBezTo>
                    <a:pt x="15226" y="101"/>
                    <a:pt x="14931" y="1"/>
                    <a:pt x="14632" y="1"/>
                  </a:cubicBezTo>
                  <a:close/>
                </a:path>
              </a:pathLst>
            </a:custGeom>
            <a:solidFill>
              <a:srgbClr val="99999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4559;p102">
              <a:extLst>
                <a:ext uri="{FF2B5EF4-FFF2-40B4-BE49-F238E27FC236}">
                  <a16:creationId xmlns:a16="http://schemas.microsoft.com/office/drawing/2014/main" id="{B9ED26B8-681C-9D4B-67EA-D5A50A7E0F4C}"/>
                </a:ext>
              </a:extLst>
            </p:cNvPr>
            <p:cNvSpPr/>
            <p:nvPr/>
          </p:nvSpPr>
          <p:spPr>
            <a:xfrm>
              <a:off x="1912955" y="889266"/>
              <a:ext cx="215550" cy="167962"/>
            </a:xfrm>
            <a:custGeom>
              <a:avLst/>
              <a:gdLst/>
              <a:ahLst/>
              <a:cxnLst/>
              <a:rect l="l" t="t" r="r" b="b"/>
              <a:pathLst>
                <a:path w="11609" h="9046" extrusionOk="0">
                  <a:moveTo>
                    <a:pt x="10429" y="1"/>
                  </a:moveTo>
                  <a:cubicBezTo>
                    <a:pt x="8806" y="1"/>
                    <a:pt x="7044" y="2961"/>
                    <a:pt x="5805" y="4566"/>
                  </a:cubicBezTo>
                  <a:cubicBezTo>
                    <a:pt x="4337" y="6468"/>
                    <a:pt x="1" y="8936"/>
                    <a:pt x="1" y="8936"/>
                  </a:cubicBezTo>
                  <a:lnTo>
                    <a:pt x="201" y="8969"/>
                  </a:lnTo>
                  <a:cubicBezTo>
                    <a:pt x="506" y="9018"/>
                    <a:pt x="870" y="9046"/>
                    <a:pt x="1270" y="9046"/>
                  </a:cubicBezTo>
                  <a:cubicBezTo>
                    <a:pt x="3052" y="9046"/>
                    <a:pt x="5552" y="8497"/>
                    <a:pt x="6805" y="6835"/>
                  </a:cubicBezTo>
                  <a:cubicBezTo>
                    <a:pt x="8573" y="4533"/>
                    <a:pt x="8974" y="1831"/>
                    <a:pt x="10708" y="1197"/>
                  </a:cubicBezTo>
                  <a:cubicBezTo>
                    <a:pt x="11042" y="1097"/>
                    <a:pt x="11375" y="897"/>
                    <a:pt x="11609" y="630"/>
                  </a:cubicBezTo>
                  <a:cubicBezTo>
                    <a:pt x="11509" y="530"/>
                    <a:pt x="11409" y="430"/>
                    <a:pt x="11309" y="330"/>
                  </a:cubicBezTo>
                  <a:cubicBezTo>
                    <a:pt x="11023" y="101"/>
                    <a:pt x="10728" y="1"/>
                    <a:pt x="10429" y="1"/>
                  </a:cubicBezTo>
                  <a:close/>
                </a:path>
              </a:pathLst>
            </a:custGeom>
            <a:solidFill>
              <a:srgbClr val="66666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4560;p102">
              <a:extLst>
                <a:ext uri="{FF2B5EF4-FFF2-40B4-BE49-F238E27FC236}">
                  <a16:creationId xmlns:a16="http://schemas.microsoft.com/office/drawing/2014/main" id="{F078D98B-2A0E-C158-3E8A-3B41BF4D3BD5}"/>
                </a:ext>
              </a:extLst>
            </p:cNvPr>
            <p:cNvSpPr/>
            <p:nvPr/>
          </p:nvSpPr>
          <p:spPr>
            <a:xfrm>
              <a:off x="1521515" y="736827"/>
              <a:ext cx="209367" cy="152383"/>
            </a:xfrm>
            <a:custGeom>
              <a:avLst/>
              <a:gdLst/>
              <a:ahLst/>
              <a:cxnLst/>
              <a:rect l="l" t="t" r="r" b="b"/>
              <a:pathLst>
                <a:path w="11276" h="8207" extrusionOk="0">
                  <a:moveTo>
                    <a:pt x="1202" y="1"/>
                  </a:moveTo>
                  <a:lnTo>
                    <a:pt x="701" y="734"/>
                  </a:lnTo>
                  <a:cubicBezTo>
                    <a:pt x="101" y="1635"/>
                    <a:pt x="1" y="2803"/>
                    <a:pt x="401" y="3803"/>
                  </a:cubicBezTo>
                  <a:lnTo>
                    <a:pt x="1402" y="6205"/>
                  </a:lnTo>
                  <a:cubicBezTo>
                    <a:pt x="1869" y="7406"/>
                    <a:pt x="3070" y="8206"/>
                    <a:pt x="4404" y="8206"/>
                  </a:cubicBezTo>
                  <a:lnTo>
                    <a:pt x="8140" y="8206"/>
                  </a:lnTo>
                  <a:lnTo>
                    <a:pt x="11276" y="6705"/>
                  </a:lnTo>
                  <a:lnTo>
                    <a:pt x="1202"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4561;p102">
              <a:extLst>
                <a:ext uri="{FF2B5EF4-FFF2-40B4-BE49-F238E27FC236}">
                  <a16:creationId xmlns:a16="http://schemas.microsoft.com/office/drawing/2014/main" id="{A1E88D83-0B55-994E-F60A-5EEAAABE19E7}"/>
                </a:ext>
              </a:extLst>
            </p:cNvPr>
            <p:cNvSpPr/>
            <p:nvPr/>
          </p:nvSpPr>
          <p:spPr>
            <a:xfrm>
              <a:off x="1543815" y="736827"/>
              <a:ext cx="212468" cy="130697"/>
            </a:xfrm>
            <a:custGeom>
              <a:avLst/>
              <a:gdLst/>
              <a:ahLst/>
              <a:cxnLst/>
              <a:rect l="l" t="t" r="r" b="b"/>
              <a:pathLst>
                <a:path w="11443" h="7039" extrusionOk="0">
                  <a:moveTo>
                    <a:pt x="1" y="1"/>
                  </a:moveTo>
                  <a:lnTo>
                    <a:pt x="3170" y="7039"/>
                  </a:lnTo>
                  <a:lnTo>
                    <a:pt x="11442" y="7039"/>
                  </a:lnTo>
                  <a:lnTo>
                    <a:pt x="8273"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4562;p102">
              <a:extLst>
                <a:ext uri="{FF2B5EF4-FFF2-40B4-BE49-F238E27FC236}">
                  <a16:creationId xmlns:a16="http://schemas.microsoft.com/office/drawing/2014/main" id="{85412D67-4D30-1590-82A9-B38C6847AE69}"/>
                </a:ext>
              </a:extLst>
            </p:cNvPr>
            <p:cNvSpPr/>
            <p:nvPr/>
          </p:nvSpPr>
          <p:spPr>
            <a:xfrm>
              <a:off x="1631156" y="802908"/>
              <a:ext cx="156710" cy="133983"/>
            </a:xfrm>
            <a:custGeom>
              <a:avLst/>
              <a:gdLst/>
              <a:ahLst/>
              <a:cxnLst/>
              <a:rect l="l" t="t" r="r" b="b"/>
              <a:pathLst>
                <a:path w="8440" h="7216" extrusionOk="0">
                  <a:moveTo>
                    <a:pt x="4837" y="1178"/>
                  </a:moveTo>
                  <a:cubicBezTo>
                    <a:pt x="6171" y="1178"/>
                    <a:pt x="7272" y="2279"/>
                    <a:pt x="7272" y="3613"/>
                  </a:cubicBezTo>
                  <a:cubicBezTo>
                    <a:pt x="7272" y="5083"/>
                    <a:pt x="6061" y="6063"/>
                    <a:pt x="4802" y="6063"/>
                  </a:cubicBezTo>
                  <a:cubicBezTo>
                    <a:pt x="4205" y="6063"/>
                    <a:pt x="3596" y="5842"/>
                    <a:pt x="3102" y="5348"/>
                  </a:cubicBezTo>
                  <a:cubicBezTo>
                    <a:pt x="1568" y="3813"/>
                    <a:pt x="2669" y="1178"/>
                    <a:pt x="4837" y="1178"/>
                  </a:cubicBezTo>
                  <a:close/>
                  <a:moveTo>
                    <a:pt x="4799" y="0"/>
                  </a:moveTo>
                  <a:cubicBezTo>
                    <a:pt x="3910" y="0"/>
                    <a:pt x="3003" y="333"/>
                    <a:pt x="2268" y="1078"/>
                  </a:cubicBezTo>
                  <a:cubicBezTo>
                    <a:pt x="0" y="3346"/>
                    <a:pt x="1635" y="7216"/>
                    <a:pt x="4837" y="7216"/>
                  </a:cubicBezTo>
                  <a:cubicBezTo>
                    <a:pt x="6838" y="7216"/>
                    <a:pt x="8439" y="5615"/>
                    <a:pt x="8439" y="3613"/>
                  </a:cubicBezTo>
                  <a:cubicBezTo>
                    <a:pt x="8439" y="1448"/>
                    <a:pt x="6656" y="0"/>
                    <a:pt x="4799" y="0"/>
                  </a:cubicBez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4563;p102">
              <a:extLst>
                <a:ext uri="{FF2B5EF4-FFF2-40B4-BE49-F238E27FC236}">
                  <a16:creationId xmlns:a16="http://schemas.microsoft.com/office/drawing/2014/main" id="{34C9AD86-F311-2910-0058-1DBF738536A8}"/>
                </a:ext>
              </a:extLst>
            </p:cNvPr>
            <p:cNvSpPr/>
            <p:nvPr/>
          </p:nvSpPr>
          <p:spPr>
            <a:xfrm>
              <a:off x="1675124" y="760983"/>
              <a:ext cx="91686" cy="58859"/>
            </a:xfrm>
            <a:custGeom>
              <a:avLst/>
              <a:gdLst/>
              <a:ahLst/>
              <a:cxnLst/>
              <a:rect l="l" t="t" r="r" b="b"/>
              <a:pathLst>
                <a:path w="4938" h="3170" extrusionOk="0">
                  <a:moveTo>
                    <a:pt x="701" y="0"/>
                  </a:moveTo>
                  <a:lnTo>
                    <a:pt x="0" y="701"/>
                  </a:lnTo>
                  <a:lnTo>
                    <a:pt x="2469" y="3169"/>
                  </a:lnTo>
                  <a:lnTo>
                    <a:pt x="4937" y="701"/>
                  </a:lnTo>
                  <a:lnTo>
                    <a:pt x="4237"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4564;p102">
              <a:extLst>
                <a:ext uri="{FF2B5EF4-FFF2-40B4-BE49-F238E27FC236}">
                  <a16:creationId xmlns:a16="http://schemas.microsoft.com/office/drawing/2014/main" id="{6F67903F-7530-7659-E7D0-E188D3B533ED}"/>
                </a:ext>
              </a:extLst>
            </p:cNvPr>
            <p:cNvSpPr/>
            <p:nvPr/>
          </p:nvSpPr>
          <p:spPr>
            <a:xfrm>
              <a:off x="1699893" y="760983"/>
              <a:ext cx="42148" cy="58859"/>
            </a:xfrm>
            <a:custGeom>
              <a:avLst/>
              <a:gdLst/>
              <a:ahLst/>
              <a:cxnLst/>
              <a:rect l="l" t="t" r="r" b="b"/>
              <a:pathLst>
                <a:path w="2270" h="3170" extrusionOk="0">
                  <a:moveTo>
                    <a:pt x="334" y="0"/>
                  </a:moveTo>
                  <a:lnTo>
                    <a:pt x="1" y="701"/>
                  </a:lnTo>
                  <a:lnTo>
                    <a:pt x="1135" y="3169"/>
                  </a:lnTo>
                  <a:lnTo>
                    <a:pt x="2269" y="701"/>
                  </a:lnTo>
                  <a:lnTo>
                    <a:pt x="1969"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9" name="Google Shape;4565;p102">
              <a:extLst>
                <a:ext uri="{FF2B5EF4-FFF2-40B4-BE49-F238E27FC236}">
                  <a16:creationId xmlns:a16="http://schemas.microsoft.com/office/drawing/2014/main" id="{20B2B691-F462-5A8C-20C2-A89FE5012E06}"/>
                </a:ext>
              </a:extLst>
            </p:cNvPr>
            <p:cNvSpPr/>
            <p:nvPr/>
          </p:nvSpPr>
          <p:spPr>
            <a:xfrm>
              <a:off x="1589658" y="864422"/>
              <a:ext cx="262619" cy="127596"/>
            </a:xfrm>
            <a:custGeom>
              <a:avLst/>
              <a:gdLst/>
              <a:ahLst/>
              <a:cxnLst/>
              <a:rect l="l" t="t" r="r" b="b"/>
              <a:pathLst>
                <a:path w="14144" h="6872" extrusionOk="0">
                  <a:moveTo>
                    <a:pt x="0" y="0"/>
                  </a:moveTo>
                  <a:lnTo>
                    <a:pt x="0" y="4603"/>
                  </a:lnTo>
                  <a:cubicBezTo>
                    <a:pt x="34" y="5871"/>
                    <a:pt x="1034" y="6872"/>
                    <a:pt x="2302" y="6872"/>
                  </a:cubicBezTo>
                  <a:lnTo>
                    <a:pt x="11842" y="6872"/>
                  </a:lnTo>
                  <a:cubicBezTo>
                    <a:pt x="13110" y="6872"/>
                    <a:pt x="14110" y="5871"/>
                    <a:pt x="14144" y="4603"/>
                  </a:cubicBezTo>
                  <a:lnTo>
                    <a:pt x="14144"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4566;p102">
              <a:extLst>
                <a:ext uri="{FF2B5EF4-FFF2-40B4-BE49-F238E27FC236}">
                  <a16:creationId xmlns:a16="http://schemas.microsoft.com/office/drawing/2014/main" id="{1AA3A176-EA47-8E21-3819-2CF4AB5FCD2D}"/>
                </a:ext>
              </a:extLst>
            </p:cNvPr>
            <p:cNvSpPr/>
            <p:nvPr/>
          </p:nvSpPr>
          <p:spPr>
            <a:xfrm>
              <a:off x="1589658" y="864422"/>
              <a:ext cx="123270" cy="127596"/>
            </a:xfrm>
            <a:custGeom>
              <a:avLst/>
              <a:gdLst/>
              <a:ahLst/>
              <a:cxnLst/>
              <a:rect l="l" t="t" r="r" b="b"/>
              <a:pathLst>
                <a:path w="6639" h="6872" extrusionOk="0">
                  <a:moveTo>
                    <a:pt x="0" y="0"/>
                  </a:moveTo>
                  <a:lnTo>
                    <a:pt x="0" y="4603"/>
                  </a:lnTo>
                  <a:cubicBezTo>
                    <a:pt x="34" y="5871"/>
                    <a:pt x="1034" y="6872"/>
                    <a:pt x="2302" y="6872"/>
                  </a:cubicBezTo>
                  <a:lnTo>
                    <a:pt x="4337" y="6872"/>
                  </a:lnTo>
                  <a:cubicBezTo>
                    <a:pt x="5604" y="6872"/>
                    <a:pt x="6605" y="5871"/>
                    <a:pt x="6638" y="4603"/>
                  </a:cubicBezTo>
                  <a:lnTo>
                    <a:pt x="6638" y="0"/>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Google Shape;4567;p102">
              <a:extLst>
                <a:ext uri="{FF2B5EF4-FFF2-40B4-BE49-F238E27FC236}">
                  <a16:creationId xmlns:a16="http://schemas.microsoft.com/office/drawing/2014/main" id="{03B3560A-AFAA-EF54-AD07-0FCA22C62D50}"/>
                </a:ext>
              </a:extLst>
            </p:cNvPr>
            <p:cNvSpPr/>
            <p:nvPr/>
          </p:nvSpPr>
          <p:spPr>
            <a:xfrm>
              <a:off x="886061" y="925008"/>
              <a:ext cx="304748" cy="268152"/>
            </a:xfrm>
            <a:custGeom>
              <a:avLst/>
              <a:gdLst/>
              <a:ahLst/>
              <a:cxnLst/>
              <a:rect l="l" t="t" r="r" b="b"/>
              <a:pathLst>
                <a:path w="16413" h="14442" extrusionOk="0">
                  <a:moveTo>
                    <a:pt x="8226" y="1"/>
                  </a:moveTo>
                  <a:cubicBezTo>
                    <a:pt x="5383" y="1"/>
                    <a:pt x="2696" y="1675"/>
                    <a:pt x="1535" y="4476"/>
                  </a:cubicBezTo>
                  <a:cubicBezTo>
                    <a:pt x="0" y="8145"/>
                    <a:pt x="1768" y="12382"/>
                    <a:pt x="5438" y="13883"/>
                  </a:cubicBezTo>
                  <a:cubicBezTo>
                    <a:pt x="6352" y="14261"/>
                    <a:pt x="7296" y="14441"/>
                    <a:pt x="8223" y="14441"/>
                  </a:cubicBezTo>
                  <a:cubicBezTo>
                    <a:pt x="11052" y="14441"/>
                    <a:pt x="13722" y="12769"/>
                    <a:pt x="14878" y="9980"/>
                  </a:cubicBezTo>
                  <a:cubicBezTo>
                    <a:pt x="16412" y="6311"/>
                    <a:pt x="14644" y="2074"/>
                    <a:pt x="10975" y="540"/>
                  </a:cubicBezTo>
                  <a:cubicBezTo>
                    <a:pt x="10073" y="174"/>
                    <a:pt x="9141" y="1"/>
                    <a:pt x="8226" y="1"/>
                  </a:cubicBez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Google Shape;4568;p102">
              <a:extLst>
                <a:ext uri="{FF2B5EF4-FFF2-40B4-BE49-F238E27FC236}">
                  <a16:creationId xmlns:a16="http://schemas.microsoft.com/office/drawing/2014/main" id="{3D44DA4E-2116-9220-E7BB-23CF089D56CF}"/>
                </a:ext>
              </a:extLst>
            </p:cNvPr>
            <p:cNvSpPr/>
            <p:nvPr/>
          </p:nvSpPr>
          <p:spPr>
            <a:xfrm>
              <a:off x="1087351" y="1183393"/>
              <a:ext cx="73732" cy="63130"/>
            </a:xfrm>
            <a:custGeom>
              <a:avLst/>
              <a:gdLst/>
              <a:ahLst/>
              <a:cxnLst/>
              <a:rect l="l" t="t" r="r" b="b"/>
              <a:pathLst>
                <a:path w="3971" h="3400" extrusionOk="0">
                  <a:moveTo>
                    <a:pt x="1702" y="0"/>
                  </a:moveTo>
                  <a:cubicBezTo>
                    <a:pt x="768" y="0"/>
                    <a:pt x="1" y="767"/>
                    <a:pt x="1" y="1701"/>
                  </a:cubicBezTo>
                  <a:cubicBezTo>
                    <a:pt x="1" y="2719"/>
                    <a:pt x="844" y="3399"/>
                    <a:pt x="1720" y="3399"/>
                  </a:cubicBezTo>
                  <a:cubicBezTo>
                    <a:pt x="2136" y="3399"/>
                    <a:pt x="2559" y="3246"/>
                    <a:pt x="2903" y="2902"/>
                  </a:cubicBezTo>
                  <a:cubicBezTo>
                    <a:pt x="3970" y="1835"/>
                    <a:pt x="3203" y="0"/>
                    <a:pt x="1702" y="0"/>
                  </a:cubicBez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Google Shape;4569;p102">
              <a:extLst>
                <a:ext uri="{FF2B5EF4-FFF2-40B4-BE49-F238E27FC236}">
                  <a16:creationId xmlns:a16="http://schemas.microsoft.com/office/drawing/2014/main" id="{E4AAF849-DCF4-BDFB-741B-A7BBE805F922}"/>
                </a:ext>
              </a:extLst>
            </p:cNvPr>
            <p:cNvSpPr/>
            <p:nvPr/>
          </p:nvSpPr>
          <p:spPr>
            <a:xfrm>
              <a:off x="1136908" y="1239746"/>
              <a:ext cx="39029" cy="33440"/>
            </a:xfrm>
            <a:custGeom>
              <a:avLst/>
              <a:gdLst/>
              <a:ahLst/>
              <a:cxnLst/>
              <a:rect l="l" t="t" r="r" b="b"/>
              <a:pathLst>
                <a:path w="2102" h="1801" extrusionOk="0">
                  <a:moveTo>
                    <a:pt x="901" y="1"/>
                  </a:moveTo>
                  <a:cubicBezTo>
                    <a:pt x="400" y="1"/>
                    <a:pt x="0" y="401"/>
                    <a:pt x="0" y="901"/>
                  </a:cubicBezTo>
                  <a:cubicBezTo>
                    <a:pt x="0" y="1443"/>
                    <a:pt x="442" y="1801"/>
                    <a:pt x="904" y="1801"/>
                  </a:cubicBezTo>
                  <a:cubicBezTo>
                    <a:pt x="1125" y="1801"/>
                    <a:pt x="1351" y="1719"/>
                    <a:pt x="1535" y="1535"/>
                  </a:cubicBezTo>
                  <a:cubicBezTo>
                    <a:pt x="2102" y="968"/>
                    <a:pt x="1701" y="1"/>
                    <a:pt x="901" y="1"/>
                  </a:cubicBez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4570;p102">
              <a:extLst>
                <a:ext uri="{FF2B5EF4-FFF2-40B4-BE49-F238E27FC236}">
                  <a16:creationId xmlns:a16="http://schemas.microsoft.com/office/drawing/2014/main" id="{8C84AEA6-3798-4C4D-3DCB-756B23F43DE1}"/>
                </a:ext>
              </a:extLst>
            </p:cNvPr>
            <p:cNvSpPr/>
            <p:nvPr/>
          </p:nvSpPr>
          <p:spPr>
            <a:xfrm>
              <a:off x="1173449" y="1261990"/>
              <a:ext cx="25400" cy="21334"/>
            </a:xfrm>
            <a:custGeom>
              <a:avLst/>
              <a:gdLst/>
              <a:ahLst/>
              <a:cxnLst/>
              <a:rect l="l" t="t" r="r" b="b"/>
              <a:pathLst>
                <a:path w="1368" h="1149" extrusionOk="0">
                  <a:moveTo>
                    <a:pt x="550" y="1"/>
                  </a:moveTo>
                  <a:cubicBezTo>
                    <a:pt x="240" y="1"/>
                    <a:pt x="0" y="286"/>
                    <a:pt x="0" y="571"/>
                  </a:cubicBezTo>
                  <a:cubicBezTo>
                    <a:pt x="22" y="926"/>
                    <a:pt x="297" y="1149"/>
                    <a:pt x="586" y="1149"/>
                  </a:cubicBezTo>
                  <a:cubicBezTo>
                    <a:pt x="730" y="1149"/>
                    <a:pt x="879" y="1093"/>
                    <a:pt x="1001" y="971"/>
                  </a:cubicBezTo>
                  <a:cubicBezTo>
                    <a:pt x="1368" y="604"/>
                    <a:pt x="1101" y="3"/>
                    <a:pt x="601" y="3"/>
                  </a:cubicBezTo>
                  <a:cubicBezTo>
                    <a:pt x="583" y="2"/>
                    <a:pt x="567" y="1"/>
                    <a:pt x="550" y="1"/>
                  </a:cubicBez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4571;p102">
              <a:extLst>
                <a:ext uri="{FF2B5EF4-FFF2-40B4-BE49-F238E27FC236}">
                  <a16:creationId xmlns:a16="http://schemas.microsoft.com/office/drawing/2014/main" id="{51831B1E-51D2-D294-5F8C-E52D4271E2D2}"/>
                </a:ext>
              </a:extLst>
            </p:cNvPr>
            <p:cNvSpPr/>
            <p:nvPr/>
          </p:nvSpPr>
          <p:spPr>
            <a:xfrm>
              <a:off x="999397" y="987488"/>
              <a:ext cx="74344" cy="150694"/>
            </a:xfrm>
            <a:custGeom>
              <a:avLst/>
              <a:gdLst/>
              <a:ahLst/>
              <a:cxnLst/>
              <a:rect l="l" t="t" r="r" b="b"/>
              <a:pathLst>
                <a:path w="4004" h="8116" extrusionOk="0">
                  <a:moveTo>
                    <a:pt x="1551" y="1"/>
                  </a:moveTo>
                  <a:cubicBezTo>
                    <a:pt x="947" y="1"/>
                    <a:pt x="364" y="293"/>
                    <a:pt x="1" y="777"/>
                  </a:cubicBezTo>
                  <a:lnTo>
                    <a:pt x="301" y="1778"/>
                  </a:lnTo>
                  <a:cubicBezTo>
                    <a:pt x="601" y="1311"/>
                    <a:pt x="1102" y="1044"/>
                    <a:pt x="1635" y="1044"/>
                  </a:cubicBezTo>
                  <a:cubicBezTo>
                    <a:pt x="1674" y="1040"/>
                    <a:pt x="1712" y="1038"/>
                    <a:pt x="1749" y="1038"/>
                  </a:cubicBezTo>
                  <a:cubicBezTo>
                    <a:pt x="2302" y="1038"/>
                    <a:pt x="2767" y="1485"/>
                    <a:pt x="2736" y="2078"/>
                  </a:cubicBezTo>
                  <a:cubicBezTo>
                    <a:pt x="2736" y="3246"/>
                    <a:pt x="1368" y="4013"/>
                    <a:pt x="1368" y="5381"/>
                  </a:cubicBezTo>
                  <a:cubicBezTo>
                    <a:pt x="1368" y="5414"/>
                    <a:pt x="1368" y="5481"/>
                    <a:pt x="1402" y="5948"/>
                  </a:cubicBezTo>
                  <a:lnTo>
                    <a:pt x="2336" y="5948"/>
                  </a:lnTo>
                  <a:lnTo>
                    <a:pt x="2336" y="5814"/>
                  </a:lnTo>
                  <a:cubicBezTo>
                    <a:pt x="2336" y="4247"/>
                    <a:pt x="4004" y="3346"/>
                    <a:pt x="4004" y="2045"/>
                  </a:cubicBezTo>
                  <a:cubicBezTo>
                    <a:pt x="3939" y="886"/>
                    <a:pt x="3005" y="7"/>
                    <a:pt x="1860" y="7"/>
                  </a:cubicBezTo>
                  <a:cubicBezTo>
                    <a:pt x="1819" y="7"/>
                    <a:pt x="1777" y="8"/>
                    <a:pt x="1735" y="10"/>
                  </a:cubicBezTo>
                  <a:cubicBezTo>
                    <a:pt x="1674" y="4"/>
                    <a:pt x="1612" y="1"/>
                    <a:pt x="1551" y="1"/>
                  </a:cubicBezTo>
                  <a:close/>
                  <a:moveTo>
                    <a:pt x="1202" y="6748"/>
                  </a:moveTo>
                  <a:lnTo>
                    <a:pt x="1202" y="8116"/>
                  </a:lnTo>
                  <a:lnTo>
                    <a:pt x="2536" y="8116"/>
                  </a:lnTo>
                  <a:lnTo>
                    <a:pt x="2536" y="6748"/>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Google Shape;4572;p102">
              <a:extLst>
                <a:ext uri="{FF2B5EF4-FFF2-40B4-BE49-F238E27FC236}">
                  <a16:creationId xmlns:a16="http://schemas.microsoft.com/office/drawing/2014/main" id="{EBD0A3EC-B351-02C2-2121-0CD38BB5D2BB}"/>
                </a:ext>
              </a:extLst>
            </p:cNvPr>
            <p:cNvSpPr/>
            <p:nvPr/>
          </p:nvSpPr>
          <p:spPr>
            <a:xfrm>
              <a:off x="1636726" y="2900256"/>
              <a:ext cx="80527" cy="135654"/>
            </a:xfrm>
            <a:custGeom>
              <a:avLst/>
              <a:gdLst/>
              <a:ahLst/>
              <a:cxnLst/>
              <a:rect l="l" t="t" r="r" b="b"/>
              <a:pathLst>
                <a:path w="4337" h="7306" extrusionOk="0">
                  <a:moveTo>
                    <a:pt x="2802" y="0"/>
                  </a:moveTo>
                  <a:lnTo>
                    <a:pt x="0" y="968"/>
                  </a:lnTo>
                  <a:lnTo>
                    <a:pt x="901" y="4003"/>
                  </a:lnTo>
                  <a:lnTo>
                    <a:pt x="1902" y="7305"/>
                  </a:lnTo>
                  <a:lnTo>
                    <a:pt x="4337" y="6872"/>
                  </a:lnTo>
                  <a:lnTo>
                    <a:pt x="3603" y="3636"/>
                  </a:lnTo>
                  <a:lnTo>
                    <a:pt x="2802" y="0"/>
                  </a:lnTo>
                  <a:close/>
                </a:path>
              </a:pathLst>
            </a:custGeom>
            <a:solidFill>
              <a:srgbClr val="EEC1B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Google Shape;4573;p102">
              <a:extLst>
                <a:ext uri="{FF2B5EF4-FFF2-40B4-BE49-F238E27FC236}">
                  <a16:creationId xmlns:a16="http://schemas.microsoft.com/office/drawing/2014/main" id="{EC6A9B2F-8387-8568-6618-CB864C75F17A}"/>
                </a:ext>
              </a:extLst>
            </p:cNvPr>
            <p:cNvSpPr/>
            <p:nvPr/>
          </p:nvSpPr>
          <p:spPr>
            <a:xfrm>
              <a:off x="1657875" y="3022876"/>
              <a:ext cx="185118" cy="86692"/>
            </a:xfrm>
            <a:custGeom>
              <a:avLst/>
              <a:gdLst/>
              <a:ahLst/>
              <a:cxnLst/>
              <a:rect l="l" t="t" r="r" b="b"/>
              <a:pathLst>
                <a:path w="9970" h="4669" extrusionOk="0">
                  <a:moveTo>
                    <a:pt x="3498" y="1"/>
                  </a:moveTo>
                  <a:cubicBezTo>
                    <a:pt x="3498" y="1"/>
                    <a:pt x="162" y="368"/>
                    <a:pt x="229" y="635"/>
                  </a:cubicBezTo>
                  <a:cubicBezTo>
                    <a:pt x="599" y="3192"/>
                    <a:pt x="1" y="4668"/>
                    <a:pt x="1143" y="4668"/>
                  </a:cubicBezTo>
                  <a:cubicBezTo>
                    <a:pt x="1237" y="4668"/>
                    <a:pt x="1344" y="4658"/>
                    <a:pt x="1463" y="4638"/>
                  </a:cubicBezTo>
                  <a:lnTo>
                    <a:pt x="6867" y="3670"/>
                  </a:lnTo>
                  <a:cubicBezTo>
                    <a:pt x="9069" y="3303"/>
                    <a:pt x="9969" y="1936"/>
                    <a:pt x="7901" y="1802"/>
                  </a:cubicBezTo>
                  <a:cubicBezTo>
                    <a:pt x="5866" y="1702"/>
                    <a:pt x="3498" y="1"/>
                    <a:pt x="3498"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Google Shape;4574;p102">
              <a:extLst>
                <a:ext uri="{FF2B5EF4-FFF2-40B4-BE49-F238E27FC236}">
                  <a16:creationId xmlns:a16="http://schemas.microsoft.com/office/drawing/2014/main" id="{0307FFB4-3D17-4828-7731-E71F7116ADF6}"/>
                </a:ext>
              </a:extLst>
            </p:cNvPr>
            <p:cNvSpPr/>
            <p:nvPr/>
          </p:nvSpPr>
          <p:spPr>
            <a:xfrm>
              <a:off x="1729619" y="3005924"/>
              <a:ext cx="34703" cy="27666"/>
            </a:xfrm>
            <a:custGeom>
              <a:avLst/>
              <a:gdLst/>
              <a:ahLst/>
              <a:cxnLst/>
              <a:rect l="l" t="t" r="r" b="b"/>
              <a:pathLst>
                <a:path w="1869" h="1490" extrusionOk="0">
                  <a:moveTo>
                    <a:pt x="835" y="147"/>
                  </a:moveTo>
                  <a:lnTo>
                    <a:pt x="968" y="180"/>
                  </a:lnTo>
                  <a:cubicBezTo>
                    <a:pt x="1002" y="180"/>
                    <a:pt x="1102" y="213"/>
                    <a:pt x="1102" y="247"/>
                  </a:cubicBezTo>
                  <a:cubicBezTo>
                    <a:pt x="1102" y="414"/>
                    <a:pt x="701" y="747"/>
                    <a:pt x="234" y="1014"/>
                  </a:cubicBezTo>
                  <a:cubicBezTo>
                    <a:pt x="301" y="714"/>
                    <a:pt x="435" y="414"/>
                    <a:pt x="668" y="213"/>
                  </a:cubicBezTo>
                  <a:cubicBezTo>
                    <a:pt x="701" y="180"/>
                    <a:pt x="768" y="147"/>
                    <a:pt x="835" y="147"/>
                  </a:cubicBezTo>
                  <a:close/>
                  <a:moveTo>
                    <a:pt x="1282" y="927"/>
                  </a:moveTo>
                  <a:cubicBezTo>
                    <a:pt x="1367" y="927"/>
                    <a:pt x="1452" y="933"/>
                    <a:pt x="1535" y="947"/>
                  </a:cubicBezTo>
                  <a:cubicBezTo>
                    <a:pt x="1569" y="947"/>
                    <a:pt x="1602" y="981"/>
                    <a:pt x="1635" y="1014"/>
                  </a:cubicBezTo>
                  <a:cubicBezTo>
                    <a:pt x="1702" y="1147"/>
                    <a:pt x="1635" y="1214"/>
                    <a:pt x="1635" y="1214"/>
                  </a:cubicBezTo>
                  <a:cubicBezTo>
                    <a:pt x="1582" y="1268"/>
                    <a:pt x="1449" y="1289"/>
                    <a:pt x="1276" y="1289"/>
                  </a:cubicBezTo>
                  <a:cubicBezTo>
                    <a:pt x="1016" y="1289"/>
                    <a:pt x="668" y="1241"/>
                    <a:pt x="368" y="1181"/>
                  </a:cubicBezTo>
                  <a:cubicBezTo>
                    <a:pt x="632" y="1022"/>
                    <a:pt x="958" y="927"/>
                    <a:pt x="1282" y="927"/>
                  </a:cubicBezTo>
                  <a:close/>
                  <a:moveTo>
                    <a:pt x="874" y="0"/>
                  </a:moveTo>
                  <a:cubicBezTo>
                    <a:pt x="763" y="0"/>
                    <a:pt x="666" y="31"/>
                    <a:pt x="568" y="80"/>
                  </a:cubicBezTo>
                  <a:cubicBezTo>
                    <a:pt x="168" y="347"/>
                    <a:pt x="1" y="1147"/>
                    <a:pt x="1" y="1181"/>
                  </a:cubicBezTo>
                  <a:cubicBezTo>
                    <a:pt x="1" y="1214"/>
                    <a:pt x="1" y="1214"/>
                    <a:pt x="1" y="1214"/>
                  </a:cubicBezTo>
                  <a:lnTo>
                    <a:pt x="1" y="1248"/>
                  </a:lnTo>
                  <a:lnTo>
                    <a:pt x="34" y="1281"/>
                  </a:lnTo>
                  <a:lnTo>
                    <a:pt x="68" y="1281"/>
                  </a:lnTo>
                  <a:cubicBezTo>
                    <a:pt x="468" y="1381"/>
                    <a:pt x="835" y="1448"/>
                    <a:pt x="1268" y="1481"/>
                  </a:cubicBezTo>
                  <a:cubicBezTo>
                    <a:pt x="1297" y="1487"/>
                    <a:pt x="1327" y="1490"/>
                    <a:pt x="1357" y="1490"/>
                  </a:cubicBezTo>
                  <a:cubicBezTo>
                    <a:pt x="1503" y="1490"/>
                    <a:pt x="1664" y="1425"/>
                    <a:pt x="1802" y="1314"/>
                  </a:cubicBezTo>
                  <a:cubicBezTo>
                    <a:pt x="1869" y="1214"/>
                    <a:pt x="1869" y="1081"/>
                    <a:pt x="1802" y="981"/>
                  </a:cubicBezTo>
                  <a:cubicBezTo>
                    <a:pt x="1769" y="881"/>
                    <a:pt x="1669" y="814"/>
                    <a:pt x="1569" y="781"/>
                  </a:cubicBezTo>
                  <a:cubicBezTo>
                    <a:pt x="1479" y="755"/>
                    <a:pt x="1385" y="744"/>
                    <a:pt x="1290" y="744"/>
                  </a:cubicBezTo>
                  <a:cubicBezTo>
                    <a:pt x="1136" y="744"/>
                    <a:pt x="979" y="773"/>
                    <a:pt x="835" y="814"/>
                  </a:cubicBezTo>
                  <a:cubicBezTo>
                    <a:pt x="1068" y="647"/>
                    <a:pt x="1268" y="380"/>
                    <a:pt x="1235" y="247"/>
                  </a:cubicBezTo>
                  <a:cubicBezTo>
                    <a:pt x="1235" y="147"/>
                    <a:pt x="1135" y="47"/>
                    <a:pt x="1002" y="13"/>
                  </a:cubicBezTo>
                  <a:cubicBezTo>
                    <a:pt x="957" y="4"/>
                    <a:pt x="915" y="0"/>
                    <a:pt x="874" y="0"/>
                  </a:cubicBez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4575;p102">
              <a:extLst>
                <a:ext uri="{FF2B5EF4-FFF2-40B4-BE49-F238E27FC236}">
                  <a16:creationId xmlns:a16="http://schemas.microsoft.com/office/drawing/2014/main" id="{C1ABE737-26FF-F41B-8008-C21EAE46CE04}"/>
                </a:ext>
              </a:extLst>
            </p:cNvPr>
            <p:cNvSpPr/>
            <p:nvPr/>
          </p:nvSpPr>
          <p:spPr>
            <a:xfrm>
              <a:off x="1636726" y="2900869"/>
              <a:ext cx="66899" cy="74957"/>
            </a:xfrm>
            <a:custGeom>
              <a:avLst/>
              <a:gdLst/>
              <a:ahLst/>
              <a:cxnLst/>
              <a:rect l="l" t="t" r="r" b="b"/>
              <a:pathLst>
                <a:path w="3603" h="4037" extrusionOk="0">
                  <a:moveTo>
                    <a:pt x="2802" y="1"/>
                  </a:moveTo>
                  <a:lnTo>
                    <a:pt x="0" y="968"/>
                  </a:lnTo>
                  <a:lnTo>
                    <a:pt x="934" y="4037"/>
                  </a:lnTo>
                  <a:lnTo>
                    <a:pt x="3603" y="3703"/>
                  </a:lnTo>
                  <a:lnTo>
                    <a:pt x="2802" y="1"/>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 name="Google Shape;4576;p102">
              <a:extLst>
                <a:ext uri="{FF2B5EF4-FFF2-40B4-BE49-F238E27FC236}">
                  <a16:creationId xmlns:a16="http://schemas.microsoft.com/office/drawing/2014/main" id="{FFA36D87-5E26-30B0-1659-ECACAFC4D1C6}"/>
                </a:ext>
              </a:extLst>
            </p:cNvPr>
            <p:cNvSpPr/>
            <p:nvPr/>
          </p:nvSpPr>
          <p:spPr>
            <a:xfrm>
              <a:off x="1356766" y="2916354"/>
              <a:ext cx="60103" cy="130697"/>
            </a:xfrm>
            <a:custGeom>
              <a:avLst/>
              <a:gdLst/>
              <a:ahLst/>
              <a:cxnLst/>
              <a:rect l="l" t="t" r="r" b="b"/>
              <a:pathLst>
                <a:path w="3237" h="7039" extrusionOk="0">
                  <a:moveTo>
                    <a:pt x="2936" y="1"/>
                  </a:moveTo>
                  <a:lnTo>
                    <a:pt x="1" y="501"/>
                  </a:lnTo>
                  <a:lnTo>
                    <a:pt x="401" y="3636"/>
                  </a:lnTo>
                  <a:lnTo>
                    <a:pt x="801" y="7039"/>
                  </a:lnTo>
                  <a:lnTo>
                    <a:pt x="3237" y="7039"/>
                  </a:lnTo>
                  <a:lnTo>
                    <a:pt x="3103" y="3737"/>
                  </a:lnTo>
                  <a:lnTo>
                    <a:pt x="2936" y="1"/>
                  </a:lnTo>
                  <a:close/>
                </a:path>
              </a:pathLst>
            </a:custGeom>
            <a:solidFill>
              <a:srgbClr val="EEC1B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 name="Google Shape;4577;p102">
              <a:extLst>
                <a:ext uri="{FF2B5EF4-FFF2-40B4-BE49-F238E27FC236}">
                  <a16:creationId xmlns:a16="http://schemas.microsoft.com/office/drawing/2014/main" id="{8340E06C-473B-2EA0-C2B3-2FDE5E6B2CA7}"/>
                </a:ext>
              </a:extLst>
            </p:cNvPr>
            <p:cNvSpPr/>
            <p:nvPr/>
          </p:nvSpPr>
          <p:spPr>
            <a:xfrm>
              <a:off x="1341912" y="3041982"/>
              <a:ext cx="193251" cy="79395"/>
            </a:xfrm>
            <a:custGeom>
              <a:avLst/>
              <a:gdLst/>
              <a:ahLst/>
              <a:cxnLst/>
              <a:rect l="l" t="t" r="r" b="b"/>
              <a:pathLst>
                <a:path w="10408" h="4276" extrusionOk="0">
                  <a:moveTo>
                    <a:pt x="2242" y="1"/>
                  </a:moveTo>
                  <a:cubicBezTo>
                    <a:pt x="1601" y="1"/>
                    <a:pt x="1068" y="33"/>
                    <a:pt x="1068" y="139"/>
                  </a:cubicBezTo>
                  <a:cubicBezTo>
                    <a:pt x="1001" y="2942"/>
                    <a:pt x="0" y="4276"/>
                    <a:pt x="1568" y="4276"/>
                  </a:cubicBezTo>
                  <a:lnTo>
                    <a:pt x="7072" y="4276"/>
                  </a:lnTo>
                  <a:cubicBezTo>
                    <a:pt x="9307" y="4276"/>
                    <a:pt x="10408" y="3075"/>
                    <a:pt x="8440" y="2608"/>
                  </a:cubicBezTo>
                  <a:cubicBezTo>
                    <a:pt x="6438" y="2141"/>
                    <a:pt x="4403" y="73"/>
                    <a:pt x="4403" y="73"/>
                  </a:cubicBezTo>
                  <a:cubicBezTo>
                    <a:pt x="4403" y="73"/>
                    <a:pt x="3203" y="1"/>
                    <a:pt x="2242"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 name="Google Shape;4578;p102">
              <a:extLst>
                <a:ext uri="{FF2B5EF4-FFF2-40B4-BE49-F238E27FC236}">
                  <a16:creationId xmlns:a16="http://schemas.microsoft.com/office/drawing/2014/main" id="{7EF78B87-849B-533F-3DE1-05985A853124}"/>
                </a:ext>
              </a:extLst>
            </p:cNvPr>
            <p:cNvSpPr/>
            <p:nvPr/>
          </p:nvSpPr>
          <p:spPr>
            <a:xfrm>
              <a:off x="1429866" y="3030006"/>
              <a:ext cx="34071" cy="29058"/>
            </a:xfrm>
            <a:custGeom>
              <a:avLst/>
              <a:gdLst/>
              <a:ahLst/>
              <a:cxnLst/>
              <a:rect l="l" t="t" r="r" b="b"/>
              <a:pathLst>
                <a:path w="1835" h="1565" extrusionOk="0">
                  <a:moveTo>
                    <a:pt x="934" y="184"/>
                  </a:moveTo>
                  <a:cubicBezTo>
                    <a:pt x="967" y="184"/>
                    <a:pt x="1034" y="184"/>
                    <a:pt x="1101" y="217"/>
                  </a:cubicBezTo>
                  <a:cubicBezTo>
                    <a:pt x="1134" y="217"/>
                    <a:pt x="1201" y="284"/>
                    <a:pt x="1201" y="317"/>
                  </a:cubicBezTo>
                  <a:cubicBezTo>
                    <a:pt x="1201" y="484"/>
                    <a:pt x="734" y="718"/>
                    <a:pt x="234" y="918"/>
                  </a:cubicBezTo>
                  <a:cubicBezTo>
                    <a:pt x="334" y="618"/>
                    <a:pt x="534" y="384"/>
                    <a:pt x="801" y="184"/>
                  </a:cubicBezTo>
                  <a:close/>
                  <a:moveTo>
                    <a:pt x="1015" y="991"/>
                  </a:moveTo>
                  <a:cubicBezTo>
                    <a:pt x="1182" y="991"/>
                    <a:pt x="1347" y="1009"/>
                    <a:pt x="1501" y="1051"/>
                  </a:cubicBezTo>
                  <a:cubicBezTo>
                    <a:pt x="1568" y="1085"/>
                    <a:pt x="1601" y="1118"/>
                    <a:pt x="1601" y="1185"/>
                  </a:cubicBezTo>
                  <a:cubicBezTo>
                    <a:pt x="1635" y="1318"/>
                    <a:pt x="1601" y="1352"/>
                    <a:pt x="1601" y="1352"/>
                  </a:cubicBezTo>
                  <a:cubicBezTo>
                    <a:pt x="1564" y="1382"/>
                    <a:pt x="1504" y="1395"/>
                    <a:pt x="1428" y="1395"/>
                  </a:cubicBezTo>
                  <a:cubicBezTo>
                    <a:pt x="1169" y="1395"/>
                    <a:pt x="721" y="1240"/>
                    <a:pt x="334" y="1085"/>
                  </a:cubicBezTo>
                  <a:cubicBezTo>
                    <a:pt x="547" y="1027"/>
                    <a:pt x="783" y="991"/>
                    <a:pt x="1015" y="991"/>
                  </a:cubicBezTo>
                  <a:close/>
                  <a:moveTo>
                    <a:pt x="955" y="1"/>
                  </a:moveTo>
                  <a:cubicBezTo>
                    <a:pt x="884" y="1"/>
                    <a:pt x="817" y="17"/>
                    <a:pt x="767" y="51"/>
                  </a:cubicBezTo>
                  <a:cubicBezTo>
                    <a:pt x="300" y="251"/>
                    <a:pt x="0" y="1018"/>
                    <a:pt x="0" y="1051"/>
                  </a:cubicBezTo>
                  <a:cubicBezTo>
                    <a:pt x="0" y="1085"/>
                    <a:pt x="0" y="1085"/>
                    <a:pt x="0" y="1118"/>
                  </a:cubicBezTo>
                  <a:cubicBezTo>
                    <a:pt x="0" y="1118"/>
                    <a:pt x="33" y="1151"/>
                    <a:pt x="33" y="1151"/>
                  </a:cubicBezTo>
                  <a:cubicBezTo>
                    <a:pt x="467" y="1352"/>
                    <a:pt x="934" y="1518"/>
                    <a:pt x="1434" y="1552"/>
                  </a:cubicBezTo>
                  <a:cubicBezTo>
                    <a:pt x="1461" y="1561"/>
                    <a:pt x="1488" y="1565"/>
                    <a:pt x="1514" y="1565"/>
                  </a:cubicBezTo>
                  <a:cubicBezTo>
                    <a:pt x="1586" y="1565"/>
                    <a:pt x="1652" y="1534"/>
                    <a:pt x="1701" y="1485"/>
                  </a:cubicBezTo>
                  <a:cubicBezTo>
                    <a:pt x="1801" y="1418"/>
                    <a:pt x="1835" y="1252"/>
                    <a:pt x="1801" y="1151"/>
                  </a:cubicBezTo>
                  <a:cubicBezTo>
                    <a:pt x="1768" y="1051"/>
                    <a:pt x="1701" y="951"/>
                    <a:pt x="1601" y="918"/>
                  </a:cubicBezTo>
                  <a:cubicBezTo>
                    <a:pt x="1450" y="853"/>
                    <a:pt x="1300" y="817"/>
                    <a:pt x="1140" y="817"/>
                  </a:cubicBezTo>
                  <a:cubicBezTo>
                    <a:pt x="1052" y="817"/>
                    <a:pt x="962" y="828"/>
                    <a:pt x="867" y="851"/>
                  </a:cubicBezTo>
                  <a:cubicBezTo>
                    <a:pt x="1134" y="684"/>
                    <a:pt x="1401" y="518"/>
                    <a:pt x="1401" y="351"/>
                  </a:cubicBezTo>
                  <a:cubicBezTo>
                    <a:pt x="1401" y="217"/>
                    <a:pt x="1334" y="151"/>
                    <a:pt x="1168" y="51"/>
                  </a:cubicBezTo>
                  <a:cubicBezTo>
                    <a:pt x="1101" y="17"/>
                    <a:pt x="1026" y="1"/>
                    <a:pt x="955" y="1"/>
                  </a:cubicBez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 name="Google Shape;4579;p102">
              <a:extLst>
                <a:ext uri="{FF2B5EF4-FFF2-40B4-BE49-F238E27FC236}">
                  <a16:creationId xmlns:a16="http://schemas.microsoft.com/office/drawing/2014/main" id="{950B3B51-FA8A-2A8C-2D55-144E865D7CB8}"/>
                </a:ext>
              </a:extLst>
            </p:cNvPr>
            <p:cNvSpPr/>
            <p:nvPr/>
          </p:nvSpPr>
          <p:spPr>
            <a:xfrm>
              <a:off x="1356766" y="2916967"/>
              <a:ext cx="57634" cy="70018"/>
            </a:xfrm>
            <a:custGeom>
              <a:avLst/>
              <a:gdLst/>
              <a:ahLst/>
              <a:cxnLst/>
              <a:rect l="l" t="t" r="r" b="b"/>
              <a:pathLst>
                <a:path w="3104" h="3771" extrusionOk="0">
                  <a:moveTo>
                    <a:pt x="2936" y="1"/>
                  </a:moveTo>
                  <a:lnTo>
                    <a:pt x="1" y="501"/>
                  </a:lnTo>
                  <a:lnTo>
                    <a:pt x="401" y="3670"/>
                  </a:lnTo>
                  <a:lnTo>
                    <a:pt x="3103" y="3770"/>
                  </a:lnTo>
                  <a:lnTo>
                    <a:pt x="2936" y="1"/>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 name="Google Shape;4580;p102">
              <a:extLst>
                <a:ext uri="{FF2B5EF4-FFF2-40B4-BE49-F238E27FC236}">
                  <a16:creationId xmlns:a16="http://schemas.microsoft.com/office/drawing/2014/main" id="{FA3B8300-5B6B-5F1D-F690-B16A34F15BF1}"/>
                </a:ext>
              </a:extLst>
            </p:cNvPr>
            <p:cNvSpPr/>
            <p:nvPr/>
          </p:nvSpPr>
          <p:spPr>
            <a:xfrm>
              <a:off x="1167247" y="1846717"/>
              <a:ext cx="540723" cy="1106196"/>
            </a:xfrm>
            <a:custGeom>
              <a:avLst/>
              <a:gdLst/>
              <a:ahLst/>
              <a:cxnLst/>
              <a:rect l="l" t="t" r="r" b="b"/>
              <a:pathLst>
                <a:path w="29122" h="59577" extrusionOk="0">
                  <a:moveTo>
                    <a:pt x="18714" y="1"/>
                  </a:moveTo>
                  <a:lnTo>
                    <a:pt x="6972" y="2002"/>
                  </a:lnTo>
                  <a:cubicBezTo>
                    <a:pt x="6972" y="2002"/>
                    <a:pt x="1" y="12710"/>
                    <a:pt x="9841" y="59577"/>
                  </a:cubicBezTo>
                  <a:lnTo>
                    <a:pt x="13877" y="59577"/>
                  </a:lnTo>
                  <a:lnTo>
                    <a:pt x="13877" y="34859"/>
                  </a:lnTo>
                  <a:lnTo>
                    <a:pt x="13677" y="23951"/>
                  </a:lnTo>
                  <a:lnTo>
                    <a:pt x="13677" y="23951"/>
                  </a:lnTo>
                  <a:cubicBezTo>
                    <a:pt x="14344" y="26920"/>
                    <a:pt x="15178" y="30222"/>
                    <a:pt x="16279" y="33958"/>
                  </a:cubicBezTo>
                  <a:cubicBezTo>
                    <a:pt x="18280" y="40897"/>
                    <a:pt x="21149" y="49236"/>
                    <a:pt x="25152" y="59243"/>
                  </a:cubicBezTo>
                  <a:lnTo>
                    <a:pt x="29121" y="58576"/>
                  </a:lnTo>
                  <a:lnTo>
                    <a:pt x="24818" y="34192"/>
                  </a:lnTo>
                  <a:lnTo>
                    <a:pt x="20248" y="10475"/>
                  </a:lnTo>
                  <a:lnTo>
                    <a:pt x="19715" y="6572"/>
                  </a:lnTo>
                  <a:cubicBezTo>
                    <a:pt x="19515" y="4370"/>
                    <a:pt x="19181" y="2169"/>
                    <a:pt x="18714" y="1"/>
                  </a:cubicBez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 name="Google Shape;4581;p102">
              <a:extLst>
                <a:ext uri="{FF2B5EF4-FFF2-40B4-BE49-F238E27FC236}">
                  <a16:creationId xmlns:a16="http://schemas.microsoft.com/office/drawing/2014/main" id="{1543E1F0-7FA8-4F5C-1D20-7EB4C5BC0BC5}"/>
                </a:ext>
              </a:extLst>
            </p:cNvPr>
            <p:cNvSpPr/>
            <p:nvPr/>
          </p:nvSpPr>
          <p:spPr>
            <a:xfrm>
              <a:off x="1622485" y="2907070"/>
              <a:ext cx="91668" cy="63185"/>
            </a:xfrm>
            <a:custGeom>
              <a:avLst/>
              <a:gdLst/>
              <a:ahLst/>
              <a:cxnLst/>
              <a:rect l="l" t="t" r="r" b="b"/>
              <a:pathLst>
                <a:path w="4937" h="3403" extrusionOk="0">
                  <a:moveTo>
                    <a:pt x="4937" y="0"/>
                  </a:moveTo>
                  <a:lnTo>
                    <a:pt x="0" y="1635"/>
                  </a:lnTo>
                  <a:lnTo>
                    <a:pt x="801" y="3403"/>
                  </a:lnTo>
                  <a:lnTo>
                    <a:pt x="4870" y="2102"/>
                  </a:lnTo>
                  <a:lnTo>
                    <a:pt x="4937"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 name="Google Shape;4582;p102">
              <a:extLst>
                <a:ext uri="{FF2B5EF4-FFF2-40B4-BE49-F238E27FC236}">
                  <a16:creationId xmlns:a16="http://schemas.microsoft.com/office/drawing/2014/main" id="{4A7CDCA0-E0B2-F844-AE7B-8D8A2C2A08EA}"/>
                </a:ext>
              </a:extLst>
            </p:cNvPr>
            <p:cNvSpPr/>
            <p:nvPr/>
          </p:nvSpPr>
          <p:spPr>
            <a:xfrm>
              <a:off x="1340055" y="2928126"/>
              <a:ext cx="95400" cy="48331"/>
            </a:xfrm>
            <a:custGeom>
              <a:avLst/>
              <a:gdLst/>
              <a:ahLst/>
              <a:cxnLst/>
              <a:rect l="l" t="t" r="r" b="b"/>
              <a:pathLst>
                <a:path w="5138" h="2603" extrusionOk="0">
                  <a:moveTo>
                    <a:pt x="5137" y="0"/>
                  </a:moveTo>
                  <a:lnTo>
                    <a:pt x="0" y="734"/>
                  </a:lnTo>
                  <a:lnTo>
                    <a:pt x="467" y="2602"/>
                  </a:lnTo>
                  <a:lnTo>
                    <a:pt x="4704" y="2035"/>
                  </a:lnTo>
                  <a:lnTo>
                    <a:pt x="5137"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 name="Google Shape;4583;p102">
              <a:extLst>
                <a:ext uri="{FF2B5EF4-FFF2-40B4-BE49-F238E27FC236}">
                  <a16:creationId xmlns:a16="http://schemas.microsoft.com/office/drawing/2014/main" id="{2FAA2D03-E322-1CF7-6DF3-CF2DC52E2740}"/>
                </a:ext>
              </a:extLst>
            </p:cNvPr>
            <p:cNvSpPr/>
            <p:nvPr/>
          </p:nvSpPr>
          <p:spPr>
            <a:xfrm>
              <a:off x="1296700" y="1828131"/>
              <a:ext cx="222364" cy="55777"/>
            </a:xfrm>
            <a:custGeom>
              <a:avLst/>
              <a:gdLst/>
              <a:ahLst/>
              <a:cxnLst/>
              <a:rect l="l" t="t" r="r" b="b"/>
              <a:pathLst>
                <a:path w="11976" h="3004" extrusionOk="0">
                  <a:moveTo>
                    <a:pt x="11975" y="1"/>
                  </a:moveTo>
                  <a:lnTo>
                    <a:pt x="0" y="1235"/>
                  </a:lnTo>
                  <a:lnTo>
                    <a:pt x="0" y="3003"/>
                  </a:lnTo>
                  <a:lnTo>
                    <a:pt x="11975" y="2069"/>
                  </a:lnTo>
                  <a:lnTo>
                    <a:pt x="11975" y="1"/>
                  </a:lnTo>
                  <a:close/>
                </a:path>
              </a:pathLst>
            </a:custGeom>
            <a:solidFill>
              <a:srgbClr val="66666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 name="Google Shape;4584;p102">
              <a:extLst>
                <a:ext uri="{FF2B5EF4-FFF2-40B4-BE49-F238E27FC236}">
                  <a16:creationId xmlns:a16="http://schemas.microsoft.com/office/drawing/2014/main" id="{5CF40D15-C1E4-FDDC-695F-5C0E85771BA7}"/>
                </a:ext>
              </a:extLst>
            </p:cNvPr>
            <p:cNvSpPr/>
            <p:nvPr/>
          </p:nvSpPr>
          <p:spPr>
            <a:xfrm>
              <a:off x="1419319" y="1836190"/>
              <a:ext cx="51432" cy="40904"/>
            </a:xfrm>
            <a:custGeom>
              <a:avLst/>
              <a:gdLst/>
              <a:ahLst/>
              <a:cxnLst/>
              <a:rect l="l" t="t" r="r" b="b"/>
              <a:pathLst>
                <a:path w="2770" h="2203" extrusionOk="0">
                  <a:moveTo>
                    <a:pt x="2603" y="1"/>
                  </a:moveTo>
                  <a:lnTo>
                    <a:pt x="1" y="234"/>
                  </a:lnTo>
                  <a:lnTo>
                    <a:pt x="168" y="2202"/>
                  </a:lnTo>
                  <a:lnTo>
                    <a:pt x="2770" y="1969"/>
                  </a:lnTo>
                  <a:lnTo>
                    <a:pt x="2603"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 name="Google Shape;4585;p102">
              <a:extLst>
                <a:ext uri="{FF2B5EF4-FFF2-40B4-BE49-F238E27FC236}">
                  <a16:creationId xmlns:a16="http://schemas.microsoft.com/office/drawing/2014/main" id="{A4E30AC9-E8E7-C147-8D32-197D7CA30881}"/>
                </a:ext>
              </a:extLst>
            </p:cNvPr>
            <p:cNvSpPr/>
            <p:nvPr/>
          </p:nvSpPr>
          <p:spPr>
            <a:xfrm>
              <a:off x="1359866" y="1837434"/>
              <a:ext cx="14260" cy="57002"/>
            </a:xfrm>
            <a:custGeom>
              <a:avLst/>
              <a:gdLst/>
              <a:ahLst/>
              <a:cxnLst/>
              <a:rect l="l" t="t" r="r" b="b"/>
              <a:pathLst>
                <a:path w="768" h="3070" extrusionOk="0">
                  <a:moveTo>
                    <a:pt x="601" y="0"/>
                  </a:moveTo>
                  <a:lnTo>
                    <a:pt x="1" y="34"/>
                  </a:lnTo>
                  <a:lnTo>
                    <a:pt x="167" y="3069"/>
                  </a:lnTo>
                  <a:lnTo>
                    <a:pt x="768" y="3036"/>
                  </a:lnTo>
                  <a:lnTo>
                    <a:pt x="601" y="0"/>
                  </a:lnTo>
                  <a:close/>
                </a:path>
              </a:pathLst>
            </a:custGeom>
            <a:solidFill>
              <a:srgbClr val="407B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0" name="Google Shape;4586;p102">
              <a:extLst>
                <a:ext uri="{FF2B5EF4-FFF2-40B4-BE49-F238E27FC236}">
                  <a16:creationId xmlns:a16="http://schemas.microsoft.com/office/drawing/2014/main" id="{6693C603-312D-EE3F-7811-0C8C6A80B56A}"/>
                </a:ext>
              </a:extLst>
            </p:cNvPr>
            <p:cNvSpPr/>
            <p:nvPr/>
          </p:nvSpPr>
          <p:spPr>
            <a:xfrm>
              <a:off x="1359866" y="1837434"/>
              <a:ext cx="14260" cy="57002"/>
            </a:xfrm>
            <a:custGeom>
              <a:avLst/>
              <a:gdLst/>
              <a:ahLst/>
              <a:cxnLst/>
              <a:rect l="l" t="t" r="r" b="b"/>
              <a:pathLst>
                <a:path w="768" h="3070" extrusionOk="0">
                  <a:moveTo>
                    <a:pt x="601" y="0"/>
                  </a:moveTo>
                  <a:lnTo>
                    <a:pt x="1" y="34"/>
                  </a:lnTo>
                  <a:lnTo>
                    <a:pt x="167" y="3069"/>
                  </a:lnTo>
                  <a:lnTo>
                    <a:pt x="768" y="3036"/>
                  </a:lnTo>
                  <a:lnTo>
                    <a:pt x="601"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4587;p102">
              <a:extLst>
                <a:ext uri="{FF2B5EF4-FFF2-40B4-BE49-F238E27FC236}">
                  <a16:creationId xmlns:a16="http://schemas.microsoft.com/office/drawing/2014/main" id="{F0B2747D-1349-CB78-E055-C66D36D89A27}"/>
                </a:ext>
              </a:extLst>
            </p:cNvPr>
            <p:cNvSpPr/>
            <p:nvPr/>
          </p:nvSpPr>
          <p:spPr>
            <a:xfrm>
              <a:off x="1496133" y="1822561"/>
              <a:ext cx="13647" cy="57002"/>
            </a:xfrm>
            <a:custGeom>
              <a:avLst/>
              <a:gdLst/>
              <a:ahLst/>
              <a:cxnLst/>
              <a:rect l="l" t="t" r="r" b="b"/>
              <a:pathLst>
                <a:path w="735" h="3070" extrusionOk="0">
                  <a:moveTo>
                    <a:pt x="601" y="1"/>
                  </a:moveTo>
                  <a:lnTo>
                    <a:pt x="0" y="34"/>
                  </a:lnTo>
                  <a:lnTo>
                    <a:pt x="167" y="3070"/>
                  </a:lnTo>
                  <a:lnTo>
                    <a:pt x="734" y="3036"/>
                  </a:lnTo>
                  <a:lnTo>
                    <a:pt x="601" y="1"/>
                  </a:lnTo>
                  <a:close/>
                </a:path>
              </a:pathLst>
            </a:custGeom>
            <a:solidFill>
              <a:srgbClr val="407B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 name="Google Shape;4588;p102">
              <a:extLst>
                <a:ext uri="{FF2B5EF4-FFF2-40B4-BE49-F238E27FC236}">
                  <a16:creationId xmlns:a16="http://schemas.microsoft.com/office/drawing/2014/main" id="{5E62058F-C933-A58D-4188-2D31E29A576C}"/>
                </a:ext>
              </a:extLst>
            </p:cNvPr>
            <p:cNvSpPr/>
            <p:nvPr/>
          </p:nvSpPr>
          <p:spPr>
            <a:xfrm>
              <a:off x="1496133" y="1822561"/>
              <a:ext cx="13647" cy="57002"/>
            </a:xfrm>
            <a:custGeom>
              <a:avLst/>
              <a:gdLst/>
              <a:ahLst/>
              <a:cxnLst/>
              <a:rect l="l" t="t" r="r" b="b"/>
              <a:pathLst>
                <a:path w="735" h="3070" extrusionOk="0">
                  <a:moveTo>
                    <a:pt x="601" y="1"/>
                  </a:moveTo>
                  <a:lnTo>
                    <a:pt x="0" y="34"/>
                  </a:lnTo>
                  <a:lnTo>
                    <a:pt x="167" y="3070"/>
                  </a:lnTo>
                  <a:lnTo>
                    <a:pt x="734" y="3036"/>
                  </a:lnTo>
                  <a:lnTo>
                    <a:pt x="601"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4589;p102">
              <a:extLst>
                <a:ext uri="{FF2B5EF4-FFF2-40B4-BE49-F238E27FC236}">
                  <a16:creationId xmlns:a16="http://schemas.microsoft.com/office/drawing/2014/main" id="{74C2EE4F-68BA-39CE-44F5-D99525120B95}"/>
                </a:ext>
              </a:extLst>
            </p:cNvPr>
            <p:cNvSpPr/>
            <p:nvPr/>
          </p:nvSpPr>
          <p:spPr>
            <a:xfrm>
              <a:off x="1224231" y="1307517"/>
              <a:ext cx="246521" cy="350202"/>
            </a:xfrm>
            <a:custGeom>
              <a:avLst/>
              <a:gdLst/>
              <a:ahLst/>
              <a:cxnLst/>
              <a:rect l="l" t="t" r="r" b="b"/>
              <a:pathLst>
                <a:path w="13277" h="18861" extrusionOk="0">
                  <a:moveTo>
                    <a:pt x="10260" y="0"/>
                  </a:moveTo>
                  <a:cubicBezTo>
                    <a:pt x="7338" y="0"/>
                    <a:pt x="834" y="4623"/>
                    <a:pt x="834" y="4623"/>
                  </a:cubicBezTo>
                  <a:cubicBezTo>
                    <a:pt x="1168" y="6925"/>
                    <a:pt x="2102" y="9460"/>
                    <a:pt x="1068" y="11728"/>
                  </a:cubicBezTo>
                  <a:cubicBezTo>
                    <a:pt x="0" y="13963"/>
                    <a:pt x="101" y="18500"/>
                    <a:pt x="5037" y="18833"/>
                  </a:cubicBezTo>
                  <a:cubicBezTo>
                    <a:pt x="5312" y="18852"/>
                    <a:pt x="5581" y="18861"/>
                    <a:pt x="5844" y="18861"/>
                  </a:cubicBezTo>
                  <a:cubicBezTo>
                    <a:pt x="10296" y="18861"/>
                    <a:pt x="12952" y="16259"/>
                    <a:pt x="13110" y="13329"/>
                  </a:cubicBezTo>
                  <a:cubicBezTo>
                    <a:pt x="13277" y="10227"/>
                    <a:pt x="11776" y="9493"/>
                    <a:pt x="11942" y="7559"/>
                  </a:cubicBezTo>
                  <a:cubicBezTo>
                    <a:pt x="12109" y="5657"/>
                    <a:pt x="12643" y="3622"/>
                    <a:pt x="11542" y="720"/>
                  </a:cubicBezTo>
                  <a:cubicBezTo>
                    <a:pt x="11343" y="210"/>
                    <a:pt x="10883" y="0"/>
                    <a:pt x="10260"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4590;p102">
              <a:extLst>
                <a:ext uri="{FF2B5EF4-FFF2-40B4-BE49-F238E27FC236}">
                  <a16:creationId xmlns:a16="http://schemas.microsoft.com/office/drawing/2014/main" id="{B6DD136F-5651-3487-6A7C-5124C6B027EA}"/>
                </a:ext>
              </a:extLst>
            </p:cNvPr>
            <p:cNvSpPr/>
            <p:nvPr/>
          </p:nvSpPr>
          <p:spPr>
            <a:xfrm>
              <a:off x="1233942" y="1251685"/>
              <a:ext cx="241155" cy="224388"/>
            </a:xfrm>
            <a:custGeom>
              <a:avLst/>
              <a:gdLst/>
              <a:ahLst/>
              <a:cxnLst/>
              <a:rect l="l" t="t" r="r" b="b"/>
              <a:pathLst>
                <a:path w="12988" h="12085" extrusionOk="0">
                  <a:moveTo>
                    <a:pt x="5431" y="1"/>
                  </a:moveTo>
                  <a:cubicBezTo>
                    <a:pt x="2803" y="1"/>
                    <a:pt x="2146" y="2060"/>
                    <a:pt x="2146" y="2060"/>
                  </a:cubicBezTo>
                  <a:cubicBezTo>
                    <a:pt x="2146" y="2060"/>
                    <a:pt x="2126" y="2057"/>
                    <a:pt x="2090" y="2057"/>
                  </a:cubicBezTo>
                  <a:cubicBezTo>
                    <a:pt x="1781" y="2057"/>
                    <a:pt x="290" y="2244"/>
                    <a:pt x="111" y="5829"/>
                  </a:cubicBezTo>
                  <a:cubicBezTo>
                    <a:pt x="0" y="8437"/>
                    <a:pt x="1413" y="12085"/>
                    <a:pt x="5022" y="12085"/>
                  </a:cubicBezTo>
                  <a:cubicBezTo>
                    <a:pt x="5751" y="12085"/>
                    <a:pt x="6569" y="11936"/>
                    <a:pt x="7483" y="11600"/>
                  </a:cubicBezTo>
                  <a:cubicBezTo>
                    <a:pt x="12987" y="9532"/>
                    <a:pt x="12387" y="1959"/>
                    <a:pt x="7617" y="392"/>
                  </a:cubicBezTo>
                  <a:cubicBezTo>
                    <a:pt x="6769" y="113"/>
                    <a:pt x="6046" y="1"/>
                    <a:pt x="5431"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 name="Google Shape;4591;p102">
              <a:extLst>
                <a:ext uri="{FF2B5EF4-FFF2-40B4-BE49-F238E27FC236}">
                  <a16:creationId xmlns:a16="http://schemas.microsoft.com/office/drawing/2014/main" id="{602D5F6F-4E79-4B72-9D17-D7011A552C58}"/>
                </a:ext>
              </a:extLst>
            </p:cNvPr>
            <p:cNvSpPr/>
            <p:nvPr/>
          </p:nvSpPr>
          <p:spPr>
            <a:xfrm>
              <a:off x="1222374" y="1528990"/>
              <a:ext cx="304748" cy="323947"/>
            </a:xfrm>
            <a:custGeom>
              <a:avLst/>
              <a:gdLst/>
              <a:ahLst/>
              <a:cxnLst/>
              <a:rect l="l" t="t" r="r" b="b"/>
              <a:pathLst>
                <a:path w="16413" h="17447" extrusionOk="0">
                  <a:moveTo>
                    <a:pt x="9807" y="0"/>
                  </a:moveTo>
                  <a:cubicBezTo>
                    <a:pt x="9107" y="34"/>
                    <a:pt x="8406" y="67"/>
                    <a:pt x="7739" y="134"/>
                  </a:cubicBezTo>
                  <a:lnTo>
                    <a:pt x="7706" y="134"/>
                  </a:lnTo>
                  <a:lnTo>
                    <a:pt x="6772" y="267"/>
                  </a:lnTo>
                  <a:cubicBezTo>
                    <a:pt x="6472" y="301"/>
                    <a:pt x="6171" y="334"/>
                    <a:pt x="5838" y="367"/>
                  </a:cubicBezTo>
                  <a:lnTo>
                    <a:pt x="4937" y="534"/>
                  </a:lnTo>
                  <a:lnTo>
                    <a:pt x="4770" y="567"/>
                  </a:lnTo>
                  <a:lnTo>
                    <a:pt x="4037" y="701"/>
                  </a:lnTo>
                  <a:lnTo>
                    <a:pt x="3970" y="701"/>
                  </a:lnTo>
                  <a:lnTo>
                    <a:pt x="3603" y="768"/>
                  </a:lnTo>
                  <a:cubicBezTo>
                    <a:pt x="3369" y="801"/>
                    <a:pt x="3136" y="868"/>
                    <a:pt x="2902" y="901"/>
                  </a:cubicBezTo>
                  <a:lnTo>
                    <a:pt x="2836" y="901"/>
                  </a:lnTo>
                  <a:lnTo>
                    <a:pt x="2002" y="1101"/>
                  </a:lnTo>
                  <a:lnTo>
                    <a:pt x="1902" y="1135"/>
                  </a:lnTo>
                  <a:cubicBezTo>
                    <a:pt x="1602" y="1201"/>
                    <a:pt x="1268" y="1301"/>
                    <a:pt x="968" y="1368"/>
                  </a:cubicBezTo>
                  <a:cubicBezTo>
                    <a:pt x="367" y="1568"/>
                    <a:pt x="0" y="2235"/>
                    <a:pt x="201" y="2836"/>
                  </a:cubicBezTo>
                  <a:cubicBezTo>
                    <a:pt x="334" y="3203"/>
                    <a:pt x="467" y="3570"/>
                    <a:pt x="567" y="3937"/>
                  </a:cubicBezTo>
                  <a:cubicBezTo>
                    <a:pt x="901" y="4837"/>
                    <a:pt x="1168" y="5671"/>
                    <a:pt x="1401" y="6472"/>
                  </a:cubicBezTo>
                  <a:cubicBezTo>
                    <a:pt x="1868" y="7939"/>
                    <a:pt x="2235" y="9207"/>
                    <a:pt x="2502" y="10374"/>
                  </a:cubicBezTo>
                  <a:cubicBezTo>
                    <a:pt x="3403" y="13877"/>
                    <a:pt x="3970" y="17446"/>
                    <a:pt x="3970" y="17446"/>
                  </a:cubicBezTo>
                  <a:lnTo>
                    <a:pt x="15945" y="16112"/>
                  </a:lnTo>
                  <a:cubicBezTo>
                    <a:pt x="16412" y="7706"/>
                    <a:pt x="15978" y="5071"/>
                    <a:pt x="15712" y="2802"/>
                  </a:cubicBezTo>
                  <a:cubicBezTo>
                    <a:pt x="15545" y="801"/>
                    <a:pt x="15245" y="367"/>
                    <a:pt x="15145" y="267"/>
                  </a:cubicBezTo>
                  <a:lnTo>
                    <a:pt x="15111" y="234"/>
                  </a:lnTo>
                  <a:lnTo>
                    <a:pt x="14344" y="167"/>
                  </a:lnTo>
                  <a:cubicBezTo>
                    <a:pt x="14010" y="134"/>
                    <a:pt x="13610" y="100"/>
                    <a:pt x="13176" y="100"/>
                  </a:cubicBezTo>
                  <a:lnTo>
                    <a:pt x="12476" y="67"/>
                  </a:lnTo>
                  <a:lnTo>
                    <a:pt x="12443" y="67"/>
                  </a:lnTo>
                  <a:cubicBezTo>
                    <a:pt x="11709" y="0"/>
                    <a:pt x="10908" y="0"/>
                    <a:pt x="10141" y="0"/>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 name="Google Shape;4592;p102">
              <a:extLst>
                <a:ext uri="{FF2B5EF4-FFF2-40B4-BE49-F238E27FC236}">
                  <a16:creationId xmlns:a16="http://schemas.microsoft.com/office/drawing/2014/main" id="{E7F81BCD-7C3E-1D68-6C48-14DC25D58623}"/>
                </a:ext>
              </a:extLst>
            </p:cNvPr>
            <p:cNvSpPr/>
            <p:nvPr/>
          </p:nvSpPr>
          <p:spPr>
            <a:xfrm>
              <a:off x="1317142" y="1462092"/>
              <a:ext cx="92912" cy="113373"/>
            </a:xfrm>
            <a:custGeom>
              <a:avLst/>
              <a:gdLst/>
              <a:ahLst/>
              <a:cxnLst/>
              <a:rect l="l" t="t" r="r" b="b"/>
              <a:pathLst>
                <a:path w="5004" h="6106" extrusionOk="0">
                  <a:moveTo>
                    <a:pt x="300" y="1"/>
                  </a:moveTo>
                  <a:lnTo>
                    <a:pt x="300" y="1"/>
                  </a:lnTo>
                  <a:cubicBezTo>
                    <a:pt x="300" y="1"/>
                    <a:pt x="1768" y="2903"/>
                    <a:pt x="0" y="4571"/>
                  </a:cubicBezTo>
                  <a:cubicBezTo>
                    <a:pt x="0" y="4571"/>
                    <a:pt x="834" y="5738"/>
                    <a:pt x="3636" y="6105"/>
                  </a:cubicBezTo>
                  <a:cubicBezTo>
                    <a:pt x="3636" y="6105"/>
                    <a:pt x="5004" y="5205"/>
                    <a:pt x="4403" y="4104"/>
                  </a:cubicBezTo>
                  <a:cubicBezTo>
                    <a:pt x="4403" y="4104"/>
                    <a:pt x="3469" y="4070"/>
                    <a:pt x="3503" y="2036"/>
                  </a:cubicBezTo>
                  <a:cubicBezTo>
                    <a:pt x="3536" y="1569"/>
                    <a:pt x="3569" y="1102"/>
                    <a:pt x="3636" y="635"/>
                  </a:cubicBezTo>
                  <a:lnTo>
                    <a:pt x="300" y="1"/>
                  </a:lnTo>
                  <a:close/>
                </a:path>
              </a:pathLst>
            </a:custGeom>
            <a:solidFill>
              <a:srgbClr val="EEC1B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 name="Google Shape;4593;p102">
              <a:extLst>
                <a:ext uri="{FF2B5EF4-FFF2-40B4-BE49-F238E27FC236}">
                  <a16:creationId xmlns:a16="http://schemas.microsoft.com/office/drawing/2014/main" id="{31900047-45AE-F467-AAF3-FB16F394220B}"/>
                </a:ext>
              </a:extLst>
            </p:cNvPr>
            <p:cNvSpPr/>
            <p:nvPr/>
          </p:nvSpPr>
          <p:spPr>
            <a:xfrm>
              <a:off x="1322713" y="1462092"/>
              <a:ext cx="62572" cy="37803"/>
            </a:xfrm>
            <a:custGeom>
              <a:avLst/>
              <a:gdLst/>
              <a:ahLst/>
              <a:cxnLst/>
              <a:rect l="l" t="t" r="r" b="b"/>
              <a:pathLst>
                <a:path w="3370" h="2036" extrusionOk="0">
                  <a:moveTo>
                    <a:pt x="0" y="1"/>
                  </a:moveTo>
                  <a:cubicBezTo>
                    <a:pt x="0" y="1"/>
                    <a:pt x="968" y="2036"/>
                    <a:pt x="3236" y="2036"/>
                  </a:cubicBezTo>
                  <a:cubicBezTo>
                    <a:pt x="3236" y="1569"/>
                    <a:pt x="3269" y="1102"/>
                    <a:pt x="3369" y="635"/>
                  </a:cubicBezTo>
                  <a:lnTo>
                    <a:pt x="0" y="1"/>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 name="Google Shape;4594;p102">
              <a:extLst>
                <a:ext uri="{FF2B5EF4-FFF2-40B4-BE49-F238E27FC236}">
                  <a16:creationId xmlns:a16="http://schemas.microsoft.com/office/drawing/2014/main" id="{10414D01-A5C9-CFA2-2CF3-8BFAED6BF5C1}"/>
                </a:ext>
              </a:extLst>
            </p:cNvPr>
            <p:cNvSpPr/>
            <p:nvPr/>
          </p:nvSpPr>
          <p:spPr>
            <a:xfrm>
              <a:off x="1306596" y="1511036"/>
              <a:ext cx="126370" cy="77556"/>
            </a:xfrm>
            <a:custGeom>
              <a:avLst/>
              <a:gdLst/>
              <a:ahLst/>
              <a:cxnLst/>
              <a:rect l="l" t="t" r="r" b="b"/>
              <a:pathLst>
                <a:path w="6806" h="4177" extrusionOk="0">
                  <a:moveTo>
                    <a:pt x="768" y="0"/>
                  </a:moveTo>
                  <a:cubicBezTo>
                    <a:pt x="668" y="834"/>
                    <a:pt x="401" y="1635"/>
                    <a:pt x="1" y="2368"/>
                  </a:cubicBezTo>
                  <a:cubicBezTo>
                    <a:pt x="1" y="2368"/>
                    <a:pt x="2370" y="4176"/>
                    <a:pt x="3823" y="4176"/>
                  </a:cubicBezTo>
                  <a:cubicBezTo>
                    <a:pt x="3874" y="4176"/>
                    <a:pt x="3923" y="4174"/>
                    <a:pt x="3970" y="4170"/>
                  </a:cubicBezTo>
                  <a:cubicBezTo>
                    <a:pt x="5438" y="4003"/>
                    <a:pt x="6806" y="2402"/>
                    <a:pt x="6806" y="2402"/>
                  </a:cubicBezTo>
                  <a:cubicBezTo>
                    <a:pt x="6105" y="1901"/>
                    <a:pt x="5838" y="0"/>
                    <a:pt x="5838" y="0"/>
                  </a:cubicBezTo>
                  <a:cubicBezTo>
                    <a:pt x="5194" y="278"/>
                    <a:pt x="4415" y="371"/>
                    <a:pt x="3664" y="371"/>
                  </a:cubicBezTo>
                  <a:cubicBezTo>
                    <a:pt x="2162" y="371"/>
                    <a:pt x="768" y="0"/>
                    <a:pt x="768" y="0"/>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 name="Google Shape;4595;p102">
              <a:extLst>
                <a:ext uri="{FF2B5EF4-FFF2-40B4-BE49-F238E27FC236}">
                  <a16:creationId xmlns:a16="http://schemas.microsoft.com/office/drawing/2014/main" id="{DA4936B3-B3A3-AEB6-6CA5-222EA4349526}"/>
                </a:ext>
              </a:extLst>
            </p:cNvPr>
            <p:cNvSpPr/>
            <p:nvPr/>
          </p:nvSpPr>
          <p:spPr>
            <a:xfrm>
              <a:off x="1293952" y="1526502"/>
              <a:ext cx="146460" cy="150527"/>
            </a:xfrm>
            <a:custGeom>
              <a:avLst/>
              <a:gdLst/>
              <a:ahLst/>
              <a:cxnLst/>
              <a:rect l="l" t="t" r="r" b="b"/>
              <a:pathLst>
                <a:path w="7888" h="8107" extrusionOk="0">
                  <a:moveTo>
                    <a:pt x="7053" y="1"/>
                  </a:moveTo>
                  <a:cubicBezTo>
                    <a:pt x="6986" y="1"/>
                    <a:pt x="6953" y="68"/>
                    <a:pt x="6986" y="134"/>
                  </a:cubicBezTo>
                  <a:cubicBezTo>
                    <a:pt x="7687" y="2670"/>
                    <a:pt x="7654" y="5338"/>
                    <a:pt x="6953" y="7873"/>
                  </a:cubicBezTo>
                  <a:cubicBezTo>
                    <a:pt x="4118" y="6172"/>
                    <a:pt x="1783" y="3704"/>
                    <a:pt x="248" y="768"/>
                  </a:cubicBezTo>
                  <a:cubicBezTo>
                    <a:pt x="239" y="739"/>
                    <a:pt x="212" y="727"/>
                    <a:pt x="180" y="727"/>
                  </a:cubicBezTo>
                  <a:cubicBezTo>
                    <a:pt x="104" y="727"/>
                    <a:pt x="1" y="797"/>
                    <a:pt x="48" y="868"/>
                  </a:cubicBezTo>
                  <a:cubicBezTo>
                    <a:pt x="1616" y="3870"/>
                    <a:pt x="4018" y="6372"/>
                    <a:pt x="6953" y="8107"/>
                  </a:cubicBezTo>
                  <a:lnTo>
                    <a:pt x="7053" y="8107"/>
                  </a:lnTo>
                  <a:cubicBezTo>
                    <a:pt x="7053" y="8107"/>
                    <a:pt x="7087" y="8073"/>
                    <a:pt x="7120" y="8040"/>
                  </a:cubicBezTo>
                  <a:cubicBezTo>
                    <a:pt x="7887" y="5438"/>
                    <a:pt x="7887" y="2703"/>
                    <a:pt x="7187" y="68"/>
                  </a:cubicBezTo>
                  <a:cubicBezTo>
                    <a:pt x="7187" y="34"/>
                    <a:pt x="7120" y="1"/>
                    <a:pt x="7053"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 name="Google Shape;4596;p102">
              <a:extLst>
                <a:ext uri="{FF2B5EF4-FFF2-40B4-BE49-F238E27FC236}">
                  <a16:creationId xmlns:a16="http://schemas.microsoft.com/office/drawing/2014/main" id="{F804F017-6118-6CF1-6F4E-3D4AD129A9A0}"/>
                </a:ext>
              </a:extLst>
            </p:cNvPr>
            <p:cNvSpPr/>
            <p:nvPr/>
          </p:nvSpPr>
          <p:spPr>
            <a:xfrm>
              <a:off x="1410686" y="1675154"/>
              <a:ext cx="41480" cy="31193"/>
            </a:xfrm>
            <a:custGeom>
              <a:avLst/>
              <a:gdLst/>
              <a:ahLst/>
              <a:cxnLst/>
              <a:rect l="l" t="t" r="r" b="b"/>
              <a:pathLst>
                <a:path w="2234" h="1680" extrusionOk="0">
                  <a:moveTo>
                    <a:pt x="733" y="1"/>
                  </a:moveTo>
                  <a:cubicBezTo>
                    <a:pt x="733" y="1"/>
                    <a:pt x="0" y="1679"/>
                    <a:pt x="929" y="1679"/>
                  </a:cubicBezTo>
                  <a:cubicBezTo>
                    <a:pt x="971" y="1679"/>
                    <a:pt x="1017" y="1676"/>
                    <a:pt x="1066" y="1669"/>
                  </a:cubicBezTo>
                  <a:cubicBezTo>
                    <a:pt x="2234" y="1535"/>
                    <a:pt x="733" y="1"/>
                    <a:pt x="733" y="1"/>
                  </a:cubicBez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 name="Google Shape;4597;p102">
              <a:extLst>
                <a:ext uri="{FF2B5EF4-FFF2-40B4-BE49-F238E27FC236}">
                  <a16:creationId xmlns:a16="http://schemas.microsoft.com/office/drawing/2014/main" id="{22EDA884-1845-F2CA-52D3-C779D1B06950}"/>
                </a:ext>
              </a:extLst>
            </p:cNvPr>
            <p:cNvSpPr/>
            <p:nvPr/>
          </p:nvSpPr>
          <p:spPr>
            <a:xfrm>
              <a:off x="1412524" y="1673297"/>
              <a:ext cx="30971" cy="34833"/>
            </a:xfrm>
            <a:custGeom>
              <a:avLst/>
              <a:gdLst/>
              <a:ahLst/>
              <a:cxnLst/>
              <a:rect l="l" t="t" r="r" b="b"/>
              <a:pathLst>
                <a:path w="1668" h="1876" extrusionOk="0">
                  <a:moveTo>
                    <a:pt x="634" y="301"/>
                  </a:moveTo>
                  <a:cubicBezTo>
                    <a:pt x="967" y="668"/>
                    <a:pt x="1368" y="1201"/>
                    <a:pt x="1268" y="1502"/>
                  </a:cubicBezTo>
                  <a:cubicBezTo>
                    <a:pt x="1234" y="1602"/>
                    <a:pt x="1134" y="1668"/>
                    <a:pt x="967" y="1668"/>
                  </a:cubicBezTo>
                  <a:cubicBezTo>
                    <a:pt x="928" y="1676"/>
                    <a:pt x="889" y="1681"/>
                    <a:pt x="850" y="1681"/>
                  </a:cubicBezTo>
                  <a:cubicBezTo>
                    <a:pt x="724" y="1681"/>
                    <a:pt x="602" y="1637"/>
                    <a:pt x="500" y="1535"/>
                  </a:cubicBezTo>
                  <a:cubicBezTo>
                    <a:pt x="334" y="1268"/>
                    <a:pt x="500" y="634"/>
                    <a:pt x="634" y="301"/>
                  </a:cubicBezTo>
                  <a:close/>
                  <a:moveTo>
                    <a:pt x="600" y="1"/>
                  </a:moveTo>
                  <a:cubicBezTo>
                    <a:pt x="567" y="1"/>
                    <a:pt x="534" y="34"/>
                    <a:pt x="534" y="67"/>
                  </a:cubicBezTo>
                  <a:cubicBezTo>
                    <a:pt x="467" y="167"/>
                    <a:pt x="0" y="1201"/>
                    <a:pt x="334" y="1668"/>
                  </a:cubicBezTo>
                  <a:cubicBezTo>
                    <a:pt x="449" y="1784"/>
                    <a:pt x="591" y="1875"/>
                    <a:pt x="757" y="1875"/>
                  </a:cubicBezTo>
                  <a:cubicBezTo>
                    <a:pt x="782" y="1875"/>
                    <a:pt x="808" y="1873"/>
                    <a:pt x="834" y="1869"/>
                  </a:cubicBezTo>
                  <a:lnTo>
                    <a:pt x="967" y="1869"/>
                  </a:lnTo>
                  <a:cubicBezTo>
                    <a:pt x="1234" y="1835"/>
                    <a:pt x="1434" y="1735"/>
                    <a:pt x="1468" y="1535"/>
                  </a:cubicBezTo>
                  <a:cubicBezTo>
                    <a:pt x="1668" y="1035"/>
                    <a:pt x="801" y="134"/>
                    <a:pt x="701" y="34"/>
                  </a:cubicBezTo>
                  <a:cubicBezTo>
                    <a:pt x="667" y="1"/>
                    <a:pt x="634" y="1"/>
                    <a:pt x="600"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4598;p102">
              <a:extLst>
                <a:ext uri="{FF2B5EF4-FFF2-40B4-BE49-F238E27FC236}">
                  <a16:creationId xmlns:a16="http://schemas.microsoft.com/office/drawing/2014/main" id="{34110B6F-8C95-162B-3856-6AAA51558355}"/>
                </a:ext>
              </a:extLst>
            </p:cNvPr>
            <p:cNvSpPr/>
            <p:nvPr/>
          </p:nvSpPr>
          <p:spPr>
            <a:xfrm>
              <a:off x="1427990" y="1556247"/>
              <a:ext cx="4976" cy="6833"/>
            </a:xfrm>
            <a:custGeom>
              <a:avLst/>
              <a:gdLst/>
              <a:ahLst/>
              <a:cxnLst/>
              <a:rect l="l" t="t" r="r" b="b"/>
              <a:pathLst>
                <a:path w="268" h="368" extrusionOk="0">
                  <a:moveTo>
                    <a:pt x="268" y="0"/>
                  </a:moveTo>
                  <a:lnTo>
                    <a:pt x="268" y="0"/>
                  </a:lnTo>
                  <a:cubicBezTo>
                    <a:pt x="268" y="0"/>
                    <a:pt x="168" y="134"/>
                    <a:pt x="1" y="367"/>
                  </a:cubicBezTo>
                  <a:cubicBezTo>
                    <a:pt x="101" y="234"/>
                    <a:pt x="201" y="134"/>
                    <a:pt x="268"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 name="Google Shape;4599;p102">
              <a:extLst>
                <a:ext uri="{FF2B5EF4-FFF2-40B4-BE49-F238E27FC236}">
                  <a16:creationId xmlns:a16="http://schemas.microsoft.com/office/drawing/2014/main" id="{084817D6-B0F5-D66F-B437-E065E61F6E6E}"/>
                </a:ext>
              </a:extLst>
            </p:cNvPr>
            <p:cNvSpPr/>
            <p:nvPr/>
          </p:nvSpPr>
          <p:spPr>
            <a:xfrm>
              <a:off x="1260772" y="1300220"/>
              <a:ext cx="173439" cy="190465"/>
            </a:xfrm>
            <a:custGeom>
              <a:avLst/>
              <a:gdLst/>
              <a:ahLst/>
              <a:cxnLst/>
              <a:rect l="l" t="t" r="r" b="b"/>
              <a:pathLst>
                <a:path w="9341" h="10258" extrusionOk="0">
                  <a:moveTo>
                    <a:pt x="5264" y="0"/>
                  </a:moveTo>
                  <a:cubicBezTo>
                    <a:pt x="5127" y="0"/>
                    <a:pt x="4984" y="4"/>
                    <a:pt x="4837" y="13"/>
                  </a:cubicBezTo>
                  <a:cubicBezTo>
                    <a:pt x="1" y="279"/>
                    <a:pt x="267" y="9353"/>
                    <a:pt x="5271" y="10187"/>
                  </a:cubicBezTo>
                  <a:cubicBezTo>
                    <a:pt x="5404" y="10220"/>
                    <a:pt x="5538" y="10253"/>
                    <a:pt x="5671" y="10253"/>
                  </a:cubicBezTo>
                  <a:lnTo>
                    <a:pt x="6305" y="10253"/>
                  </a:lnTo>
                  <a:cubicBezTo>
                    <a:pt x="6353" y="10256"/>
                    <a:pt x="6401" y="10257"/>
                    <a:pt x="6448" y="10257"/>
                  </a:cubicBezTo>
                  <a:cubicBezTo>
                    <a:pt x="7626" y="10257"/>
                    <a:pt x="8686" y="9473"/>
                    <a:pt x="9007" y="8319"/>
                  </a:cubicBezTo>
                  <a:cubicBezTo>
                    <a:pt x="9040" y="8218"/>
                    <a:pt x="9074" y="8118"/>
                    <a:pt x="9074" y="8018"/>
                  </a:cubicBezTo>
                  <a:cubicBezTo>
                    <a:pt x="9341" y="6817"/>
                    <a:pt x="9341" y="5550"/>
                    <a:pt x="9140" y="4349"/>
                  </a:cubicBezTo>
                  <a:cubicBezTo>
                    <a:pt x="8792" y="1497"/>
                    <a:pt x="7871" y="0"/>
                    <a:pt x="5264" y="0"/>
                  </a:cubicBezTo>
                  <a:close/>
                </a:path>
              </a:pathLst>
            </a:custGeom>
            <a:solidFill>
              <a:srgbClr val="EEC1B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4600;p102">
              <a:extLst>
                <a:ext uri="{FF2B5EF4-FFF2-40B4-BE49-F238E27FC236}">
                  <a16:creationId xmlns:a16="http://schemas.microsoft.com/office/drawing/2014/main" id="{831142B7-0E57-2F5E-33EF-7FB71B472C7B}"/>
                </a:ext>
              </a:extLst>
            </p:cNvPr>
            <p:cNvSpPr/>
            <p:nvPr/>
          </p:nvSpPr>
          <p:spPr>
            <a:xfrm>
              <a:off x="1395794" y="1379726"/>
              <a:ext cx="16748" cy="27981"/>
            </a:xfrm>
            <a:custGeom>
              <a:avLst/>
              <a:gdLst/>
              <a:ahLst/>
              <a:cxnLst/>
              <a:rect l="l" t="t" r="r" b="b"/>
              <a:pathLst>
                <a:path w="902" h="1507" extrusionOk="0">
                  <a:moveTo>
                    <a:pt x="0" y="0"/>
                  </a:moveTo>
                  <a:lnTo>
                    <a:pt x="134" y="1501"/>
                  </a:lnTo>
                  <a:cubicBezTo>
                    <a:pt x="164" y="1505"/>
                    <a:pt x="194" y="1506"/>
                    <a:pt x="225" y="1506"/>
                  </a:cubicBezTo>
                  <a:cubicBezTo>
                    <a:pt x="493" y="1506"/>
                    <a:pt x="751" y="1374"/>
                    <a:pt x="901" y="1134"/>
                  </a:cubicBezTo>
                  <a:cubicBezTo>
                    <a:pt x="534" y="801"/>
                    <a:pt x="234" y="401"/>
                    <a:pt x="0" y="0"/>
                  </a:cubicBezTo>
                  <a:close/>
                </a:path>
              </a:pathLst>
            </a:custGeom>
            <a:solidFill>
              <a:srgbClr val="D4827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4601;p102">
              <a:extLst>
                <a:ext uri="{FF2B5EF4-FFF2-40B4-BE49-F238E27FC236}">
                  <a16:creationId xmlns:a16="http://schemas.microsoft.com/office/drawing/2014/main" id="{05231759-C574-A865-081D-0E48C768D6DC}"/>
                </a:ext>
              </a:extLst>
            </p:cNvPr>
            <p:cNvSpPr/>
            <p:nvPr/>
          </p:nvSpPr>
          <p:spPr>
            <a:xfrm>
              <a:off x="1351195" y="1369124"/>
              <a:ext cx="11178" cy="16191"/>
            </a:xfrm>
            <a:custGeom>
              <a:avLst/>
              <a:gdLst/>
              <a:ahLst/>
              <a:cxnLst/>
              <a:rect l="l" t="t" r="r" b="b"/>
              <a:pathLst>
                <a:path w="602" h="872" extrusionOk="0">
                  <a:moveTo>
                    <a:pt x="304" y="1"/>
                  </a:moveTo>
                  <a:cubicBezTo>
                    <a:pt x="292" y="1"/>
                    <a:pt x="280" y="2"/>
                    <a:pt x="268" y="4"/>
                  </a:cubicBezTo>
                  <a:cubicBezTo>
                    <a:pt x="101" y="4"/>
                    <a:pt x="1" y="204"/>
                    <a:pt x="1" y="438"/>
                  </a:cubicBezTo>
                  <a:cubicBezTo>
                    <a:pt x="34" y="705"/>
                    <a:pt x="167" y="872"/>
                    <a:pt x="334" y="872"/>
                  </a:cubicBezTo>
                  <a:cubicBezTo>
                    <a:pt x="501" y="872"/>
                    <a:pt x="601" y="638"/>
                    <a:pt x="601" y="405"/>
                  </a:cubicBezTo>
                  <a:cubicBezTo>
                    <a:pt x="570" y="188"/>
                    <a:pt x="453" y="1"/>
                    <a:pt x="304"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Google Shape;4602;p102">
              <a:extLst>
                <a:ext uri="{FF2B5EF4-FFF2-40B4-BE49-F238E27FC236}">
                  <a16:creationId xmlns:a16="http://schemas.microsoft.com/office/drawing/2014/main" id="{A15B7C0A-1C4D-EB0B-4CD3-A149CA4A52BD}"/>
                </a:ext>
              </a:extLst>
            </p:cNvPr>
            <p:cNvSpPr/>
            <p:nvPr/>
          </p:nvSpPr>
          <p:spPr>
            <a:xfrm>
              <a:off x="1354909" y="1364854"/>
              <a:ext cx="9321" cy="5904"/>
            </a:xfrm>
            <a:custGeom>
              <a:avLst/>
              <a:gdLst/>
              <a:ahLst/>
              <a:cxnLst/>
              <a:rect l="l" t="t" r="r" b="b"/>
              <a:pathLst>
                <a:path w="502" h="318" extrusionOk="0">
                  <a:moveTo>
                    <a:pt x="501" y="1"/>
                  </a:moveTo>
                  <a:lnTo>
                    <a:pt x="1" y="268"/>
                  </a:lnTo>
                  <a:cubicBezTo>
                    <a:pt x="54" y="303"/>
                    <a:pt x="104" y="317"/>
                    <a:pt x="150" y="317"/>
                  </a:cubicBezTo>
                  <a:cubicBezTo>
                    <a:pt x="365" y="317"/>
                    <a:pt x="501" y="1"/>
                    <a:pt x="501"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Google Shape;4603;p102">
              <a:extLst>
                <a:ext uri="{FF2B5EF4-FFF2-40B4-BE49-F238E27FC236}">
                  <a16:creationId xmlns:a16="http://schemas.microsoft.com/office/drawing/2014/main" id="{731915BD-2DE5-4A81-B103-DEDAB0D13059}"/>
                </a:ext>
              </a:extLst>
            </p:cNvPr>
            <p:cNvSpPr/>
            <p:nvPr/>
          </p:nvSpPr>
          <p:spPr>
            <a:xfrm>
              <a:off x="1406322" y="1363628"/>
              <a:ext cx="11790" cy="16172"/>
            </a:xfrm>
            <a:custGeom>
              <a:avLst/>
              <a:gdLst/>
              <a:ahLst/>
              <a:cxnLst/>
              <a:rect l="l" t="t" r="r" b="b"/>
              <a:pathLst>
                <a:path w="635" h="871" extrusionOk="0">
                  <a:moveTo>
                    <a:pt x="267" y="0"/>
                  </a:moveTo>
                  <a:cubicBezTo>
                    <a:pt x="134" y="33"/>
                    <a:pt x="0" y="234"/>
                    <a:pt x="34" y="467"/>
                  </a:cubicBezTo>
                  <a:cubicBezTo>
                    <a:pt x="34" y="683"/>
                    <a:pt x="177" y="871"/>
                    <a:pt x="304" y="871"/>
                  </a:cubicBezTo>
                  <a:cubicBezTo>
                    <a:pt x="314" y="871"/>
                    <a:pt x="324" y="870"/>
                    <a:pt x="334" y="867"/>
                  </a:cubicBezTo>
                  <a:cubicBezTo>
                    <a:pt x="501" y="867"/>
                    <a:pt x="634" y="667"/>
                    <a:pt x="601" y="434"/>
                  </a:cubicBezTo>
                  <a:cubicBezTo>
                    <a:pt x="568" y="200"/>
                    <a:pt x="434" y="0"/>
                    <a:pt x="267"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4604;p102">
              <a:extLst>
                <a:ext uri="{FF2B5EF4-FFF2-40B4-BE49-F238E27FC236}">
                  <a16:creationId xmlns:a16="http://schemas.microsoft.com/office/drawing/2014/main" id="{33F380CC-00DC-D85E-F186-493D81D4A94B}"/>
                </a:ext>
              </a:extLst>
            </p:cNvPr>
            <p:cNvSpPr/>
            <p:nvPr/>
          </p:nvSpPr>
          <p:spPr>
            <a:xfrm>
              <a:off x="1410036" y="1359896"/>
              <a:ext cx="9302" cy="5347"/>
            </a:xfrm>
            <a:custGeom>
              <a:avLst/>
              <a:gdLst/>
              <a:ahLst/>
              <a:cxnLst/>
              <a:rect l="l" t="t" r="r" b="b"/>
              <a:pathLst>
                <a:path w="501" h="288" extrusionOk="0">
                  <a:moveTo>
                    <a:pt x="501" y="1"/>
                  </a:moveTo>
                  <a:lnTo>
                    <a:pt x="1" y="234"/>
                  </a:lnTo>
                  <a:cubicBezTo>
                    <a:pt x="51" y="272"/>
                    <a:pt x="99" y="287"/>
                    <a:pt x="146" y="287"/>
                  </a:cubicBezTo>
                  <a:cubicBezTo>
                    <a:pt x="347" y="287"/>
                    <a:pt x="501" y="1"/>
                    <a:pt x="501"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Google Shape;4605;p102">
              <a:extLst>
                <a:ext uri="{FF2B5EF4-FFF2-40B4-BE49-F238E27FC236}">
                  <a16:creationId xmlns:a16="http://schemas.microsoft.com/office/drawing/2014/main" id="{B115B126-A4CF-E9F0-003C-1EBCB3613CCF}"/>
                </a:ext>
              </a:extLst>
            </p:cNvPr>
            <p:cNvSpPr/>
            <p:nvPr/>
          </p:nvSpPr>
          <p:spPr>
            <a:xfrm>
              <a:off x="1333241" y="1336780"/>
              <a:ext cx="29132" cy="15095"/>
            </a:xfrm>
            <a:custGeom>
              <a:avLst/>
              <a:gdLst/>
              <a:ahLst/>
              <a:cxnLst/>
              <a:rect l="l" t="t" r="r" b="b"/>
              <a:pathLst>
                <a:path w="1569" h="813" extrusionOk="0">
                  <a:moveTo>
                    <a:pt x="1254" y="0"/>
                  </a:moveTo>
                  <a:cubicBezTo>
                    <a:pt x="789" y="0"/>
                    <a:pt x="363" y="224"/>
                    <a:pt x="67" y="579"/>
                  </a:cubicBezTo>
                  <a:cubicBezTo>
                    <a:pt x="0" y="645"/>
                    <a:pt x="34" y="712"/>
                    <a:pt x="100" y="779"/>
                  </a:cubicBezTo>
                  <a:cubicBezTo>
                    <a:pt x="134" y="812"/>
                    <a:pt x="134" y="812"/>
                    <a:pt x="167" y="812"/>
                  </a:cubicBezTo>
                  <a:cubicBezTo>
                    <a:pt x="234" y="812"/>
                    <a:pt x="267" y="779"/>
                    <a:pt x="301" y="746"/>
                  </a:cubicBezTo>
                  <a:cubicBezTo>
                    <a:pt x="575" y="471"/>
                    <a:pt x="934" y="308"/>
                    <a:pt x="1300" y="308"/>
                  </a:cubicBezTo>
                  <a:cubicBezTo>
                    <a:pt x="1334" y="308"/>
                    <a:pt x="1367" y="309"/>
                    <a:pt x="1401" y="312"/>
                  </a:cubicBezTo>
                  <a:cubicBezTo>
                    <a:pt x="1501" y="312"/>
                    <a:pt x="1568" y="245"/>
                    <a:pt x="1568" y="145"/>
                  </a:cubicBezTo>
                  <a:cubicBezTo>
                    <a:pt x="1568" y="78"/>
                    <a:pt x="1501" y="12"/>
                    <a:pt x="1435" y="12"/>
                  </a:cubicBezTo>
                  <a:cubicBezTo>
                    <a:pt x="1374" y="4"/>
                    <a:pt x="1313" y="0"/>
                    <a:pt x="1254"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 name="Google Shape;4606;p102">
              <a:extLst>
                <a:ext uri="{FF2B5EF4-FFF2-40B4-BE49-F238E27FC236}">
                  <a16:creationId xmlns:a16="http://schemas.microsoft.com/office/drawing/2014/main" id="{0871F4BF-A2A8-EA6F-71AE-CBDED05B5761}"/>
                </a:ext>
              </a:extLst>
            </p:cNvPr>
            <p:cNvSpPr/>
            <p:nvPr/>
          </p:nvSpPr>
          <p:spPr>
            <a:xfrm>
              <a:off x="1394885" y="1330968"/>
              <a:ext cx="28798" cy="10379"/>
            </a:xfrm>
            <a:custGeom>
              <a:avLst/>
              <a:gdLst/>
              <a:ahLst/>
              <a:cxnLst/>
              <a:rect l="l" t="t" r="r" b="b"/>
              <a:pathLst>
                <a:path w="1551" h="559" extrusionOk="0">
                  <a:moveTo>
                    <a:pt x="644" y="0"/>
                  </a:moveTo>
                  <a:cubicBezTo>
                    <a:pt x="477" y="0"/>
                    <a:pt x="308" y="30"/>
                    <a:pt x="149" y="91"/>
                  </a:cubicBezTo>
                  <a:cubicBezTo>
                    <a:pt x="1" y="151"/>
                    <a:pt x="64" y="369"/>
                    <a:pt x="221" y="369"/>
                  </a:cubicBezTo>
                  <a:cubicBezTo>
                    <a:pt x="240" y="369"/>
                    <a:pt x="261" y="365"/>
                    <a:pt x="283" y="358"/>
                  </a:cubicBezTo>
                  <a:cubicBezTo>
                    <a:pt x="386" y="327"/>
                    <a:pt x="496" y="312"/>
                    <a:pt x="607" y="312"/>
                  </a:cubicBezTo>
                  <a:cubicBezTo>
                    <a:pt x="855" y="312"/>
                    <a:pt x="1110" y="387"/>
                    <a:pt x="1317" y="525"/>
                  </a:cubicBezTo>
                  <a:cubicBezTo>
                    <a:pt x="1317" y="525"/>
                    <a:pt x="1350" y="558"/>
                    <a:pt x="1384" y="558"/>
                  </a:cubicBezTo>
                  <a:cubicBezTo>
                    <a:pt x="1450" y="558"/>
                    <a:pt x="1484" y="525"/>
                    <a:pt x="1517" y="458"/>
                  </a:cubicBezTo>
                  <a:cubicBezTo>
                    <a:pt x="1550" y="391"/>
                    <a:pt x="1517" y="291"/>
                    <a:pt x="1450" y="258"/>
                  </a:cubicBezTo>
                  <a:cubicBezTo>
                    <a:pt x="1218" y="89"/>
                    <a:pt x="932" y="0"/>
                    <a:pt x="644"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4607;p102">
              <a:extLst>
                <a:ext uri="{FF2B5EF4-FFF2-40B4-BE49-F238E27FC236}">
                  <a16:creationId xmlns:a16="http://schemas.microsoft.com/office/drawing/2014/main" id="{78A42772-D167-893D-746B-DD37EA7490E5}"/>
                </a:ext>
              </a:extLst>
            </p:cNvPr>
            <p:cNvSpPr/>
            <p:nvPr/>
          </p:nvSpPr>
          <p:spPr>
            <a:xfrm>
              <a:off x="1249074" y="1279313"/>
              <a:ext cx="185601" cy="176614"/>
            </a:xfrm>
            <a:custGeom>
              <a:avLst/>
              <a:gdLst/>
              <a:ahLst/>
              <a:cxnLst/>
              <a:rect l="l" t="t" r="r" b="b"/>
              <a:pathLst>
                <a:path w="9996" h="9512" extrusionOk="0">
                  <a:moveTo>
                    <a:pt x="5232" y="1"/>
                  </a:moveTo>
                  <a:cubicBezTo>
                    <a:pt x="5156" y="1"/>
                    <a:pt x="5079" y="2"/>
                    <a:pt x="5000" y="4"/>
                  </a:cubicBezTo>
                  <a:cubicBezTo>
                    <a:pt x="1" y="138"/>
                    <a:pt x="430" y="7464"/>
                    <a:pt x="3126" y="9506"/>
                  </a:cubicBezTo>
                  <a:lnTo>
                    <a:pt x="3126" y="9506"/>
                  </a:lnTo>
                  <a:cubicBezTo>
                    <a:pt x="3021" y="9402"/>
                    <a:pt x="1822" y="7696"/>
                    <a:pt x="2565" y="6209"/>
                  </a:cubicBezTo>
                  <a:cubicBezTo>
                    <a:pt x="2565" y="6209"/>
                    <a:pt x="3799" y="3740"/>
                    <a:pt x="3466" y="1906"/>
                  </a:cubicBezTo>
                  <a:cubicBezTo>
                    <a:pt x="3466" y="1906"/>
                    <a:pt x="4759" y="1297"/>
                    <a:pt x="6176" y="1297"/>
                  </a:cubicBezTo>
                  <a:cubicBezTo>
                    <a:pt x="7726" y="1297"/>
                    <a:pt x="9423" y="2025"/>
                    <a:pt x="9737" y="5075"/>
                  </a:cubicBezTo>
                  <a:cubicBezTo>
                    <a:pt x="9737" y="5075"/>
                    <a:pt x="9996" y="1"/>
                    <a:pt x="5232" y="1"/>
                  </a:cubicBezTo>
                  <a:close/>
                  <a:moveTo>
                    <a:pt x="3126" y="9506"/>
                  </a:moveTo>
                  <a:cubicBezTo>
                    <a:pt x="3129" y="9510"/>
                    <a:pt x="3131" y="9511"/>
                    <a:pt x="3132" y="9511"/>
                  </a:cubicBezTo>
                  <a:cubicBezTo>
                    <a:pt x="3130" y="9510"/>
                    <a:pt x="3128" y="9508"/>
                    <a:pt x="3126" y="9506"/>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 name="Google Shape;4608;p102">
              <a:extLst>
                <a:ext uri="{FF2B5EF4-FFF2-40B4-BE49-F238E27FC236}">
                  <a16:creationId xmlns:a16="http://schemas.microsoft.com/office/drawing/2014/main" id="{2B038ECD-E511-E883-784B-009895506DD2}"/>
                </a:ext>
              </a:extLst>
            </p:cNvPr>
            <p:cNvSpPr/>
            <p:nvPr/>
          </p:nvSpPr>
          <p:spPr>
            <a:xfrm>
              <a:off x="1256445" y="1385055"/>
              <a:ext cx="51321" cy="43652"/>
            </a:xfrm>
            <a:custGeom>
              <a:avLst/>
              <a:gdLst/>
              <a:ahLst/>
              <a:cxnLst/>
              <a:rect l="l" t="t" r="r" b="b"/>
              <a:pathLst>
                <a:path w="2764" h="2351" extrusionOk="0">
                  <a:moveTo>
                    <a:pt x="1423" y="0"/>
                  </a:moveTo>
                  <a:cubicBezTo>
                    <a:pt x="1361" y="0"/>
                    <a:pt x="1298" y="4"/>
                    <a:pt x="1234" y="14"/>
                  </a:cubicBezTo>
                  <a:cubicBezTo>
                    <a:pt x="334" y="147"/>
                    <a:pt x="0" y="2015"/>
                    <a:pt x="2268" y="2349"/>
                  </a:cubicBezTo>
                  <a:cubicBezTo>
                    <a:pt x="2285" y="2350"/>
                    <a:pt x="2300" y="2351"/>
                    <a:pt x="2316" y="2351"/>
                  </a:cubicBezTo>
                  <a:cubicBezTo>
                    <a:pt x="2617" y="2351"/>
                    <a:pt x="2764" y="2033"/>
                    <a:pt x="2669" y="1081"/>
                  </a:cubicBezTo>
                  <a:cubicBezTo>
                    <a:pt x="2578" y="444"/>
                    <a:pt x="2045" y="0"/>
                    <a:pt x="1423" y="0"/>
                  </a:cubicBezTo>
                  <a:close/>
                </a:path>
              </a:pathLst>
            </a:custGeom>
            <a:solidFill>
              <a:srgbClr val="EEC1B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 name="Google Shape;4609;p102">
              <a:extLst>
                <a:ext uri="{FF2B5EF4-FFF2-40B4-BE49-F238E27FC236}">
                  <a16:creationId xmlns:a16="http://schemas.microsoft.com/office/drawing/2014/main" id="{AE4DB79F-3652-31B0-6E05-9139C848B1D2}"/>
                </a:ext>
              </a:extLst>
            </p:cNvPr>
            <p:cNvSpPr/>
            <p:nvPr/>
          </p:nvSpPr>
          <p:spPr>
            <a:xfrm>
              <a:off x="1367925" y="1415654"/>
              <a:ext cx="29745" cy="22931"/>
            </a:xfrm>
            <a:custGeom>
              <a:avLst/>
              <a:gdLst/>
              <a:ahLst/>
              <a:cxnLst/>
              <a:rect l="l" t="t" r="r" b="b"/>
              <a:pathLst>
                <a:path w="1602" h="1235" extrusionOk="0">
                  <a:moveTo>
                    <a:pt x="100" y="0"/>
                  </a:moveTo>
                  <a:cubicBezTo>
                    <a:pt x="34" y="33"/>
                    <a:pt x="0" y="67"/>
                    <a:pt x="0" y="133"/>
                  </a:cubicBezTo>
                  <a:cubicBezTo>
                    <a:pt x="234" y="767"/>
                    <a:pt x="801" y="1201"/>
                    <a:pt x="1501" y="1234"/>
                  </a:cubicBezTo>
                  <a:cubicBezTo>
                    <a:pt x="1535" y="1234"/>
                    <a:pt x="1601" y="1168"/>
                    <a:pt x="1601" y="1134"/>
                  </a:cubicBezTo>
                  <a:cubicBezTo>
                    <a:pt x="1601" y="1067"/>
                    <a:pt x="1568" y="1034"/>
                    <a:pt x="1501" y="1001"/>
                  </a:cubicBezTo>
                  <a:cubicBezTo>
                    <a:pt x="934" y="1001"/>
                    <a:pt x="401" y="634"/>
                    <a:pt x="200" y="100"/>
                  </a:cubicBezTo>
                  <a:cubicBezTo>
                    <a:pt x="200" y="33"/>
                    <a:pt x="134" y="0"/>
                    <a:pt x="100"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4610;p102">
              <a:extLst>
                <a:ext uri="{FF2B5EF4-FFF2-40B4-BE49-F238E27FC236}">
                  <a16:creationId xmlns:a16="http://schemas.microsoft.com/office/drawing/2014/main" id="{7229E3A6-29D1-9E58-C117-F2C332E6B348}"/>
                </a:ext>
              </a:extLst>
            </p:cNvPr>
            <p:cNvSpPr/>
            <p:nvPr/>
          </p:nvSpPr>
          <p:spPr>
            <a:xfrm>
              <a:off x="1377840" y="1454665"/>
              <a:ext cx="50169" cy="36021"/>
            </a:xfrm>
            <a:custGeom>
              <a:avLst/>
              <a:gdLst/>
              <a:ahLst/>
              <a:cxnLst/>
              <a:rect l="l" t="t" r="r" b="b"/>
              <a:pathLst>
                <a:path w="2702" h="1940" extrusionOk="0">
                  <a:moveTo>
                    <a:pt x="2702" y="1"/>
                  </a:moveTo>
                  <a:lnTo>
                    <a:pt x="2702" y="1"/>
                  </a:lnTo>
                  <a:cubicBezTo>
                    <a:pt x="1968" y="234"/>
                    <a:pt x="634" y="901"/>
                    <a:pt x="0" y="1935"/>
                  </a:cubicBezTo>
                  <a:cubicBezTo>
                    <a:pt x="48" y="1938"/>
                    <a:pt x="96" y="1939"/>
                    <a:pt x="143" y="1939"/>
                  </a:cubicBezTo>
                  <a:cubicBezTo>
                    <a:pt x="1321" y="1939"/>
                    <a:pt x="2381" y="1155"/>
                    <a:pt x="2702"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4611;p102">
              <a:extLst>
                <a:ext uri="{FF2B5EF4-FFF2-40B4-BE49-F238E27FC236}">
                  <a16:creationId xmlns:a16="http://schemas.microsoft.com/office/drawing/2014/main" id="{C4101EA6-989E-5339-70CF-24AD6C24FDC5}"/>
                </a:ext>
              </a:extLst>
            </p:cNvPr>
            <p:cNvSpPr/>
            <p:nvPr/>
          </p:nvSpPr>
          <p:spPr>
            <a:xfrm>
              <a:off x="1333240" y="1357649"/>
              <a:ext cx="57002" cy="48108"/>
            </a:xfrm>
            <a:custGeom>
              <a:avLst/>
              <a:gdLst/>
              <a:ahLst/>
              <a:cxnLst/>
              <a:rect l="l" t="t" r="r" b="b"/>
              <a:pathLst>
                <a:path w="3070" h="2591" extrusionOk="0">
                  <a:moveTo>
                    <a:pt x="1768" y="222"/>
                  </a:moveTo>
                  <a:cubicBezTo>
                    <a:pt x="2369" y="222"/>
                    <a:pt x="2836" y="689"/>
                    <a:pt x="2836" y="1323"/>
                  </a:cubicBezTo>
                  <a:cubicBezTo>
                    <a:pt x="2836" y="1977"/>
                    <a:pt x="2301" y="2403"/>
                    <a:pt x="1738" y="2403"/>
                  </a:cubicBezTo>
                  <a:cubicBezTo>
                    <a:pt x="1469" y="2403"/>
                    <a:pt x="1194" y="2306"/>
                    <a:pt x="968" y="2090"/>
                  </a:cubicBezTo>
                  <a:cubicBezTo>
                    <a:pt x="301" y="1389"/>
                    <a:pt x="768" y="222"/>
                    <a:pt x="1768" y="222"/>
                  </a:cubicBezTo>
                  <a:close/>
                  <a:moveTo>
                    <a:pt x="1751" y="0"/>
                  </a:moveTo>
                  <a:cubicBezTo>
                    <a:pt x="1430" y="0"/>
                    <a:pt x="1103" y="120"/>
                    <a:pt x="834" y="389"/>
                  </a:cubicBezTo>
                  <a:cubicBezTo>
                    <a:pt x="0" y="1189"/>
                    <a:pt x="601" y="2590"/>
                    <a:pt x="1768" y="2590"/>
                  </a:cubicBezTo>
                  <a:cubicBezTo>
                    <a:pt x="2469" y="2590"/>
                    <a:pt x="3069" y="2023"/>
                    <a:pt x="3069" y="1323"/>
                  </a:cubicBezTo>
                  <a:cubicBezTo>
                    <a:pt x="3069" y="531"/>
                    <a:pt x="2425" y="0"/>
                    <a:pt x="1751"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 name="Google Shape;4612;p102">
              <a:extLst>
                <a:ext uri="{FF2B5EF4-FFF2-40B4-BE49-F238E27FC236}">
                  <a16:creationId xmlns:a16="http://schemas.microsoft.com/office/drawing/2014/main" id="{47712A98-5B94-FF7C-B069-E36B7A627C05}"/>
                </a:ext>
              </a:extLst>
            </p:cNvPr>
            <p:cNvSpPr/>
            <p:nvPr/>
          </p:nvSpPr>
          <p:spPr>
            <a:xfrm>
              <a:off x="1392081" y="1348960"/>
              <a:ext cx="56371" cy="48127"/>
            </a:xfrm>
            <a:custGeom>
              <a:avLst/>
              <a:gdLst/>
              <a:ahLst/>
              <a:cxnLst/>
              <a:rect l="l" t="t" r="r" b="b"/>
              <a:pathLst>
                <a:path w="3036" h="2592" extrusionOk="0">
                  <a:moveTo>
                    <a:pt x="1791" y="221"/>
                  </a:moveTo>
                  <a:cubicBezTo>
                    <a:pt x="2364" y="221"/>
                    <a:pt x="2802" y="709"/>
                    <a:pt x="2802" y="1290"/>
                  </a:cubicBezTo>
                  <a:cubicBezTo>
                    <a:pt x="2802" y="1945"/>
                    <a:pt x="2268" y="2385"/>
                    <a:pt x="1716" y="2385"/>
                  </a:cubicBezTo>
                  <a:cubicBezTo>
                    <a:pt x="1452" y="2385"/>
                    <a:pt x="1184" y="2284"/>
                    <a:pt x="968" y="2058"/>
                  </a:cubicBezTo>
                  <a:cubicBezTo>
                    <a:pt x="267" y="1390"/>
                    <a:pt x="734" y="223"/>
                    <a:pt x="1735" y="223"/>
                  </a:cubicBezTo>
                  <a:cubicBezTo>
                    <a:pt x="1754" y="222"/>
                    <a:pt x="1773" y="221"/>
                    <a:pt x="1791" y="221"/>
                  </a:cubicBezTo>
                  <a:close/>
                  <a:moveTo>
                    <a:pt x="1715" y="0"/>
                  </a:moveTo>
                  <a:cubicBezTo>
                    <a:pt x="1396" y="0"/>
                    <a:pt x="1071" y="120"/>
                    <a:pt x="801" y="390"/>
                  </a:cubicBezTo>
                  <a:cubicBezTo>
                    <a:pt x="0" y="1190"/>
                    <a:pt x="567" y="2591"/>
                    <a:pt x="1735" y="2591"/>
                  </a:cubicBezTo>
                  <a:cubicBezTo>
                    <a:pt x="2435" y="2591"/>
                    <a:pt x="3036" y="2024"/>
                    <a:pt x="3036" y="1290"/>
                  </a:cubicBezTo>
                  <a:cubicBezTo>
                    <a:pt x="3013" y="523"/>
                    <a:pt x="2380" y="0"/>
                    <a:pt x="1715"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Google Shape;4613;p102">
              <a:extLst>
                <a:ext uri="{FF2B5EF4-FFF2-40B4-BE49-F238E27FC236}">
                  <a16:creationId xmlns:a16="http://schemas.microsoft.com/office/drawing/2014/main" id="{98D83EB4-0F80-60DF-DEF5-1E972FDD72A1}"/>
                </a:ext>
              </a:extLst>
            </p:cNvPr>
            <p:cNvSpPr/>
            <p:nvPr/>
          </p:nvSpPr>
          <p:spPr>
            <a:xfrm>
              <a:off x="1385267" y="1370424"/>
              <a:ext cx="19533" cy="8690"/>
            </a:xfrm>
            <a:custGeom>
              <a:avLst/>
              <a:gdLst/>
              <a:ahLst/>
              <a:cxnLst/>
              <a:rect l="l" t="t" r="r" b="b"/>
              <a:pathLst>
                <a:path w="1052" h="468" extrusionOk="0">
                  <a:moveTo>
                    <a:pt x="634" y="1"/>
                  </a:moveTo>
                  <a:cubicBezTo>
                    <a:pt x="401" y="34"/>
                    <a:pt x="200" y="134"/>
                    <a:pt x="67" y="301"/>
                  </a:cubicBezTo>
                  <a:cubicBezTo>
                    <a:pt x="0" y="335"/>
                    <a:pt x="0" y="401"/>
                    <a:pt x="67" y="435"/>
                  </a:cubicBezTo>
                  <a:cubicBezTo>
                    <a:pt x="67" y="468"/>
                    <a:pt x="100" y="468"/>
                    <a:pt x="134" y="468"/>
                  </a:cubicBezTo>
                  <a:cubicBezTo>
                    <a:pt x="167" y="468"/>
                    <a:pt x="200" y="468"/>
                    <a:pt x="200" y="435"/>
                  </a:cubicBezTo>
                  <a:cubicBezTo>
                    <a:pt x="334" y="301"/>
                    <a:pt x="467" y="234"/>
                    <a:pt x="634" y="201"/>
                  </a:cubicBezTo>
                  <a:cubicBezTo>
                    <a:pt x="701" y="201"/>
                    <a:pt x="768" y="268"/>
                    <a:pt x="834" y="335"/>
                  </a:cubicBezTo>
                  <a:cubicBezTo>
                    <a:pt x="851" y="360"/>
                    <a:pt x="874" y="370"/>
                    <a:pt x="898" y="370"/>
                  </a:cubicBezTo>
                  <a:cubicBezTo>
                    <a:pt x="970" y="370"/>
                    <a:pt x="1051" y="276"/>
                    <a:pt x="1001" y="201"/>
                  </a:cubicBezTo>
                  <a:cubicBezTo>
                    <a:pt x="901" y="68"/>
                    <a:pt x="768" y="1"/>
                    <a:pt x="634" y="1"/>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Google Shape;4614;p102">
              <a:extLst>
                <a:ext uri="{FF2B5EF4-FFF2-40B4-BE49-F238E27FC236}">
                  <a16:creationId xmlns:a16="http://schemas.microsoft.com/office/drawing/2014/main" id="{6D652C7B-DD9F-719E-D36B-ADCBE6E44615}"/>
                </a:ext>
              </a:extLst>
            </p:cNvPr>
            <p:cNvSpPr/>
            <p:nvPr/>
          </p:nvSpPr>
          <p:spPr>
            <a:xfrm>
              <a:off x="1292986" y="1379726"/>
              <a:ext cx="52657" cy="7446"/>
            </a:xfrm>
            <a:custGeom>
              <a:avLst/>
              <a:gdLst/>
              <a:ahLst/>
              <a:cxnLst/>
              <a:rect l="l" t="t" r="r" b="b"/>
              <a:pathLst>
                <a:path w="2836" h="401" extrusionOk="0">
                  <a:moveTo>
                    <a:pt x="2735" y="0"/>
                  </a:moveTo>
                  <a:lnTo>
                    <a:pt x="100" y="200"/>
                  </a:lnTo>
                  <a:cubicBezTo>
                    <a:pt x="33" y="200"/>
                    <a:pt x="0" y="234"/>
                    <a:pt x="0" y="301"/>
                  </a:cubicBezTo>
                  <a:cubicBezTo>
                    <a:pt x="0" y="367"/>
                    <a:pt x="67" y="401"/>
                    <a:pt x="100" y="401"/>
                  </a:cubicBezTo>
                  <a:lnTo>
                    <a:pt x="2735" y="234"/>
                  </a:lnTo>
                  <a:cubicBezTo>
                    <a:pt x="2802" y="200"/>
                    <a:pt x="2835" y="167"/>
                    <a:pt x="2835" y="100"/>
                  </a:cubicBezTo>
                  <a:cubicBezTo>
                    <a:pt x="2835" y="34"/>
                    <a:pt x="2769" y="0"/>
                    <a:pt x="2735"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4615;p102">
              <a:extLst>
                <a:ext uri="{FF2B5EF4-FFF2-40B4-BE49-F238E27FC236}">
                  <a16:creationId xmlns:a16="http://schemas.microsoft.com/office/drawing/2014/main" id="{1E3ADBB0-37C1-50F0-2C96-052E679DA12A}"/>
                </a:ext>
              </a:extLst>
            </p:cNvPr>
            <p:cNvSpPr/>
            <p:nvPr/>
          </p:nvSpPr>
          <p:spPr>
            <a:xfrm>
              <a:off x="1380309" y="1455686"/>
              <a:ext cx="69350" cy="104906"/>
            </a:xfrm>
            <a:custGeom>
              <a:avLst/>
              <a:gdLst/>
              <a:ahLst/>
              <a:cxnLst/>
              <a:rect l="l" t="t" r="r" b="b"/>
              <a:pathLst>
                <a:path w="3735" h="5650" extrusionOk="0">
                  <a:moveTo>
                    <a:pt x="2514" y="1"/>
                  </a:moveTo>
                  <a:cubicBezTo>
                    <a:pt x="2488" y="1"/>
                    <a:pt x="2462" y="4"/>
                    <a:pt x="2436" y="12"/>
                  </a:cubicBezTo>
                  <a:cubicBezTo>
                    <a:pt x="1802" y="212"/>
                    <a:pt x="267" y="1780"/>
                    <a:pt x="201" y="2381"/>
                  </a:cubicBezTo>
                  <a:cubicBezTo>
                    <a:pt x="134" y="3014"/>
                    <a:pt x="434" y="3014"/>
                    <a:pt x="434" y="3014"/>
                  </a:cubicBezTo>
                  <a:lnTo>
                    <a:pt x="0" y="5249"/>
                  </a:lnTo>
                  <a:lnTo>
                    <a:pt x="1468" y="5650"/>
                  </a:lnTo>
                  <a:lnTo>
                    <a:pt x="1835" y="3682"/>
                  </a:lnTo>
                  <a:cubicBezTo>
                    <a:pt x="1861" y="3691"/>
                    <a:pt x="1890" y="3696"/>
                    <a:pt x="1922" y="3696"/>
                  </a:cubicBezTo>
                  <a:cubicBezTo>
                    <a:pt x="2436" y="3696"/>
                    <a:pt x="3734" y="2506"/>
                    <a:pt x="3703" y="2381"/>
                  </a:cubicBezTo>
                  <a:cubicBezTo>
                    <a:pt x="3639" y="2252"/>
                    <a:pt x="3144" y="1"/>
                    <a:pt x="2514" y="1"/>
                  </a:cubicBezTo>
                  <a:close/>
                </a:path>
              </a:pathLst>
            </a:custGeom>
            <a:solidFill>
              <a:srgbClr val="EEC1B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 name="Google Shape;4616;p102">
              <a:extLst>
                <a:ext uri="{FF2B5EF4-FFF2-40B4-BE49-F238E27FC236}">
                  <a16:creationId xmlns:a16="http://schemas.microsoft.com/office/drawing/2014/main" id="{013E8C09-E4FF-44DE-A5C7-20EF5426588C}"/>
                </a:ext>
              </a:extLst>
            </p:cNvPr>
            <p:cNvSpPr/>
            <p:nvPr/>
          </p:nvSpPr>
          <p:spPr>
            <a:xfrm>
              <a:off x="1200687" y="1528378"/>
              <a:ext cx="218651" cy="177784"/>
            </a:xfrm>
            <a:custGeom>
              <a:avLst/>
              <a:gdLst/>
              <a:ahLst/>
              <a:cxnLst/>
              <a:rect l="l" t="t" r="r" b="b"/>
              <a:pathLst>
                <a:path w="11776" h="9575" extrusionOk="0">
                  <a:moveTo>
                    <a:pt x="9775" y="0"/>
                  </a:moveTo>
                  <a:cubicBezTo>
                    <a:pt x="9775" y="0"/>
                    <a:pt x="9082" y="6422"/>
                    <a:pt x="8370" y="6422"/>
                  </a:cubicBezTo>
                  <a:cubicBezTo>
                    <a:pt x="8349" y="6422"/>
                    <a:pt x="8328" y="6416"/>
                    <a:pt x="8307" y="6405"/>
                  </a:cubicBezTo>
                  <a:cubicBezTo>
                    <a:pt x="7658" y="6066"/>
                    <a:pt x="3793" y="1486"/>
                    <a:pt x="2028" y="1486"/>
                  </a:cubicBezTo>
                  <a:cubicBezTo>
                    <a:pt x="1704" y="1486"/>
                    <a:pt x="1452" y="1640"/>
                    <a:pt x="1302" y="2001"/>
                  </a:cubicBezTo>
                  <a:cubicBezTo>
                    <a:pt x="1" y="5204"/>
                    <a:pt x="7506" y="9407"/>
                    <a:pt x="9274" y="9574"/>
                  </a:cubicBezTo>
                  <a:cubicBezTo>
                    <a:pt x="9287" y="9575"/>
                    <a:pt x="9299" y="9575"/>
                    <a:pt x="9311" y="9575"/>
                  </a:cubicBezTo>
                  <a:cubicBezTo>
                    <a:pt x="11052" y="9575"/>
                    <a:pt x="11776" y="334"/>
                    <a:pt x="11776" y="334"/>
                  </a:cubicBezTo>
                  <a:lnTo>
                    <a:pt x="9775" y="0"/>
                  </a:ln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4617;p102">
              <a:extLst>
                <a:ext uri="{FF2B5EF4-FFF2-40B4-BE49-F238E27FC236}">
                  <a16:creationId xmlns:a16="http://schemas.microsoft.com/office/drawing/2014/main" id="{6BA8098C-76B3-8F2E-1542-3520092CB325}"/>
                </a:ext>
              </a:extLst>
            </p:cNvPr>
            <p:cNvSpPr/>
            <p:nvPr/>
          </p:nvSpPr>
          <p:spPr>
            <a:xfrm>
              <a:off x="1317755" y="1691252"/>
              <a:ext cx="120800" cy="46344"/>
            </a:xfrm>
            <a:custGeom>
              <a:avLst/>
              <a:gdLst/>
              <a:ahLst/>
              <a:cxnLst/>
              <a:rect l="l" t="t" r="r" b="b"/>
              <a:pathLst>
                <a:path w="6506" h="2496" extrusionOk="0">
                  <a:moveTo>
                    <a:pt x="787" y="1"/>
                  </a:moveTo>
                  <a:cubicBezTo>
                    <a:pt x="404" y="1"/>
                    <a:pt x="123" y="34"/>
                    <a:pt x="100" y="134"/>
                  </a:cubicBezTo>
                  <a:cubicBezTo>
                    <a:pt x="0" y="435"/>
                    <a:pt x="567" y="1969"/>
                    <a:pt x="768" y="2303"/>
                  </a:cubicBezTo>
                  <a:cubicBezTo>
                    <a:pt x="843" y="2454"/>
                    <a:pt x="1546" y="2496"/>
                    <a:pt x="2291" y="2496"/>
                  </a:cubicBezTo>
                  <a:cubicBezTo>
                    <a:pt x="3184" y="2496"/>
                    <a:pt x="4137" y="2436"/>
                    <a:pt x="4137" y="2436"/>
                  </a:cubicBezTo>
                  <a:cubicBezTo>
                    <a:pt x="4137" y="2438"/>
                    <a:pt x="4137" y="2438"/>
                    <a:pt x="4139" y="2438"/>
                  </a:cubicBezTo>
                  <a:cubicBezTo>
                    <a:pt x="4171" y="2438"/>
                    <a:pt x="4537" y="2102"/>
                    <a:pt x="4537" y="2102"/>
                  </a:cubicBezTo>
                  <a:lnTo>
                    <a:pt x="6505" y="2269"/>
                  </a:lnTo>
                  <a:lnTo>
                    <a:pt x="6505" y="802"/>
                  </a:lnTo>
                  <a:lnTo>
                    <a:pt x="4137" y="802"/>
                  </a:lnTo>
                  <a:cubicBezTo>
                    <a:pt x="4137" y="802"/>
                    <a:pt x="3503" y="134"/>
                    <a:pt x="3036" y="134"/>
                  </a:cubicBezTo>
                  <a:cubicBezTo>
                    <a:pt x="2725" y="134"/>
                    <a:pt x="1553" y="1"/>
                    <a:pt x="787" y="1"/>
                  </a:cubicBezTo>
                  <a:close/>
                </a:path>
              </a:pathLst>
            </a:custGeom>
            <a:solidFill>
              <a:srgbClr val="EEC1BB"/>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 name="Google Shape;4618;p102">
              <a:extLst>
                <a:ext uri="{FF2B5EF4-FFF2-40B4-BE49-F238E27FC236}">
                  <a16:creationId xmlns:a16="http://schemas.microsoft.com/office/drawing/2014/main" id="{F92CE35F-6779-0070-44B9-03B089EF681F}"/>
                </a:ext>
              </a:extLst>
            </p:cNvPr>
            <p:cNvSpPr/>
            <p:nvPr/>
          </p:nvSpPr>
          <p:spPr>
            <a:xfrm>
              <a:off x="1411892" y="1532704"/>
              <a:ext cx="178397" cy="208829"/>
            </a:xfrm>
            <a:custGeom>
              <a:avLst/>
              <a:gdLst/>
              <a:ahLst/>
              <a:cxnLst/>
              <a:rect l="l" t="t" r="r" b="b"/>
              <a:pathLst>
                <a:path w="9608" h="11247" extrusionOk="0">
                  <a:moveTo>
                    <a:pt x="4938" y="1"/>
                  </a:moveTo>
                  <a:cubicBezTo>
                    <a:pt x="4671" y="968"/>
                    <a:pt x="4671" y="2002"/>
                    <a:pt x="4904" y="3003"/>
                  </a:cubicBezTo>
                  <a:cubicBezTo>
                    <a:pt x="5138" y="4003"/>
                    <a:pt x="5438" y="4971"/>
                    <a:pt x="5872" y="5905"/>
                  </a:cubicBezTo>
                  <a:cubicBezTo>
                    <a:pt x="5872" y="5905"/>
                    <a:pt x="6839" y="8040"/>
                    <a:pt x="6272" y="8507"/>
                  </a:cubicBezTo>
                  <a:cubicBezTo>
                    <a:pt x="5705" y="8940"/>
                    <a:pt x="1" y="9074"/>
                    <a:pt x="1" y="9074"/>
                  </a:cubicBezTo>
                  <a:lnTo>
                    <a:pt x="1" y="10975"/>
                  </a:lnTo>
                  <a:cubicBezTo>
                    <a:pt x="1" y="10975"/>
                    <a:pt x="2068" y="11246"/>
                    <a:pt x="4195" y="11246"/>
                  </a:cubicBezTo>
                  <a:cubicBezTo>
                    <a:pt x="6289" y="11246"/>
                    <a:pt x="8442" y="10983"/>
                    <a:pt x="8740" y="9941"/>
                  </a:cubicBezTo>
                  <a:cubicBezTo>
                    <a:pt x="9608" y="6939"/>
                    <a:pt x="6472" y="134"/>
                    <a:pt x="4938" y="1"/>
                  </a:cubicBez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 name="Google Shape;4619;p102">
              <a:extLst>
                <a:ext uri="{FF2B5EF4-FFF2-40B4-BE49-F238E27FC236}">
                  <a16:creationId xmlns:a16="http://schemas.microsoft.com/office/drawing/2014/main" id="{7A58B79F-A59A-B1F9-0802-26D6640623CF}"/>
                </a:ext>
              </a:extLst>
            </p:cNvPr>
            <p:cNvSpPr/>
            <p:nvPr/>
          </p:nvSpPr>
          <p:spPr>
            <a:xfrm>
              <a:off x="2982012" y="1994851"/>
              <a:ext cx="66572" cy="94573"/>
            </a:xfrm>
            <a:custGeom>
              <a:avLst/>
              <a:gdLst/>
              <a:ahLst/>
              <a:cxnLst/>
              <a:rect l="l" t="t" r="r" b="b"/>
              <a:pathLst>
                <a:path w="3036" h="4313" extrusionOk="0">
                  <a:moveTo>
                    <a:pt x="3036" y="0"/>
                  </a:moveTo>
                  <a:cubicBezTo>
                    <a:pt x="1568" y="867"/>
                    <a:pt x="0" y="4303"/>
                    <a:pt x="0" y="4303"/>
                  </a:cubicBezTo>
                  <a:cubicBezTo>
                    <a:pt x="26" y="4309"/>
                    <a:pt x="55" y="4312"/>
                    <a:pt x="85" y="4312"/>
                  </a:cubicBezTo>
                  <a:cubicBezTo>
                    <a:pt x="728" y="4312"/>
                    <a:pt x="2369" y="3036"/>
                    <a:pt x="2369" y="3036"/>
                  </a:cubicBezTo>
                  <a:lnTo>
                    <a:pt x="3036" y="634"/>
                  </a:lnTo>
                  <a:lnTo>
                    <a:pt x="3036"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4620;p102">
              <a:extLst>
                <a:ext uri="{FF2B5EF4-FFF2-40B4-BE49-F238E27FC236}">
                  <a16:creationId xmlns:a16="http://schemas.microsoft.com/office/drawing/2014/main" id="{42CDFCC2-FF79-7C2B-9803-03436D37EBC7}"/>
                </a:ext>
              </a:extLst>
            </p:cNvPr>
            <p:cNvSpPr/>
            <p:nvPr/>
          </p:nvSpPr>
          <p:spPr>
            <a:xfrm>
              <a:off x="2919099" y="2151367"/>
              <a:ext cx="129482" cy="111545"/>
            </a:xfrm>
            <a:custGeom>
              <a:avLst/>
              <a:gdLst/>
              <a:ahLst/>
              <a:cxnLst/>
              <a:rect l="l" t="t" r="r" b="b"/>
              <a:pathLst>
                <a:path w="5905" h="5087" extrusionOk="0">
                  <a:moveTo>
                    <a:pt x="3370" y="0"/>
                  </a:moveTo>
                  <a:cubicBezTo>
                    <a:pt x="1135" y="0"/>
                    <a:pt x="1" y="2736"/>
                    <a:pt x="1568" y="4337"/>
                  </a:cubicBezTo>
                  <a:cubicBezTo>
                    <a:pt x="2086" y="4855"/>
                    <a:pt x="2722" y="5086"/>
                    <a:pt x="3346" y="5086"/>
                  </a:cubicBezTo>
                  <a:cubicBezTo>
                    <a:pt x="4652" y="5086"/>
                    <a:pt x="5905" y="4071"/>
                    <a:pt x="5905" y="2536"/>
                  </a:cubicBezTo>
                  <a:cubicBezTo>
                    <a:pt x="5905" y="1135"/>
                    <a:pt x="4771" y="0"/>
                    <a:pt x="3370"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4621;p102">
              <a:extLst>
                <a:ext uri="{FF2B5EF4-FFF2-40B4-BE49-F238E27FC236}">
                  <a16:creationId xmlns:a16="http://schemas.microsoft.com/office/drawing/2014/main" id="{A4C24185-59C8-8F07-42B4-37DFF1164885}"/>
                </a:ext>
              </a:extLst>
            </p:cNvPr>
            <p:cNvSpPr/>
            <p:nvPr/>
          </p:nvSpPr>
          <p:spPr>
            <a:xfrm>
              <a:off x="2948351" y="2174039"/>
              <a:ext cx="78303" cy="66375"/>
            </a:xfrm>
            <a:custGeom>
              <a:avLst/>
              <a:gdLst/>
              <a:ahLst/>
              <a:cxnLst/>
              <a:rect l="l" t="t" r="r" b="b"/>
              <a:pathLst>
                <a:path w="3571" h="3027" extrusionOk="0">
                  <a:moveTo>
                    <a:pt x="2036" y="1"/>
                  </a:moveTo>
                  <a:cubicBezTo>
                    <a:pt x="701" y="1"/>
                    <a:pt x="1" y="1635"/>
                    <a:pt x="968" y="2569"/>
                  </a:cubicBezTo>
                  <a:cubicBezTo>
                    <a:pt x="1284" y="2885"/>
                    <a:pt x="1671" y="3026"/>
                    <a:pt x="2049" y="3026"/>
                  </a:cubicBezTo>
                  <a:cubicBezTo>
                    <a:pt x="2828" y="3026"/>
                    <a:pt x="3570" y="2423"/>
                    <a:pt x="3570" y="1502"/>
                  </a:cubicBezTo>
                  <a:cubicBezTo>
                    <a:pt x="3570" y="668"/>
                    <a:pt x="2870" y="1"/>
                    <a:pt x="2036" y="1"/>
                  </a:cubicBez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Google Shape;4622;p102">
              <a:extLst>
                <a:ext uri="{FF2B5EF4-FFF2-40B4-BE49-F238E27FC236}">
                  <a16:creationId xmlns:a16="http://schemas.microsoft.com/office/drawing/2014/main" id="{DE00719D-30F5-09D0-71A2-5D52C596FF92}"/>
                </a:ext>
              </a:extLst>
            </p:cNvPr>
            <p:cNvSpPr/>
            <p:nvPr/>
          </p:nvSpPr>
          <p:spPr>
            <a:xfrm>
              <a:off x="3186825" y="2146981"/>
              <a:ext cx="134613" cy="115799"/>
            </a:xfrm>
            <a:custGeom>
              <a:avLst/>
              <a:gdLst/>
              <a:ahLst/>
              <a:cxnLst/>
              <a:rect l="l" t="t" r="r" b="b"/>
              <a:pathLst>
                <a:path w="6139" h="5281" extrusionOk="0">
                  <a:moveTo>
                    <a:pt x="3536" y="0"/>
                  </a:moveTo>
                  <a:cubicBezTo>
                    <a:pt x="1168" y="0"/>
                    <a:pt x="0" y="2836"/>
                    <a:pt x="1668" y="4504"/>
                  </a:cubicBezTo>
                  <a:cubicBezTo>
                    <a:pt x="2195" y="5041"/>
                    <a:pt x="2846" y="5280"/>
                    <a:pt x="3486" y="5280"/>
                  </a:cubicBezTo>
                  <a:cubicBezTo>
                    <a:pt x="4835" y="5280"/>
                    <a:pt x="6138" y="4219"/>
                    <a:pt x="6138" y="2636"/>
                  </a:cubicBezTo>
                  <a:cubicBezTo>
                    <a:pt x="6138" y="1201"/>
                    <a:pt x="4971" y="0"/>
                    <a:pt x="3536" y="0"/>
                  </a:cubicBez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 name="Google Shape;4623;p102">
              <a:extLst>
                <a:ext uri="{FF2B5EF4-FFF2-40B4-BE49-F238E27FC236}">
                  <a16:creationId xmlns:a16="http://schemas.microsoft.com/office/drawing/2014/main" id="{4639E060-13CF-8827-8F0F-2197440F25BA}"/>
                </a:ext>
              </a:extLst>
            </p:cNvPr>
            <p:cNvSpPr/>
            <p:nvPr/>
          </p:nvSpPr>
          <p:spPr>
            <a:xfrm>
              <a:off x="3125381" y="2080411"/>
              <a:ext cx="173381" cy="67317"/>
            </a:xfrm>
            <a:custGeom>
              <a:avLst/>
              <a:gdLst/>
              <a:ahLst/>
              <a:cxnLst/>
              <a:rect l="l" t="t" r="r" b="b"/>
              <a:pathLst>
                <a:path w="7907" h="3070" extrusionOk="0">
                  <a:moveTo>
                    <a:pt x="4437" y="1"/>
                  </a:moveTo>
                  <a:cubicBezTo>
                    <a:pt x="3710" y="686"/>
                    <a:pt x="2440" y="816"/>
                    <a:pt x="1585" y="816"/>
                  </a:cubicBezTo>
                  <a:cubicBezTo>
                    <a:pt x="1067" y="816"/>
                    <a:pt x="701" y="768"/>
                    <a:pt x="701" y="768"/>
                  </a:cubicBezTo>
                  <a:lnTo>
                    <a:pt x="0" y="1769"/>
                  </a:lnTo>
                  <a:lnTo>
                    <a:pt x="701" y="2569"/>
                  </a:lnTo>
                  <a:lnTo>
                    <a:pt x="4170" y="3070"/>
                  </a:lnTo>
                  <a:lnTo>
                    <a:pt x="7906" y="134"/>
                  </a:lnTo>
                  <a:lnTo>
                    <a:pt x="7739"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 name="Google Shape;4624;p102">
              <a:extLst>
                <a:ext uri="{FF2B5EF4-FFF2-40B4-BE49-F238E27FC236}">
                  <a16:creationId xmlns:a16="http://schemas.microsoft.com/office/drawing/2014/main" id="{6BF5600E-7D78-BD6C-95EA-F75E738EACA2}"/>
                </a:ext>
              </a:extLst>
            </p:cNvPr>
            <p:cNvSpPr/>
            <p:nvPr/>
          </p:nvSpPr>
          <p:spPr>
            <a:xfrm>
              <a:off x="3264365" y="2106745"/>
              <a:ext cx="79005" cy="90714"/>
            </a:xfrm>
            <a:custGeom>
              <a:avLst/>
              <a:gdLst/>
              <a:ahLst/>
              <a:cxnLst/>
              <a:rect l="l" t="t" r="r" b="b"/>
              <a:pathLst>
                <a:path w="3603" h="4137" extrusionOk="0">
                  <a:moveTo>
                    <a:pt x="1068" y="1"/>
                  </a:moveTo>
                  <a:lnTo>
                    <a:pt x="0" y="1101"/>
                  </a:lnTo>
                  <a:lnTo>
                    <a:pt x="1234" y="1101"/>
                  </a:lnTo>
                  <a:lnTo>
                    <a:pt x="3169" y="4137"/>
                  </a:lnTo>
                  <a:lnTo>
                    <a:pt x="3603" y="4137"/>
                  </a:lnTo>
                  <a:lnTo>
                    <a:pt x="2235" y="1101"/>
                  </a:lnTo>
                  <a:lnTo>
                    <a:pt x="2235"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Google Shape;4625;p102">
              <a:extLst>
                <a:ext uri="{FF2B5EF4-FFF2-40B4-BE49-F238E27FC236}">
                  <a16:creationId xmlns:a16="http://schemas.microsoft.com/office/drawing/2014/main" id="{FB92C410-AFF7-DE89-71BF-2983F4E23084}"/>
                </a:ext>
              </a:extLst>
            </p:cNvPr>
            <p:cNvSpPr/>
            <p:nvPr/>
          </p:nvSpPr>
          <p:spPr>
            <a:xfrm>
              <a:off x="3057358" y="1997768"/>
              <a:ext cx="49030" cy="77558"/>
            </a:xfrm>
            <a:custGeom>
              <a:avLst/>
              <a:gdLst/>
              <a:ahLst/>
              <a:cxnLst/>
              <a:rect l="l" t="t" r="r" b="b"/>
              <a:pathLst>
                <a:path w="2236" h="3537" extrusionOk="0">
                  <a:moveTo>
                    <a:pt x="2035" y="0"/>
                  </a:moveTo>
                  <a:cubicBezTo>
                    <a:pt x="1134" y="334"/>
                    <a:pt x="1334" y="868"/>
                    <a:pt x="1334" y="868"/>
                  </a:cubicBezTo>
                  <a:lnTo>
                    <a:pt x="1101" y="1435"/>
                  </a:lnTo>
                  <a:lnTo>
                    <a:pt x="801" y="1435"/>
                  </a:lnTo>
                  <a:lnTo>
                    <a:pt x="467" y="1635"/>
                  </a:lnTo>
                  <a:lnTo>
                    <a:pt x="467" y="2169"/>
                  </a:lnTo>
                  <a:lnTo>
                    <a:pt x="0" y="2769"/>
                  </a:lnTo>
                  <a:lnTo>
                    <a:pt x="801" y="3536"/>
                  </a:lnTo>
                  <a:lnTo>
                    <a:pt x="934" y="2869"/>
                  </a:lnTo>
                  <a:lnTo>
                    <a:pt x="834" y="2569"/>
                  </a:lnTo>
                  <a:lnTo>
                    <a:pt x="1368" y="2569"/>
                  </a:lnTo>
                  <a:lnTo>
                    <a:pt x="1968" y="2869"/>
                  </a:lnTo>
                  <a:cubicBezTo>
                    <a:pt x="2135" y="2836"/>
                    <a:pt x="2202" y="2702"/>
                    <a:pt x="2135" y="2569"/>
                  </a:cubicBezTo>
                  <a:lnTo>
                    <a:pt x="1635" y="2202"/>
                  </a:lnTo>
                  <a:lnTo>
                    <a:pt x="1801" y="2035"/>
                  </a:lnTo>
                  <a:lnTo>
                    <a:pt x="1668" y="1702"/>
                  </a:lnTo>
                  <a:lnTo>
                    <a:pt x="1234" y="1502"/>
                  </a:lnTo>
                  <a:lnTo>
                    <a:pt x="1501" y="968"/>
                  </a:lnTo>
                  <a:lnTo>
                    <a:pt x="1968" y="868"/>
                  </a:lnTo>
                  <a:lnTo>
                    <a:pt x="2235" y="601"/>
                  </a:lnTo>
                  <a:lnTo>
                    <a:pt x="2235" y="134"/>
                  </a:lnTo>
                  <a:lnTo>
                    <a:pt x="2035"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 name="Google Shape;4626;p102">
              <a:extLst>
                <a:ext uri="{FF2B5EF4-FFF2-40B4-BE49-F238E27FC236}">
                  <a16:creationId xmlns:a16="http://schemas.microsoft.com/office/drawing/2014/main" id="{A52F88BA-FC39-2F72-2413-AA1DD31534A4}"/>
                </a:ext>
              </a:extLst>
            </p:cNvPr>
            <p:cNvSpPr/>
            <p:nvPr/>
          </p:nvSpPr>
          <p:spPr>
            <a:xfrm>
              <a:off x="2960807" y="2053353"/>
              <a:ext cx="373053" cy="180683"/>
            </a:xfrm>
            <a:custGeom>
              <a:avLst/>
              <a:gdLst/>
              <a:ahLst/>
              <a:cxnLst/>
              <a:rect l="l" t="t" r="r" b="b"/>
              <a:pathLst>
                <a:path w="17013" h="8240" extrusionOk="0">
                  <a:moveTo>
                    <a:pt x="3336" y="1"/>
                  </a:moveTo>
                  <a:lnTo>
                    <a:pt x="967" y="1602"/>
                  </a:lnTo>
                  <a:cubicBezTo>
                    <a:pt x="734" y="1869"/>
                    <a:pt x="534" y="2135"/>
                    <a:pt x="334" y="2436"/>
                  </a:cubicBezTo>
                  <a:cubicBezTo>
                    <a:pt x="167" y="2703"/>
                    <a:pt x="33" y="3036"/>
                    <a:pt x="0" y="3403"/>
                  </a:cubicBezTo>
                  <a:cubicBezTo>
                    <a:pt x="0" y="3503"/>
                    <a:pt x="33" y="3637"/>
                    <a:pt x="100" y="3737"/>
                  </a:cubicBezTo>
                  <a:cubicBezTo>
                    <a:pt x="100" y="3737"/>
                    <a:pt x="3603" y="4837"/>
                    <a:pt x="4270" y="8173"/>
                  </a:cubicBezTo>
                  <a:lnTo>
                    <a:pt x="4270" y="8240"/>
                  </a:lnTo>
                  <a:lnTo>
                    <a:pt x="10908" y="8240"/>
                  </a:lnTo>
                  <a:lnTo>
                    <a:pt x="12909" y="5638"/>
                  </a:lnTo>
                  <a:lnTo>
                    <a:pt x="12709" y="5338"/>
                  </a:lnTo>
                  <a:lnTo>
                    <a:pt x="11008" y="5338"/>
                  </a:lnTo>
                  <a:lnTo>
                    <a:pt x="10774" y="5038"/>
                  </a:lnTo>
                  <a:lnTo>
                    <a:pt x="14210" y="3470"/>
                  </a:lnTo>
                  <a:lnTo>
                    <a:pt x="15811" y="2636"/>
                  </a:lnTo>
                  <a:lnTo>
                    <a:pt x="16145" y="2936"/>
                  </a:lnTo>
                  <a:lnTo>
                    <a:pt x="17012" y="1668"/>
                  </a:lnTo>
                  <a:lnTo>
                    <a:pt x="15378" y="1402"/>
                  </a:lnTo>
                  <a:lnTo>
                    <a:pt x="12409" y="2135"/>
                  </a:lnTo>
                  <a:cubicBezTo>
                    <a:pt x="12409" y="2135"/>
                    <a:pt x="11441" y="3043"/>
                    <a:pt x="8006" y="3043"/>
                  </a:cubicBezTo>
                  <a:cubicBezTo>
                    <a:pt x="7834" y="3043"/>
                    <a:pt x="7656" y="3041"/>
                    <a:pt x="7472" y="3036"/>
                  </a:cubicBezTo>
                  <a:lnTo>
                    <a:pt x="6772" y="3603"/>
                  </a:lnTo>
                  <a:cubicBezTo>
                    <a:pt x="6872" y="3737"/>
                    <a:pt x="6905" y="3937"/>
                    <a:pt x="6838" y="4104"/>
                  </a:cubicBezTo>
                  <a:cubicBezTo>
                    <a:pt x="6838" y="4104"/>
                    <a:pt x="6838" y="4137"/>
                    <a:pt x="6838" y="4137"/>
                  </a:cubicBezTo>
                  <a:cubicBezTo>
                    <a:pt x="6805" y="4204"/>
                    <a:pt x="6738" y="4237"/>
                    <a:pt x="6671" y="4270"/>
                  </a:cubicBezTo>
                  <a:cubicBezTo>
                    <a:pt x="6638" y="4304"/>
                    <a:pt x="6605" y="4304"/>
                    <a:pt x="6605" y="4304"/>
                  </a:cubicBezTo>
                  <a:cubicBezTo>
                    <a:pt x="6592" y="4305"/>
                    <a:pt x="6578" y="4306"/>
                    <a:pt x="6564" y="4306"/>
                  </a:cubicBezTo>
                  <a:cubicBezTo>
                    <a:pt x="5958" y="4306"/>
                    <a:pt x="4270" y="2936"/>
                    <a:pt x="4270" y="2936"/>
                  </a:cubicBezTo>
                  <a:lnTo>
                    <a:pt x="4904" y="1969"/>
                  </a:lnTo>
                  <a:lnTo>
                    <a:pt x="5604" y="1001"/>
                  </a:lnTo>
                  <a:lnTo>
                    <a:pt x="4537"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 name="Google Shape;4627;p102">
              <a:extLst>
                <a:ext uri="{FF2B5EF4-FFF2-40B4-BE49-F238E27FC236}">
                  <a16:creationId xmlns:a16="http://schemas.microsoft.com/office/drawing/2014/main" id="{95615E8B-95F9-E246-CDA4-4686AA455D4D}"/>
                </a:ext>
              </a:extLst>
            </p:cNvPr>
            <p:cNvSpPr/>
            <p:nvPr/>
          </p:nvSpPr>
          <p:spPr>
            <a:xfrm>
              <a:off x="3054420" y="2162330"/>
              <a:ext cx="189476" cy="71703"/>
            </a:xfrm>
            <a:custGeom>
              <a:avLst/>
              <a:gdLst/>
              <a:ahLst/>
              <a:cxnLst/>
              <a:rect l="l" t="t" r="r" b="b"/>
              <a:pathLst>
                <a:path w="8641" h="3270" extrusionOk="0">
                  <a:moveTo>
                    <a:pt x="4304" y="1"/>
                  </a:moveTo>
                  <a:lnTo>
                    <a:pt x="1802" y="1802"/>
                  </a:lnTo>
                  <a:lnTo>
                    <a:pt x="2002" y="2870"/>
                  </a:lnTo>
                  <a:lnTo>
                    <a:pt x="1" y="3203"/>
                  </a:lnTo>
                  <a:lnTo>
                    <a:pt x="1" y="3270"/>
                  </a:lnTo>
                  <a:lnTo>
                    <a:pt x="6639" y="3270"/>
                  </a:lnTo>
                  <a:lnTo>
                    <a:pt x="8640" y="668"/>
                  </a:lnTo>
                  <a:lnTo>
                    <a:pt x="8440" y="368"/>
                  </a:lnTo>
                  <a:lnTo>
                    <a:pt x="6739" y="368"/>
                  </a:lnTo>
                  <a:lnTo>
                    <a:pt x="6505" y="101"/>
                  </a:lnTo>
                  <a:lnTo>
                    <a:pt x="5305" y="368"/>
                  </a:lnTo>
                  <a:lnTo>
                    <a:pt x="4304"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 name="Google Shape;4628;p102">
              <a:extLst>
                <a:ext uri="{FF2B5EF4-FFF2-40B4-BE49-F238E27FC236}">
                  <a16:creationId xmlns:a16="http://schemas.microsoft.com/office/drawing/2014/main" id="{A1567885-AFE4-746D-A122-23D4BC6BA7E0}"/>
                </a:ext>
              </a:extLst>
            </p:cNvPr>
            <p:cNvSpPr/>
            <p:nvPr/>
          </p:nvSpPr>
          <p:spPr>
            <a:xfrm>
              <a:off x="3014927" y="2089927"/>
              <a:ext cx="90714" cy="61463"/>
            </a:xfrm>
            <a:custGeom>
              <a:avLst/>
              <a:gdLst/>
              <a:ahLst/>
              <a:cxnLst/>
              <a:rect l="l" t="t" r="r" b="b"/>
              <a:pathLst>
                <a:path w="4137" h="2803" extrusionOk="0">
                  <a:moveTo>
                    <a:pt x="1735" y="0"/>
                  </a:moveTo>
                  <a:lnTo>
                    <a:pt x="0" y="1001"/>
                  </a:lnTo>
                  <a:lnTo>
                    <a:pt x="3636" y="2802"/>
                  </a:lnTo>
                  <a:cubicBezTo>
                    <a:pt x="3803" y="2769"/>
                    <a:pt x="3970" y="2736"/>
                    <a:pt x="4137" y="2636"/>
                  </a:cubicBezTo>
                  <a:lnTo>
                    <a:pt x="4137" y="2636"/>
                  </a:lnTo>
                  <a:cubicBezTo>
                    <a:pt x="4124" y="2637"/>
                    <a:pt x="4110" y="2638"/>
                    <a:pt x="4096" y="2638"/>
                  </a:cubicBezTo>
                  <a:cubicBezTo>
                    <a:pt x="3490" y="2638"/>
                    <a:pt x="1802" y="1268"/>
                    <a:pt x="1802" y="1268"/>
                  </a:cubicBezTo>
                  <a:lnTo>
                    <a:pt x="2436" y="334"/>
                  </a:lnTo>
                  <a:lnTo>
                    <a:pt x="1735"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 name="Google Shape;4629;p102">
              <a:extLst>
                <a:ext uri="{FF2B5EF4-FFF2-40B4-BE49-F238E27FC236}">
                  <a16:creationId xmlns:a16="http://schemas.microsoft.com/office/drawing/2014/main" id="{ABE18184-12A6-4A9A-BD0F-FC67D84F46EC}"/>
                </a:ext>
              </a:extLst>
            </p:cNvPr>
            <p:cNvSpPr/>
            <p:nvPr/>
          </p:nvSpPr>
          <p:spPr>
            <a:xfrm>
              <a:off x="3001769" y="2053353"/>
              <a:ext cx="133867" cy="117049"/>
            </a:xfrm>
            <a:custGeom>
              <a:avLst/>
              <a:gdLst/>
              <a:ahLst/>
              <a:cxnLst/>
              <a:rect l="l" t="t" r="r" b="b"/>
              <a:pathLst>
                <a:path w="6105" h="5338" extrusionOk="0">
                  <a:moveTo>
                    <a:pt x="1768" y="1"/>
                  </a:moveTo>
                  <a:lnTo>
                    <a:pt x="2535" y="835"/>
                  </a:lnTo>
                  <a:lnTo>
                    <a:pt x="1768" y="1869"/>
                  </a:lnTo>
                  <a:lnTo>
                    <a:pt x="0" y="2769"/>
                  </a:lnTo>
                  <a:lnTo>
                    <a:pt x="4603" y="5338"/>
                  </a:lnTo>
                  <a:lnTo>
                    <a:pt x="6104" y="3803"/>
                  </a:lnTo>
                  <a:lnTo>
                    <a:pt x="4937" y="3570"/>
                  </a:lnTo>
                  <a:lnTo>
                    <a:pt x="4937" y="3570"/>
                  </a:lnTo>
                  <a:cubicBezTo>
                    <a:pt x="4937" y="3570"/>
                    <a:pt x="5237" y="4037"/>
                    <a:pt x="4803" y="4270"/>
                  </a:cubicBezTo>
                  <a:cubicBezTo>
                    <a:pt x="4770" y="4291"/>
                    <a:pt x="4728" y="4300"/>
                    <a:pt x="4678" y="4300"/>
                  </a:cubicBezTo>
                  <a:cubicBezTo>
                    <a:pt x="4079" y="4300"/>
                    <a:pt x="2402" y="2936"/>
                    <a:pt x="2402" y="2936"/>
                  </a:cubicBezTo>
                  <a:lnTo>
                    <a:pt x="3736" y="1001"/>
                  </a:lnTo>
                  <a:lnTo>
                    <a:pt x="2702" y="1"/>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 name="Google Shape;4630;p102">
              <a:extLst>
                <a:ext uri="{FF2B5EF4-FFF2-40B4-BE49-F238E27FC236}">
                  <a16:creationId xmlns:a16="http://schemas.microsoft.com/office/drawing/2014/main" id="{55E9CA53-A35E-11DA-F9DE-B094C585719D}"/>
                </a:ext>
              </a:extLst>
            </p:cNvPr>
            <p:cNvSpPr/>
            <p:nvPr/>
          </p:nvSpPr>
          <p:spPr>
            <a:xfrm>
              <a:off x="2963000" y="2089927"/>
              <a:ext cx="370860" cy="144108"/>
            </a:xfrm>
            <a:custGeom>
              <a:avLst/>
              <a:gdLst/>
              <a:ahLst/>
              <a:cxnLst/>
              <a:rect l="l" t="t" r="r" b="b"/>
              <a:pathLst>
                <a:path w="16913" h="6572" extrusionOk="0">
                  <a:moveTo>
                    <a:pt x="16912" y="0"/>
                  </a:moveTo>
                  <a:lnTo>
                    <a:pt x="15545" y="434"/>
                  </a:lnTo>
                  <a:lnTo>
                    <a:pt x="10274" y="3036"/>
                  </a:lnTo>
                  <a:lnTo>
                    <a:pt x="8406" y="2802"/>
                  </a:lnTo>
                  <a:lnTo>
                    <a:pt x="6538" y="4070"/>
                  </a:lnTo>
                  <a:lnTo>
                    <a:pt x="1768" y="1502"/>
                  </a:lnTo>
                  <a:lnTo>
                    <a:pt x="0" y="2069"/>
                  </a:lnTo>
                  <a:cubicBezTo>
                    <a:pt x="0" y="2069"/>
                    <a:pt x="3536" y="3203"/>
                    <a:pt x="4170" y="6572"/>
                  </a:cubicBezTo>
                  <a:lnTo>
                    <a:pt x="10808" y="6572"/>
                  </a:lnTo>
                  <a:lnTo>
                    <a:pt x="12809" y="3970"/>
                  </a:lnTo>
                  <a:lnTo>
                    <a:pt x="12609" y="3670"/>
                  </a:lnTo>
                  <a:lnTo>
                    <a:pt x="10908" y="3670"/>
                  </a:lnTo>
                  <a:lnTo>
                    <a:pt x="10674" y="3370"/>
                  </a:lnTo>
                  <a:lnTo>
                    <a:pt x="14110" y="1802"/>
                  </a:lnTo>
                  <a:lnTo>
                    <a:pt x="15711" y="968"/>
                  </a:lnTo>
                  <a:lnTo>
                    <a:pt x="16045" y="1268"/>
                  </a:lnTo>
                  <a:lnTo>
                    <a:pt x="16912"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 name="Google Shape;4631;p102">
              <a:extLst>
                <a:ext uri="{FF2B5EF4-FFF2-40B4-BE49-F238E27FC236}">
                  <a16:creationId xmlns:a16="http://schemas.microsoft.com/office/drawing/2014/main" id="{F2FBA7B7-4246-4DA5-B3BD-90BDA77236B3}"/>
                </a:ext>
              </a:extLst>
            </p:cNvPr>
            <p:cNvSpPr/>
            <p:nvPr/>
          </p:nvSpPr>
          <p:spPr>
            <a:xfrm>
              <a:off x="2992976" y="2073109"/>
              <a:ext cx="49030" cy="23419"/>
            </a:xfrm>
            <a:custGeom>
              <a:avLst/>
              <a:gdLst/>
              <a:ahLst/>
              <a:cxnLst/>
              <a:rect l="l" t="t" r="r" b="b"/>
              <a:pathLst>
                <a:path w="2236" h="1068" extrusionOk="0">
                  <a:moveTo>
                    <a:pt x="1535" y="0"/>
                  </a:moveTo>
                  <a:lnTo>
                    <a:pt x="1" y="1068"/>
                  </a:lnTo>
                  <a:cubicBezTo>
                    <a:pt x="2236" y="434"/>
                    <a:pt x="1535" y="0"/>
                    <a:pt x="153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 name="Google Shape;4632;p102">
              <a:extLst>
                <a:ext uri="{FF2B5EF4-FFF2-40B4-BE49-F238E27FC236}">
                  <a16:creationId xmlns:a16="http://schemas.microsoft.com/office/drawing/2014/main" id="{7B0AEE9E-0DC7-A89A-C713-79E28816EA00}"/>
                </a:ext>
              </a:extLst>
            </p:cNvPr>
            <p:cNvSpPr/>
            <p:nvPr/>
          </p:nvSpPr>
          <p:spPr>
            <a:xfrm>
              <a:off x="2961530" y="2100167"/>
              <a:ext cx="24888" cy="27826"/>
            </a:xfrm>
            <a:custGeom>
              <a:avLst/>
              <a:gdLst/>
              <a:ahLst/>
              <a:cxnLst/>
              <a:rect l="l" t="t" r="r" b="b"/>
              <a:pathLst>
                <a:path w="1135" h="1269" extrusionOk="0">
                  <a:moveTo>
                    <a:pt x="1135" y="0"/>
                  </a:moveTo>
                  <a:lnTo>
                    <a:pt x="334" y="301"/>
                  </a:lnTo>
                  <a:cubicBezTo>
                    <a:pt x="134" y="601"/>
                    <a:pt x="34" y="934"/>
                    <a:pt x="0" y="1268"/>
                  </a:cubicBezTo>
                  <a:cubicBezTo>
                    <a:pt x="701" y="968"/>
                    <a:pt x="1135" y="1"/>
                    <a:pt x="113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 name="Google Shape;4633;p102">
              <a:extLst>
                <a:ext uri="{FF2B5EF4-FFF2-40B4-BE49-F238E27FC236}">
                  <a16:creationId xmlns:a16="http://schemas.microsoft.com/office/drawing/2014/main" id="{A3EFF065-4D78-66BC-C09B-FA82AA1AA6DA}"/>
                </a:ext>
              </a:extLst>
            </p:cNvPr>
            <p:cNvSpPr/>
            <p:nvPr/>
          </p:nvSpPr>
          <p:spPr>
            <a:xfrm>
              <a:off x="3220828" y="2171707"/>
              <a:ext cx="78303" cy="66375"/>
            </a:xfrm>
            <a:custGeom>
              <a:avLst/>
              <a:gdLst/>
              <a:ahLst/>
              <a:cxnLst/>
              <a:rect l="l" t="t" r="r" b="b"/>
              <a:pathLst>
                <a:path w="3571" h="3027" extrusionOk="0">
                  <a:moveTo>
                    <a:pt x="2036" y="1"/>
                  </a:moveTo>
                  <a:cubicBezTo>
                    <a:pt x="701" y="1"/>
                    <a:pt x="1" y="1635"/>
                    <a:pt x="968" y="2569"/>
                  </a:cubicBezTo>
                  <a:cubicBezTo>
                    <a:pt x="1284" y="2885"/>
                    <a:pt x="1671" y="3026"/>
                    <a:pt x="2049" y="3026"/>
                  </a:cubicBezTo>
                  <a:cubicBezTo>
                    <a:pt x="2828" y="3026"/>
                    <a:pt x="3570" y="2423"/>
                    <a:pt x="3570" y="1502"/>
                  </a:cubicBezTo>
                  <a:cubicBezTo>
                    <a:pt x="3570" y="668"/>
                    <a:pt x="2870" y="1"/>
                    <a:pt x="2036" y="1"/>
                  </a:cubicBez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8" name="Google Shape;4634;p102">
              <a:extLst>
                <a:ext uri="{FF2B5EF4-FFF2-40B4-BE49-F238E27FC236}">
                  <a16:creationId xmlns:a16="http://schemas.microsoft.com/office/drawing/2014/main" id="{BBF7A3E9-F2FA-27A1-438C-336AFF0A0D03}"/>
                </a:ext>
              </a:extLst>
            </p:cNvPr>
            <p:cNvSpPr/>
            <p:nvPr/>
          </p:nvSpPr>
          <p:spPr>
            <a:xfrm>
              <a:off x="2920188" y="828225"/>
              <a:ext cx="30900" cy="2298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 name="Google Shape;4635;p102">
              <a:extLst>
                <a:ext uri="{FF2B5EF4-FFF2-40B4-BE49-F238E27FC236}">
                  <a16:creationId xmlns:a16="http://schemas.microsoft.com/office/drawing/2014/main" id="{67CA7AB3-3A8D-28C8-DEE5-2E372F08CEFE}"/>
                </a:ext>
              </a:extLst>
            </p:cNvPr>
            <p:cNvSpPr/>
            <p:nvPr/>
          </p:nvSpPr>
          <p:spPr>
            <a:xfrm>
              <a:off x="2889225" y="942225"/>
              <a:ext cx="35400" cy="1158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4636;p102">
              <a:extLst>
                <a:ext uri="{FF2B5EF4-FFF2-40B4-BE49-F238E27FC236}">
                  <a16:creationId xmlns:a16="http://schemas.microsoft.com/office/drawing/2014/main" id="{904642C4-B87A-D6C7-ED9F-F2C871BCCD34}"/>
                </a:ext>
              </a:extLst>
            </p:cNvPr>
            <p:cNvSpPr/>
            <p:nvPr/>
          </p:nvSpPr>
          <p:spPr>
            <a:xfrm>
              <a:off x="2860725" y="996525"/>
              <a:ext cx="30900" cy="615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 name="Google Shape;4637;p102">
              <a:extLst>
                <a:ext uri="{FF2B5EF4-FFF2-40B4-BE49-F238E27FC236}">
                  <a16:creationId xmlns:a16="http://schemas.microsoft.com/office/drawing/2014/main" id="{03886A14-2CB5-ABC2-152A-4F7E15AD426F}"/>
                </a:ext>
              </a:extLst>
            </p:cNvPr>
            <p:cNvSpPr/>
            <p:nvPr/>
          </p:nvSpPr>
          <p:spPr>
            <a:xfrm>
              <a:off x="2942863" y="942225"/>
              <a:ext cx="35400" cy="1158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 name="Google Shape;4638;p102">
              <a:extLst>
                <a:ext uri="{FF2B5EF4-FFF2-40B4-BE49-F238E27FC236}">
                  <a16:creationId xmlns:a16="http://schemas.microsoft.com/office/drawing/2014/main" id="{74C1DDFD-D1DB-1F89-45F4-9A7EAAD49F81}"/>
                </a:ext>
              </a:extLst>
            </p:cNvPr>
            <p:cNvSpPr/>
            <p:nvPr/>
          </p:nvSpPr>
          <p:spPr>
            <a:xfrm>
              <a:off x="2969075" y="867575"/>
              <a:ext cx="35400" cy="1905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 name="Google Shape;4639;p102">
              <a:extLst>
                <a:ext uri="{FF2B5EF4-FFF2-40B4-BE49-F238E27FC236}">
                  <a16:creationId xmlns:a16="http://schemas.microsoft.com/office/drawing/2014/main" id="{0582B01B-DDB9-2603-9094-2C25BC8545CD}"/>
                </a:ext>
              </a:extLst>
            </p:cNvPr>
            <p:cNvSpPr/>
            <p:nvPr/>
          </p:nvSpPr>
          <p:spPr>
            <a:xfrm>
              <a:off x="2991375" y="980500"/>
              <a:ext cx="62700" cy="777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 name="Google Shape;4640;p102">
              <a:extLst>
                <a:ext uri="{FF2B5EF4-FFF2-40B4-BE49-F238E27FC236}">
                  <a16:creationId xmlns:a16="http://schemas.microsoft.com/office/drawing/2014/main" id="{7C0CED91-87B7-A5AC-C13C-5CDCA8231914}"/>
                </a:ext>
              </a:extLst>
            </p:cNvPr>
            <p:cNvSpPr/>
            <p:nvPr/>
          </p:nvSpPr>
          <p:spPr>
            <a:xfrm>
              <a:off x="3106950" y="892547"/>
              <a:ext cx="30900" cy="1653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5" name="Google Shape;4641;p102">
              <a:extLst>
                <a:ext uri="{FF2B5EF4-FFF2-40B4-BE49-F238E27FC236}">
                  <a16:creationId xmlns:a16="http://schemas.microsoft.com/office/drawing/2014/main" id="{A9B0AEF2-BAF7-4DF5-9688-9629CD9E2400}"/>
                </a:ext>
              </a:extLst>
            </p:cNvPr>
            <p:cNvSpPr/>
            <p:nvPr/>
          </p:nvSpPr>
          <p:spPr>
            <a:xfrm>
              <a:off x="3075975" y="942113"/>
              <a:ext cx="35400" cy="1158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 name="Google Shape;4642;p102">
              <a:extLst>
                <a:ext uri="{FF2B5EF4-FFF2-40B4-BE49-F238E27FC236}">
                  <a16:creationId xmlns:a16="http://schemas.microsoft.com/office/drawing/2014/main" id="{D46E844F-B687-0B19-69C6-FC682C3EEBD5}"/>
                </a:ext>
              </a:extLst>
            </p:cNvPr>
            <p:cNvSpPr/>
            <p:nvPr/>
          </p:nvSpPr>
          <p:spPr>
            <a:xfrm>
              <a:off x="3047475" y="996413"/>
              <a:ext cx="30900" cy="615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 name="Google Shape;4643;p102">
              <a:extLst>
                <a:ext uri="{FF2B5EF4-FFF2-40B4-BE49-F238E27FC236}">
                  <a16:creationId xmlns:a16="http://schemas.microsoft.com/office/drawing/2014/main" id="{458B9403-9068-F69F-8573-0B23CE89B39C}"/>
                </a:ext>
              </a:extLst>
            </p:cNvPr>
            <p:cNvSpPr/>
            <p:nvPr/>
          </p:nvSpPr>
          <p:spPr>
            <a:xfrm>
              <a:off x="3129613" y="942113"/>
              <a:ext cx="35400" cy="1158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 name="Google Shape;4644;p102">
              <a:extLst>
                <a:ext uri="{FF2B5EF4-FFF2-40B4-BE49-F238E27FC236}">
                  <a16:creationId xmlns:a16="http://schemas.microsoft.com/office/drawing/2014/main" id="{6621A804-CECD-79D6-DDBD-58108552C6B3}"/>
                </a:ext>
              </a:extLst>
            </p:cNvPr>
            <p:cNvSpPr/>
            <p:nvPr/>
          </p:nvSpPr>
          <p:spPr>
            <a:xfrm>
              <a:off x="3155825" y="819853"/>
              <a:ext cx="35400" cy="2382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 name="Google Shape;4645;p102">
              <a:extLst>
                <a:ext uri="{FF2B5EF4-FFF2-40B4-BE49-F238E27FC236}">
                  <a16:creationId xmlns:a16="http://schemas.microsoft.com/office/drawing/2014/main" id="{43B5AAAD-F71D-3D4C-3206-AAA57B594B2B}"/>
                </a:ext>
              </a:extLst>
            </p:cNvPr>
            <p:cNvSpPr/>
            <p:nvPr/>
          </p:nvSpPr>
          <p:spPr>
            <a:xfrm>
              <a:off x="3178125" y="980388"/>
              <a:ext cx="62700" cy="777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 name="Google Shape;4646;p102">
              <a:extLst>
                <a:ext uri="{FF2B5EF4-FFF2-40B4-BE49-F238E27FC236}">
                  <a16:creationId xmlns:a16="http://schemas.microsoft.com/office/drawing/2014/main" id="{E2060B58-5900-0639-4C57-DE5DCD13BF73}"/>
                </a:ext>
              </a:extLst>
            </p:cNvPr>
            <p:cNvSpPr/>
            <p:nvPr/>
          </p:nvSpPr>
          <p:spPr>
            <a:xfrm>
              <a:off x="3232150" y="942263"/>
              <a:ext cx="35400" cy="1158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1" name="Google Shape;4647;p102">
              <a:extLst>
                <a:ext uri="{FF2B5EF4-FFF2-40B4-BE49-F238E27FC236}">
                  <a16:creationId xmlns:a16="http://schemas.microsoft.com/office/drawing/2014/main" id="{E71A226C-2BE0-62F5-FD0A-BEC0B25A557E}"/>
                </a:ext>
              </a:extLst>
            </p:cNvPr>
            <p:cNvSpPr/>
            <p:nvPr/>
          </p:nvSpPr>
          <p:spPr>
            <a:xfrm>
              <a:off x="3258363" y="867613"/>
              <a:ext cx="35400" cy="1905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 name="Google Shape;4648;p102">
              <a:extLst>
                <a:ext uri="{FF2B5EF4-FFF2-40B4-BE49-F238E27FC236}">
                  <a16:creationId xmlns:a16="http://schemas.microsoft.com/office/drawing/2014/main" id="{08998167-43BF-6C87-8C1A-24F6A03021B2}"/>
                </a:ext>
              </a:extLst>
            </p:cNvPr>
            <p:cNvSpPr/>
            <p:nvPr/>
          </p:nvSpPr>
          <p:spPr>
            <a:xfrm>
              <a:off x="3280663" y="980538"/>
              <a:ext cx="62700" cy="77700"/>
            </a:xfrm>
            <a:prstGeom prst="rect">
              <a:avLst/>
            </a:pr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34208973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p:cTn id="7" dur="10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438F2-B87D-2EC8-448A-BA1FDF85A0D1}"/>
              </a:ext>
            </a:extLst>
          </p:cNvPr>
          <p:cNvSpPr>
            <a:spLocks noGrp="1"/>
          </p:cNvSpPr>
          <p:nvPr>
            <p:ph type="title"/>
          </p:nvPr>
        </p:nvSpPr>
        <p:spPr>
          <a:xfrm>
            <a:off x="838200" y="758417"/>
            <a:ext cx="10515600" cy="509945"/>
          </a:xfrm>
        </p:spPr>
        <p:txBody>
          <a:bodyPr>
            <a:normAutofit fontScale="90000"/>
          </a:bodyPr>
          <a:lstStyle/>
          <a:p>
            <a:pPr marL="571500" indent="-571500">
              <a:buFont typeface="Wingdings" panose="05000000000000000000" pitchFamily="2" charset="2"/>
              <a:buChar char="q"/>
            </a:pPr>
            <a:r>
              <a:rPr lang="en-IN" sz="4000" b="1" dirty="0">
                <a:solidFill>
                  <a:schemeClr val="accent1"/>
                </a:solidFill>
                <a:effectLst/>
                <a:latin typeface="Times New Roman" panose="02020603050405020304" pitchFamily="18" charset="0"/>
                <a:ea typeface="Calibri" panose="020F0502020204030204" pitchFamily="34" charset="0"/>
              </a:rPr>
              <a:t>Measure Phase – Understand Key Features : </a:t>
            </a:r>
            <a:br>
              <a:rPr lang="en-IN" sz="4400" b="1" dirty="0">
                <a:solidFill>
                  <a:srgbClr val="C00000"/>
                </a:solidFill>
                <a:effectLst/>
                <a:latin typeface="Times New Roman" panose="02020603050405020304" pitchFamily="18"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9464D4D7-D324-78B7-4944-4DB3E5C779B9}"/>
              </a:ext>
            </a:extLst>
          </p:cNvPr>
          <p:cNvSpPr>
            <a:spLocks noGrp="1"/>
          </p:cNvSpPr>
          <p:nvPr>
            <p:ph sz="half" idx="1"/>
          </p:nvPr>
        </p:nvSpPr>
        <p:spPr>
          <a:xfrm>
            <a:off x="784123" y="1238259"/>
            <a:ext cx="4323735" cy="4711957"/>
          </a:xfrm>
        </p:spPr>
        <p:txBody>
          <a:bodyPr/>
          <a:lstStyle/>
          <a:p>
            <a:pPr algn="just">
              <a:buFont typeface="Wingdings" panose="05000000000000000000" pitchFamily="2" charset="2"/>
              <a:buChar char="Ø"/>
            </a:pPr>
            <a:r>
              <a:rPr lang="en-IN" sz="2000" kern="100" dirty="0">
                <a:effectLst/>
                <a:latin typeface="Times New Roman" panose="02020603050405020304" pitchFamily="18" charset="0"/>
                <a:ea typeface="Calibri" panose="020F0502020204030204" pitchFamily="34" charset="0"/>
                <a:cs typeface="Mangal" panose="02040503050203030202" pitchFamily="18" charset="0"/>
              </a:rPr>
              <a:t>Measure Phase involves measure input features or root causes that impact the problem.</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algn="just">
              <a:buFont typeface="Wingdings" panose="05000000000000000000" pitchFamily="2" charset="2"/>
              <a:buChar char="Ø"/>
            </a:pPr>
            <a:r>
              <a:rPr lang="en-IN" sz="2000" kern="100" dirty="0">
                <a:effectLst/>
                <a:latin typeface="Times New Roman" panose="02020603050405020304" pitchFamily="18" charset="0"/>
                <a:ea typeface="Calibri" panose="020F0502020204030204" pitchFamily="34" charset="0"/>
                <a:cs typeface="Mangal" panose="02040503050203030202" pitchFamily="18" charset="0"/>
              </a:rPr>
              <a:t>Group of experienced bank officials- Branch Manager, Asst. managers and experienced bank employees from FD division came up with the features they are providing to customers currently and the new features they can provides to the customers are as given in table:</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0" indent="0" algn="just">
              <a:buNone/>
            </a:pPr>
            <a:endParaRPr lang="en-IN" dirty="0"/>
          </a:p>
        </p:txBody>
      </p:sp>
      <p:graphicFrame>
        <p:nvGraphicFramePr>
          <p:cNvPr id="11" name="Content Placeholder 10">
            <a:extLst>
              <a:ext uri="{FF2B5EF4-FFF2-40B4-BE49-F238E27FC236}">
                <a16:creationId xmlns:a16="http://schemas.microsoft.com/office/drawing/2014/main" id="{CCC6D4D5-4766-5504-6200-7EA58A8EE44C}"/>
              </a:ext>
            </a:extLst>
          </p:cNvPr>
          <p:cNvGraphicFramePr>
            <a:graphicFrameLocks noGrp="1"/>
          </p:cNvGraphicFramePr>
          <p:nvPr>
            <p:ph sz="half" idx="2"/>
            <p:extLst>
              <p:ext uri="{D42A27DB-BD31-4B8C-83A1-F6EECF244321}">
                <p14:modId xmlns:p14="http://schemas.microsoft.com/office/powerpoint/2010/main" val="3259240349"/>
              </p:ext>
            </p:extLst>
          </p:nvPr>
        </p:nvGraphicFramePr>
        <p:xfrm>
          <a:off x="5431743" y="1142481"/>
          <a:ext cx="6083710" cy="5396496"/>
        </p:xfrm>
        <a:graphic>
          <a:graphicData uri="http://schemas.openxmlformats.org/drawingml/2006/table">
            <a:tbl>
              <a:tblPr firstRow="1" firstCol="1" lastRow="1" lastCol="1" bandRow="1" bandCol="1"/>
              <a:tblGrid>
                <a:gridCol w="687836">
                  <a:extLst>
                    <a:ext uri="{9D8B030D-6E8A-4147-A177-3AD203B41FA5}">
                      <a16:colId xmlns:a16="http://schemas.microsoft.com/office/drawing/2014/main" val="2149410112"/>
                    </a:ext>
                  </a:extLst>
                </a:gridCol>
                <a:gridCol w="1839055">
                  <a:extLst>
                    <a:ext uri="{9D8B030D-6E8A-4147-A177-3AD203B41FA5}">
                      <a16:colId xmlns:a16="http://schemas.microsoft.com/office/drawing/2014/main" val="2726985402"/>
                    </a:ext>
                  </a:extLst>
                </a:gridCol>
                <a:gridCol w="1848464">
                  <a:extLst>
                    <a:ext uri="{9D8B030D-6E8A-4147-A177-3AD203B41FA5}">
                      <a16:colId xmlns:a16="http://schemas.microsoft.com/office/drawing/2014/main" val="2691436068"/>
                    </a:ext>
                  </a:extLst>
                </a:gridCol>
                <a:gridCol w="1708355">
                  <a:extLst>
                    <a:ext uri="{9D8B030D-6E8A-4147-A177-3AD203B41FA5}">
                      <a16:colId xmlns:a16="http://schemas.microsoft.com/office/drawing/2014/main" val="2649629040"/>
                    </a:ext>
                  </a:extLst>
                </a:gridCol>
              </a:tblGrid>
              <a:tr h="206173">
                <a:tc>
                  <a:txBody>
                    <a:bodyPr/>
                    <a:lstStyle/>
                    <a:p>
                      <a:pPr algn="ctr" rtl="0" fontAlgn="ctr"/>
                      <a:r>
                        <a:rPr lang="en-IN" sz="1400" b="1" i="0" u="none" strike="noStrike" dirty="0">
                          <a:solidFill>
                            <a:srgbClr val="000000"/>
                          </a:solidFill>
                          <a:effectLst/>
                          <a:latin typeface="Times New Roman" panose="02020603050405020304" pitchFamily="18" charset="0"/>
                        </a:rPr>
                        <a:t> </a:t>
                      </a:r>
                    </a:p>
                  </a:txBody>
                  <a:tcPr marL="5208" marR="5208" marT="5208"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lumMod val="95000"/>
                      </a:schemeClr>
                    </a:solidFill>
                  </a:tcPr>
                </a:tc>
                <a:tc rowSpan="2">
                  <a:txBody>
                    <a:bodyPr/>
                    <a:lstStyle/>
                    <a:p>
                      <a:pPr algn="ctr" rtl="0" fontAlgn="b"/>
                      <a:r>
                        <a:rPr lang="en-US" sz="1400" b="1" i="0" u="none" strike="noStrike" dirty="0">
                          <a:solidFill>
                            <a:srgbClr val="000000"/>
                          </a:solidFill>
                          <a:effectLst/>
                          <a:latin typeface="Times New Roman" panose="02020603050405020304" pitchFamily="18" charset="0"/>
                        </a:rPr>
                        <a:t>NO. FO FEATURES /        FACTORS OF FD SCHEMES AT CICIC</a:t>
                      </a:r>
                    </a:p>
                  </a:txBody>
                  <a:tcPr marL="5208" marR="5208" marT="5208"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IN" sz="1400" b="1" i="0" u="none" strike="noStrike" dirty="0">
                          <a:solidFill>
                            <a:srgbClr val="000000"/>
                          </a:solidFill>
                          <a:effectLst/>
                          <a:latin typeface="Times New Roman" panose="02020603050405020304" pitchFamily="18" charset="0"/>
                        </a:rPr>
                        <a:t>  </a:t>
                      </a:r>
                    </a:p>
                  </a:txBody>
                  <a:tcPr marL="5208" marR="5208" marT="5208"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lumMod val="95000"/>
                      </a:schemeClr>
                    </a:solidFill>
                  </a:tcPr>
                </a:tc>
                <a:tc rowSpan="2">
                  <a:txBody>
                    <a:bodyPr/>
                    <a:lstStyle/>
                    <a:p>
                      <a:pPr algn="ctr" rtl="0" fontAlgn="b"/>
                      <a:r>
                        <a:rPr lang="en-IN" sz="1400" b="1" i="0" u="none" strike="noStrike" dirty="0">
                          <a:solidFill>
                            <a:srgbClr val="000000"/>
                          </a:solidFill>
                          <a:effectLst/>
                          <a:latin typeface="Times New Roman" panose="02020603050405020304" pitchFamily="18" charset="0"/>
                        </a:rPr>
                        <a:t>NEW OFFER</a:t>
                      </a:r>
                    </a:p>
                  </a:txBody>
                  <a:tcPr marL="5208" marR="5208" marT="5208"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71825067"/>
                  </a:ext>
                </a:extLst>
              </a:tr>
              <a:tr h="400929">
                <a:tc>
                  <a:txBody>
                    <a:bodyPr/>
                    <a:lstStyle/>
                    <a:p>
                      <a:pPr algn="ctr" rtl="0" fontAlgn="ctr"/>
                      <a:r>
                        <a:rPr lang="en-IN" sz="1400" b="1" i="0" u="none" strike="noStrike" dirty="0" err="1">
                          <a:solidFill>
                            <a:srgbClr val="000000"/>
                          </a:solidFill>
                          <a:effectLst/>
                          <a:latin typeface="Times New Roman" panose="02020603050405020304" pitchFamily="18" charset="0"/>
                        </a:rPr>
                        <a:t>Sr.No</a:t>
                      </a:r>
                      <a:endParaRPr lang="en-IN" sz="1400" b="1" i="0" u="none" strike="noStrike" dirty="0">
                        <a:solidFill>
                          <a:srgbClr val="000000"/>
                        </a:solidFill>
                        <a:effectLst/>
                        <a:latin typeface="Times New Roman" panose="02020603050405020304" pitchFamily="18" charset="0"/>
                      </a:endParaRPr>
                    </a:p>
                  </a:txBody>
                  <a:tcPr marL="5208" marR="5208" marT="5208"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lumMod val="95000"/>
                      </a:schemeClr>
                    </a:solidFill>
                  </a:tcPr>
                </a:tc>
                <a:tc vMerge="1">
                  <a:txBody>
                    <a:bodyPr/>
                    <a:lstStyle/>
                    <a:p>
                      <a:endParaRPr lang="en-IN"/>
                    </a:p>
                  </a:txBody>
                  <a:tcPr/>
                </a:tc>
                <a:tc>
                  <a:txBody>
                    <a:bodyPr/>
                    <a:lstStyle/>
                    <a:p>
                      <a:pPr algn="ctr" rtl="0" fontAlgn="ctr"/>
                      <a:r>
                        <a:rPr lang="en-IN" sz="1400" b="1" i="0" u="none" strike="noStrike" dirty="0">
                          <a:solidFill>
                            <a:srgbClr val="000000"/>
                          </a:solidFill>
                          <a:effectLst/>
                          <a:latin typeface="Times New Roman" panose="02020603050405020304" pitchFamily="18" charset="0"/>
                        </a:rPr>
                        <a:t>CURRENT OFFER</a:t>
                      </a:r>
                    </a:p>
                  </a:txBody>
                  <a:tcPr marL="5208" marR="5208" marT="5208"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lumMod val="95000"/>
                      </a:schemeClr>
                    </a:solidFill>
                  </a:tcPr>
                </a:tc>
                <a:tc vMerge="1">
                  <a:txBody>
                    <a:bodyPr/>
                    <a:lstStyle/>
                    <a:p>
                      <a:endParaRPr lang="en-IN"/>
                    </a:p>
                  </a:txBody>
                  <a:tcPr/>
                </a:tc>
                <a:extLst>
                  <a:ext uri="{0D108BD9-81ED-4DB2-BD59-A6C34878D82A}">
                    <a16:rowId xmlns:a16="http://schemas.microsoft.com/office/drawing/2014/main" val="2384398410"/>
                  </a:ext>
                </a:extLst>
              </a:tr>
              <a:tr h="607102">
                <a:tc>
                  <a:txBody>
                    <a:bodyPr/>
                    <a:lstStyle/>
                    <a:p>
                      <a:pPr algn="ctr" rtl="0" fontAlgn="ctr"/>
                      <a:r>
                        <a:rPr lang="en-IN" sz="1400" b="0" i="0" u="none" strike="noStrike" dirty="0">
                          <a:solidFill>
                            <a:srgbClr val="000000"/>
                          </a:solidFill>
                          <a:effectLst/>
                          <a:latin typeface="Times New Roman" panose="02020603050405020304" pitchFamily="18" charset="0"/>
                        </a:rPr>
                        <a:t>1</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IN" sz="1400" b="0" i="0" u="none" strike="noStrike" dirty="0">
                          <a:solidFill>
                            <a:srgbClr val="000000"/>
                          </a:solidFill>
                          <a:effectLst/>
                          <a:latin typeface="Times New Roman" panose="02020603050405020304" pitchFamily="18" charset="0"/>
                        </a:rPr>
                        <a:t>Deposit Term &amp; Interest rate</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US" sz="1400" b="0" i="0" u="none" strike="noStrike">
                          <a:solidFill>
                            <a:srgbClr val="000000"/>
                          </a:solidFill>
                          <a:effectLst/>
                          <a:latin typeface="Times New Roman" panose="02020603050405020304" pitchFamily="18" charset="0"/>
                        </a:rPr>
                        <a:t>Min. 21 days with interest rate of</a:t>
                      </a:r>
                      <a:r>
                        <a:rPr lang="en-US" sz="2800" b="0" i="0" u="none" strike="noStrike">
                          <a:solidFill>
                            <a:srgbClr val="000000"/>
                          </a:solidFill>
                          <a:effectLst/>
                          <a:latin typeface="Calibri" panose="020F0502020204030204" pitchFamily="34" charset="0"/>
                        </a:rPr>
                        <a:t> </a:t>
                      </a:r>
                      <a:r>
                        <a:rPr lang="en-US" sz="1400" b="0" i="0" u="none" strike="noStrike">
                          <a:solidFill>
                            <a:srgbClr val="000000"/>
                          </a:solidFill>
                          <a:effectLst/>
                          <a:latin typeface="Times New Roman" panose="02020603050405020304" pitchFamily="18" charset="0"/>
                        </a:rPr>
                        <a:t>1.75%</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US" sz="1400" b="0" i="0" u="none" strike="noStrike">
                          <a:solidFill>
                            <a:srgbClr val="000000"/>
                          </a:solidFill>
                          <a:effectLst/>
                          <a:latin typeface="Times New Roman" panose="02020603050405020304" pitchFamily="18" charset="0"/>
                        </a:rPr>
                        <a:t>Min. 50 days with interest rate of</a:t>
                      </a:r>
                      <a:r>
                        <a:rPr lang="en-US" sz="2800" b="0" i="0" u="none" strike="noStrike">
                          <a:solidFill>
                            <a:srgbClr val="000000"/>
                          </a:solidFill>
                          <a:effectLst/>
                          <a:latin typeface="Calibri" panose="020F0502020204030204" pitchFamily="34" charset="0"/>
                        </a:rPr>
                        <a:t> </a:t>
                      </a:r>
                      <a:r>
                        <a:rPr lang="en-US" sz="1400" b="0" i="0" u="none" strike="noStrike">
                          <a:solidFill>
                            <a:srgbClr val="000000"/>
                          </a:solidFill>
                          <a:effectLst/>
                          <a:latin typeface="Times New Roman" panose="02020603050405020304" pitchFamily="18" charset="0"/>
                        </a:rPr>
                        <a:t>4.75%</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81169047"/>
                  </a:ext>
                </a:extLst>
              </a:tr>
              <a:tr h="420786">
                <a:tc>
                  <a:txBody>
                    <a:bodyPr/>
                    <a:lstStyle/>
                    <a:p>
                      <a:pPr algn="ctr" rtl="0" fontAlgn="ctr"/>
                      <a:r>
                        <a:rPr lang="en-IN" sz="1400" b="0" i="0" u="none" strike="noStrike" dirty="0">
                          <a:solidFill>
                            <a:srgbClr val="000000"/>
                          </a:solidFill>
                          <a:effectLst/>
                          <a:latin typeface="Times New Roman" panose="02020603050405020304" pitchFamily="18" charset="0"/>
                        </a:rPr>
                        <a:t>2</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IN" sz="1400" b="0" i="0" u="none" strike="noStrike" dirty="0">
                          <a:solidFill>
                            <a:srgbClr val="000000"/>
                          </a:solidFill>
                          <a:effectLst/>
                          <a:latin typeface="Times New Roman" panose="02020603050405020304" pitchFamily="18" charset="0"/>
                        </a:rPr>
                        <a:t>Minimum Deposit Amount Allowed</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IN" sz="1400" b="0" i="0" u="none" strike="noStrike">
                          <a:solidFill>
                            <a:srgbClr val="000000"/>
                          </a:solidFill>
                          <a:effectLst/>
                          <a:latin typeface="Times New Roman" panose="02020603050405020304" pitchFamily="18" charset="0"/>
                        </a:rPr>
                        <a:t>Rs.10, 000 /-</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IN" sz="1400" b="0" i="0" u="none" strike="noStrike">
                          <a:solidFill>
                            <a:srgbClr val="000000"/>
                          </a:solidFill>
                          <a:effectLst/>
                          <a:latin typeface="Times New Roman" panose="02020603050405020304" pitchFamily="18" charset="0"/>
                        </a:rPr>
                        <a:t>Rs.15, 000 /-</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96258822"/>
                  </a:ext>
                </a:extLst>
              </a:tr>
              <a:tr h="406638">
                <a:tc>
                  <a:txBody>
                    <a:bodyPr/>
                    <a:lstStyle/>
                    <a:p>
                      <a:pPr algn="ctr" rtl="0" fontAlgn="ctr"/>
                      <a:r>
                        <a:rPr lang="en-IN" sz="1400" b="0" i="0" u="none" strike="noStrike">
                          <a:solidFill>
                            <a:srgbClr val="000000"/>
                          </a:solidFill>
                          <a:effectLst/>
                          <a:latin typeface="Times New Roman" panose="02020603050405020304" pitchFamily="18" charset="0"/>
                        </a:rPr>
                        <a:t>3</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IN" sz="1400" b="0" i="0" u="none" strike="noStrike" dirty="0">
                          <a:solidFill>
                            <a:srgbClr val="000000"/>
                          </a:solidFill>
                          <a:effectLst/>
                          <a:latin typeface="Times New Roman" panose="02020603050405020304" pitchFamily="18" charset="0"/>
                        </a:rPr>
                        <a:t>Interest Payment Frequency</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IN" sz="1400" b="0" i="0" u="none" strike="noStrike">
                          <a:solidFill>
                            <a:srgbClr val="000000"/>
                          </a:solidFill>
                          <a:effectLst/>
                          <a:latin typeface="Times New Roman" panose="02020603050405020304" pitchFamily="18" charset="0"/>
                        </a:rPr>
                        <a:t>Monthly interest payments</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IN" sz="1400" b="0" i="0" u="none" strike="noStrike">
                          <a:solidFill>
                            <a:srgbClr val="000000"/>
                          </a:solidFill>
                          <a:effectLst/>
                          <a:latin typeface="Times New Roman" panose="02020603050405020304" pitchFamily="18" charset="0"/>
                        </a:rPr>
                        <a:t>Quarterly interest payments</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31729670"/>
                  </a:ext>
                </a:extLst>
              </a:tr>
              <a:tr h="406638">
                <a:tc>
                  <a:txBody>
                    <a:bodyPr/>
                    <a:lstStyle/>
                    <a:p>
                      <a:pPr algn="ctr" rtl="0" fontAlgn="ctr"/>
                      <a:r>
                        <a:rPr lang="en-IN" sz="1400" b="0" i="0" u="none" strike="noStrike">
                          <a:solidFill>
                            <a:srgbClr val="000000"/>
                          </a:solidFill>
                          <a:effectLst/>
                          <a:latin typeface="Times New Roman" panose="02020603050405020304" pitchFamily="18" charset="0"/>
                        </a:rPr>
                        <a:t>4</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IN" sz="1400" b="0" i="0" u="none" strike="noStrike" dirty="0">
                          <a:solidFill>
                            <a:srgbClr val="000000"/>
                          </a:solidFill>
                          <a:effectLst/>
                          <a:latin typeface="Times New Roman" panose="02020603050405020304" pitchFamily="18" charset="0"/>
                        </a:rPr>
                        <a:t>Early Withdrawal Penalty</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US" sz="1400" b="0" i="0" u="none" strike="noStrike">
                          <a:solidFill>
                            <a:srgbClr val="000000"/>
                          </a:solidFill>
                          <a:effectLst/>
                          <a:latin typeface="Times New Roman" panose="02020603050405020304" pitchFamily="18" charset="0"/>
                        </a:rPr>
                        <a:t>0.5% of the principal amount</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US" sz="1400" b="0" i="0" u="none" strike="noStrike">
                          <a:solidFill>
                            <a:srgbClr val="000000"/>
                          </a:solidFill>
                          <a:effectLst/>
                          <a:latin typeface="Times New Roman" panose="02020603050405020304" pitchFamily="18" charset="0"/>
                        </a:rPr>
                        <a:t>1% of the principal amount</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59745889"/>
                  </a:ext>
                </a:extLst>
              </a:tr>
              <a:tr h="607102">
                <a:tc>
                  <a:txBody>
                    <a:bodyPr/>
                    <a:lstStyle/>
                    <a:p>
                      <a:pPr algn="ctr" rtl="0" fontAlgn="ctr"/>
                      <a:r>
                        <a:rPr lang="en-IN" sz="1400" b="0" i="0" u="none" strike="noStrike">
                          <a:solidFill>
                            <a:srgbClr val="000000"/>
                          </a:solidFill>
                          <a:effectLst/>
                          <a:latin typeface="Times New Roman" panose="02020603050405020304" pitchFamily="18" charset="0"/>
                        </a:rPr>
                        <a:t>5</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IN" sz="1400" b="0" i="0" u="none" strike="noStrike" dirty="0">
                          <a:solidFill>
                            <a:srgbClr val="000000"/>
                          </a:solidFill>
                          <a:effectLst/>
                          <a:latin typeface="Times New Roman" panose="02020603050405020304" pitchFamily="18" charset="0"/>
                        </a:rPr>
                        <a:t>Account Access</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IN" sz="1400" b="0" i="0" u="none" strike="noStrike" dirty="0">
                          <a:solidFill>
                            <a:srgbClr val="000000"/>
                          </a:solidFill>
                          <a:effectLst/>
                          <a:latin typeface="Times New Roman" panose="02020603050405020304" pitchFamily="18" charset="0"/>
                        </a:rPr>
                        <a:t>Online access and management</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US" sz="1400" b="0" i="0" u="none" strike="noStrike">
                          <a:solidFill>
                            <a:srgbClr val="000000"/>
                          </a:solidFill>
                          <a:effectLst/>
                          <a:latin typeface="Times New Roman" panose="02020603050405020304" pitchFamily="18" charset="0"/>
                        </a:rPr>
                        <a:t>Phone-based customer service</a:t>
                      </a:r>
                      <a:r>
                        <a:rPr lang="en-US" sz="2800" b="0" i="0" u="none" strike="noStrike">
                          <a:solidFill>
                            <a:srgbClr val="000000"/>
                          </a:solidFill>
                          <a:effectLst/>
                          <a:latin typeface="Calibri" panose="020F0502020204030204" pitchFamily="34" charset="0"/>
                        </a:rPr>
                        <a:t> </a:t>
                      </a:r>
                      <a:r>
                        <a:rPr lang="en-US" sz="1400" b="0" i="0" u="none" strike="noStrike">
                          <a:solidFill>
                            <a:srgbClr val="000000"/>
                          </a:solidFill>
                          <a:effectLst/>
                          <a:latin typeface="Times New Roman" panose="02020603050405020304" pitchFamily="18" charset="0"/>
                        </a:rPr>
                        <a:t>and support</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56880981"/>
                  </a:ext>
                </a:extLst>
              </a:tr>
              <a:tr h="206424">
                <a:tc rowSpan="2">
                  <a:txBody>
                    <a:bodyPr/>
                    <a:lstStyle/>
                    <a:p>
                      <a:pPr algn="ctr" rtl="0" fontAlgn="ctr"/>
                      <a:r>
                        <a:rPr lang="en-IN" sz="1400" b="0" i="0" u="none" strike="noStrike">
                          <a:solidFill>
                            <a:srgbClr val="000000"/>
                          </a:solidFill>
                          <a:effectLst/>
                          <a:latin typeface="Times New Roman" panose="02020603050405020304" pitchFamily="18" charset="0"/>
                        </a:rPr>
                        <a:t>6</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rowSpan="2">
                  <a:txBody>
                    <a:bodyPr/>
                    <a:lstStyle/>
                    <a:p>
                      <a:pPr algn="ctr" rtl="0" fontAlgn="ctr"/>
                      <a:r>
                        <a:rPr lang="en-IN" sz="1400" b="0" i="0" u="none" strike="noStrike" dirty="0">
                          <a:solidFill>
                            <a:srgbClr val="000000"/>
                          </a:solidFill>
                          <a:effectLst/>
                          <a:latin typeface="Times New Roman" panose="02020603050405020304" pitchFamily="18" charset="0"/>
                        </a:rPr>
                        <a:t>Renewal Options</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rowSpan="2">
                  <a:txBody>
                    <a:bodyPr/>
                    <a:lstStyle/>
                    <a:p>
                      <a:pPr algn="ctr" rtl="0" fontAlgn="ctr"/>
                      <a:r>
                        <a:rPr lang="en-IN" sz="1400" b="0" i="0" u="none" strike="noStrike" dirty="0">
                          <a:solidFill>
                            <a:srgbClr val="000000"/>
                          </a:solidFill>
                          <a:effectLst/>
                          <a:latin typeface="Times New Roman" panose="02020603050405020304" pitchFamily="18" charset="0"/>
                        </a:rPr>
                        <a:t>Automatic renewal at maturity</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Option to renew and add</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3651849516"/>
                  </a:ext>
                </a:extLst>
              </a:tr>
              <a:tr h="406638">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rtl="0" fontAlgn="ctr"/>
                      <a:r>
                        <a:rPr lang="en-IN" sz="1400" b="0" i="0" u="none" strike="noStrike">
                          <a:solidFill>
                            <a:srgbClr val="000000"/>
                          </a:solidFill>
                          <a:effectLst/>
                          <a:latin typeface="Times New Roman" panose="02020603050405020304" pitchFamily="18" charset="0"/>
                        </a:rPr>
                        <a:t>additional funds at maturity</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10965388"/>
                  </a:ext>
                </a:extLst>
              </a:tr>
              <a:tr h="406638">
                <a:tc rowSpan="2">
                  <a:txBody>
                    <a:bodyPr/>
                    <a:lstStyle/>
                    <a:p>
                      <a:pPr algn="ctr" rtl="0" fontAlgn="ctr"/>
                      <a:r>
                        <a:rPr lang="en-IN" sz="1400" b="0" i="0" u="none" strike="noStrike">
                          <a:solidFill>
                            <a:srgbClr val="000000"/>
                          </a:solidFill>
                          <a:effectLst/>
                          <a:latin typeface="Times New Roman" panose="02020603050405020304" pitchFamily="18" charset="0"/>
                        </a:rPr>
                        <a:t>7</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rowSpan="2">
                  <a:txBody>
                    <a:bodyPr/>
                    <a:lstStyle/>
                    <a:p>
                      <a:pPr algn="ctr" rtl="0" fontAlgn="ctr"/>
                      <a:r>
                        <a:rPr lang="en-US" sz="1400" b="0" i="0" u="none" strike="noStrike" dirty="0">
                          <a:solidFill>
                            <a:srgbClr val="000000"/>
                          </a:solidFill>
                          <a:effectLst/>
                          <a:latin typeface="Times New Roman" panose="02020603050405020304" pitchFamily="18" charset="0"/>
                        </a:rPr>
                        <a:t>Add Up Services with FDs</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rowSpan="2">
                  <a:txBody>
                    <a:bodyPr/>
                    <a:lstStyle/>
                    <a:p>
                      <a:pPr algn="ctr" rtl="0" fontAlgn="ctr"/>
                      <a:r>
                        <a:rPr lang="en-IN" sz="1400" b="0" i="0" u="none" strike="noStrike" dirty="0">
                          <a:solidFill>
                            <a:srgbClr val="000000"/>
                          </a:solidFill>
                          <a:effectLst/>
                          <a:latin typeface="Times New Roman" panose="02020603050405020304" pitchFamily="18" charset="0"/>
                        </a:rPr>
                        <a:t>Overdraft facilities</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US" sz="1400" b="0" i="0" u="none" strike="noStrike" dirty="0">
                          <a:solidFill>
                            <a:srgbClr val="000000"/>
                          </a:solidFill>
                          <a:effectLst/>
                          <a:latin typeface="Times New Roman" panose="02020603050405020304" pitchFamily="18" charset="0"/>
                        </a:rPr>
                        <a:t>Option to take a loan against the</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1245046603"/>
                  </a:ext>
                </a:extLst>
              </a:tr>
              <a:tr h="214363">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rtl="0" fontAlgn="ctr"/>
                      <a:r>
                        <a:rPr lang="en-IN" sz="1400" b="0" i="0" u="none" strike="noStrike" dirty="0">
                          <a:solidFill>
                            <a:srgbClr val="000000"/>
                          </a:solidFill>
                          <a:effectLst/>
                          <a:latin typeface="Times New Roman" panose="02020603050405020304" pitchFamily="18" charset="0"/>
                        </a:rPr>
                        <a:t>fixed deposit</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44344128"/>
                  </a:ext>
                </a:extLst>
              </a:tr>
              <a:tr h="406638">
                <a:tc rowSpan="2">
                  <a:txBody>
                    <a:bodyPr/>
                    <a:lstStyle/>
                    <a:p>
                      <a:pPr algn="ctr" rtl="0" fontAlgn="ctr"/>
                      <a:r>
                        <a:rPr lang="en-IN" sz="1400" b="0" i="0" u="none" strike="noStrike">
                          <a:solidFill>
                            <a:srgbClr val="000000"/>
                          </a:solidFill>
                          <a:effectLst/>
                          <a:latin typeface="Times New Roman" panose="02020603050405020304" pitchFamily="18" charset="0"/>
                        </a:rPr>
                        <a:t>8</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rowSpan="2">
                  <a:txBody>
                    <a:bodyPr/>
                    <a:lstStyle/>
                    <a:p>
                      <a:pPr algn="ctr" rtl="0" fontAlgn="ctr"/>
                      <a:r>
                        <a:rPr lang="en-IN" sz="1400" b="0" i="0" u="none" strike="noStrike">
                          <a:solidFill>
                            <a:srgbClr val="000000"/>
                          </a:solidFill>
                          <a:effectLst/>
                          <a:latin typeface="Times New Roman" panose="02020603050405020304" pitchFamily="18" charset="0"/>
                        </a:rPr>
                        <a:t>Loyalty Offers and Benefits</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US" sz="1400" b="0" i="0" u="none" strike="noStrike">
                          <a:solidFill>
                            <a:srgbClr val="000000"/>
                          </a:solidFill>
                          <a:effectLst/>
                          <a:latin typeface="Times New Roman" panose="02020603050405020304" pitchFamily="18" charset="0"/>
                        </a:rPr>
                        <a:t>Loyalty rewards or bonus interest</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p>
                      <a:pPr algn="ctr" rtl="0" fontAlgn="ctr"/>
                      <a:r>
                        <a:rPr lang="en-IN" sz="1400" b="0" i="0" u="none" strike="noStrike" dirty="0">
                          <a:solidFill>
                            <a:srgbClr val="000000"/>
                          </a:solidFill>
                          <a:effectLst/>
                          <a:latin typeface="Times New Roman" panose="02020603050405020304" pitchFamily="18" charset="0"/>
                        </a:rPr>
                        <a:t>Discounts on bank's other</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657158589"/>
                  </a:ext>
                </a:extLst>
              </a:tr>
              <a:tr h="214363">
                <a:tc vMerge="1">
                  <a:txBody>
                    <a:bodyPr/>
                    <a:lstStyle/>
                    <a:p>
                      <a:endParaRPr lang="en-IN"/>
                    </a:p>
                  </a:txBody>
                  <a:tcPr/>
                </a:tc>
                <a:tc vMerge="1">
                  <a:txBody>
                    <a:bodyPr/>
                    <a:lstStyle/>
                    <a:p>
                      <a:endParaRPr lang="en-IN"/>
                    </a:p>
                  </a:txBody>
                  <a:tcPr/>
                </a:tc>
                <a:tc>
                  <a:txBody>
                    <a:bodyPr/>
                    <a:lstStyle/>
                    <a:p>
                      <a:pPr algn="ctr" rtl="0" fontAlgn="ctr"/>
                      <a:r>
                        <a:rPr lang="en-IN" sz="1400" b="0" i="0" u="none" strike="noStrike">
                          <a:solidFill>
                            <a:srgbClr val="000000"/>
                          </a:solidFill>
                          <a:effectLst/>
                          <a:latin typeface="Times New Roman" panose="02020603050405020304" pitchFamily="18" charset="0"/>
                        </a:rPr>
                        <a:t>rates</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en-IN" sz="1400" b="0" i="0" u="none" strike="noStrike" dirty="0">
                          <a:solidFill>
                            <a:srgbClr val="000000"/>
                          </a:solidFill>
                          <a:effectLst/>
                          <a:latin typeface="Times New Roman" panose="02020603050405020304" pitchFamily="18" charset="0"/>
                        </a:rPr>
                        <a:t>services</a:t>
                      </a:r>
                    </a:p>
                  </a:txBody>
                  <a:tcPr marL="5208" marR="5208" marT="520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70730675"/>
                  </a:ext>
                </a:extLst>
              </a:tr>
            </a:tbl>
          </a:graphicData>
        </a:graphic>
      </p:graphicFrame>
      <p:grpSp>
        <p:nvGrpSpPr>
          <p:cNvPr id="4" name="Google Shape;5203;p109">
            <a:extLst>
              <a:ext uri="{FF2B5EF4-FFF2-40B4-BE49-F238E27FC236}">
                <a16:creationId xmlns:a16="http://schemas.microsoft.com/office/drawing/2014/main" id="{98E7604B-3A1E-2AE2-6CAC-C34C2B659845}"/>
              </a:ext>
            </a:extLst>
          </p:cNvPr>
          <p:cNvGrpSpPr/>
          <p:nvPr/>
        </p:nvGrpSpPr>
        <p:grpSpPr>
          <a:xfrm>
            <a:off x="1494129" y="4481066"/>
            <a:ext cx="2539990" cy="2277349"/>
            <a:chOff x="722725" y="238125"/>
            <a:chExt cx="6174525" cy="5238750"/>
          </a:xfrm>
        </p:grpSpPr>
        <p:sp>
          <p:nvSpPr>
            <p:cNvPr id="5" name="Google Shape;5204;p109">
              <a:extLst>
                <a:ext uri="{FF2B5EF4-FFF2-40B4-BE49-F238E27FC236}">
                  <a16:creationId xmlns:a16="http://schemas.microsoft.com/office/drawing/2014/main" id="{E55905E8-0AA7-27AD-C0C3-3CC06233A56B}"/>
                </a:ext>
              </a:extLst>
            </p:cNvPr>
            <p:cNvSpPr/>
            <p:nvPr/>
          </p:nvSpPr>
          <p:spPr>
            <a:xfrm>
              <a:off x="722725" y="5116475"/>
              <a:ext cx="6174525" cy="360400"/>
            </a:xfrm>
            <a:custGeom>
              <a:avLst/>
              <a:gdLst/>
              <a:ahLst/>
              <a:cxnLst/>
              <a:rect l="l" t="t" r="r" b="b"/>
              <a:pathLst>
                <a:path w="246981" h="14416" extrusionOk="0">
                  <a:moveTo>
                    <a:pt x="117140" y="0"/>
                  </a:moveTo>
                  <a:lnTo>
                    <a:pt x="110852" y="25"/>
                  </a:lnTo>
                  <a:lnTo>
                    <a:pt x="104688" y="75"/>
                  </a:lnTo>
                  <a:lnTo>
                    <a:pt x="98599" y="125"/>
                  </a:lnTo>
                  <a:lnTo>
                    <a:pt x="92633" y="224"/>
                  </a:lnTo>
                  <a:lnTo>
                    <a:pt x="86768" y="323"/>
                  </a:lnTo>
                  <a:lnTo>
                    <a:pt x="81026" y="423"/>
                  </a:lnTo>
                  <a:lnTo>
                    <a:pt x="75409" y="547"/>
                  </a:lnTo>
                  <a:lnTo>
                    <a:pt x="69941" y="696"/>
                  </a:lnTo>
                  <a:lnTo>
                    <a:pt x="64622" y="870"/>
                  </a:lnTo>
                  <a:lnTo>
                    <a:pt x="59452" y="1044"/>
                  </a:lnTo>
                  <a:lnTo>
                    <a:pt x="54432" y="1218"/>
                  </a:lnTo>
                  <a:lnTo>
                    <a:pt x="49610" y="1417"/>
                  </a:lnTo>
                  <a:lnTo>
                    <a:pt x="44937" y="1641"/>
                  </a:lnTo>
                  <a:lnTo>
                    <a:pt x="40463" y="1864"/>
                  </a:lnTo>
                  <a:lnTo>
                    <a:pt x="36164" y="2113"/>
                  </a:lnTo>
                  <a:lnTo>
                    <a:pt x="32063" y="2361"/>
                  </a:lnTo>
                  <a:lnTo>
                    <a:pt x="28185" y="2610"/>
                  </a:lnTo>
                  <a:lnTo>
                    <a:pt x="24532" y="2883"/>
                  </a:lnTo>
                  <a:lnTo>
                    <a:pt x="21077" y="3157"/>
                  </a:lnTo>
                  <a:lnTo>
                    <a:pt x="17871" y="3455"/>
                  </a:lnTo>
                  <a:lnTo>
                    <a:pt x="14888" y="3753"/>
                  </a:lnTo>
                  <a:lnTo>
                    <a:pt x="12179" y="4076"/>
                  </a:lnTo>
                  <a:lnTo>
                    <a:pt x="9693" y="4400"/>
                  </a:lnTo>
                  <a:lnTo>
                    <a:pt x="7481" y="4723"/>
                  </a:lnTo>
                  <a:lnTo>
                    <a:pt x="5543" y="5046"/>
                  </a:lnTo>
                  <a:lnTo>
                    <a:pt x="4673" y="5220"/>
                  </a:lnTo>
                  <a:lnTo>
                    <a:pt x="3877" y="5394"/>
                  </a:lnTo>
                  <a:lnTo>
                    <a:pt x="3157" y="5568"/>
                  </a:lnTo>
                  <a:lnTo>
                    <a:pt x="2510" y="5742"/>
                  </a:lnTo>
                  <a:lnTo>
                    <a:pt x="1914" y="5916"/>
                  </a:lnTo>
                  <a:lnTo>
                    <a:pt x="1417" y="6090"/>
                  </a:lnTo>
                  <a:lnTo>
                    <a:pt x="994" y="6289"/>
                  </a:lnTo>
                  <a:lnTo>
                    <a:pt x="621" y="6463"/>
                  </a:lnTo>
                  <a:lnTo>
                    <a:pt x="348" y="6636"/>
                  </a:lnTo>
                  <a:lnTo>
                    <a:pt x="149" y="6835"/>
                  </a:lnTo>
                  <a:lnTo>
                    <a:pt x="75" y="6910"/>
                  </a:lnTo>
                  <a:lnTo>
                    <a:pt x="25" y="7009"/>
                  </a:lnTo>
                  <a:lnTo>
                    <a:pt x="0" y="7109"/>
                  </a:lnTo>
                  <a:lnTo>
                    <a:pt x="0" y="7208"/>
                  </a:lnTo>
                  <a:lnTo>
                    <a:pt x="0" y="7283"/>
                  </a:lnTo>
                  <a:lnTo>
                    <a:pt x="25" y="7382"/>
                  </a:lnTo>
                  <a:lnTo>
                    <a:pt x="75" y="7482"/>
                  </a:lnTo>
                  <a:lnTo>
                    <a:pt x="149" y="7581"/>
                  </a:lnTo>
                  <a:lnTo>
                    <a:pt x="348" y="7755"/>
                  </a:lnTo>
                  <a:lnTo>
                    <a:pt x="621" y="7929"/>
                  </a:lnTo>
                  <a:lnTo>
                    <a:pt x="994" y="8128"/>
                  </a:lnTo>
                  <a:lnTo>
                    <a:pt x="1417" y="8302"/>
                  </a:lnTo>
                  <a:lnTo>
                    <a:pt x="1914" y="8476"/>
                  </a:lnTo>
                  <a:lnTo>
                    <a:pt x="2510" y="8650"/>
                  </a:lnTo>
                  <a:lnTo>
                    <a:pt x="3157" y="8824"/>
                  </a:lnTo>
                  <a:lnTo>
                    <a:pt x="3877" y="8998"/>
                  </a:lnTo>
                  <a:lnTo>
                    <a:pt x="4673" y="9172"/>
                  </a:lnTo>
                  <a:lnTo>
                    <a:pt x="5543" y="9346"/>
                  </a:lnTo>
                  <a:lnTo>
                    <a:pt x="7481" y="9669"/>
                  </a:lnTo>
                  <a:lnTo>
                    <a:pt x="9693" y="10017"/>
                  </a:lnTo>
                  <a:lnTo>
                    <a:pt x="12179" y="10315"/>
                  </a:lnTo>
                  <a:lnTo>
                    <a:pt x="14888" y="10638"/>
                  </a:lnTo>
                  <a:lnTo>
                    <a:pt x="17871" y="10936"/>
                  </a:lnTo>
                  <a:lnTo>
                    <a:pt x="21077" y="11235"/>
                  </a:lnTo>
                  <a:lnTo>
                    <a:pt x="24532" y="11508"/>
                  </a:lnTo>
                  <a:lnTo>
                    <a:pt x="28185" y="11781"/>
                  </a:lnTo>
                  <a:lnTo>
                    <a:pt x="32063" y="12055"/>
                  </a:lnTo>
                  <a:lnTo>
                    <a:pt x="36164" y="12303"/>
                  </a:lnTo>
                  <a:lnTo>
                    <a:pt x="40463" y="12527"/>
                  </a:lnTo>
                  <a:lnTo>
                    <a:pt x="44937" y="12751"/>
                  </a:lnTo>
                  <a:lnTo>
                    <a:pt x="49610" y="12974"/>
                  </a:lnTo>
                  <a:lnTo>
                    <a:pt x="54432" y="13173"/>
                  </a:lnTo>
                  <a:lnTo>
                    <a:pt x="59452" y="13372"/>
                  </a:lnTo>
                  <a:lnTo>
                    <a:pt x="64622" y="13546"/>
                  </a:lnTo>
                  <a:lnTo>
                    <a:pt x="69941" y="13695"/>
                  </a:lnTo>
                  <a:lnTo>
                    <a:pt x="75409" y="13844"/>
                  </a:lnTo>
                  <a:lnTo>
                    <a:pt x="81026" y="13969"/>
                  </a:lnTo>
                  <a:lnTo>
                    <a:pt x="86768" y="14093"/>
                  </a:lnTo>
                  <a:lnTo>
                    <a:pt x="92633" y="14192"/>
                  </a:lnTo>
                  <a:lnTo>
                    <a:pt x="98599" y="14267"/>
                  </a:lnTo>
                  <a:lnTo>
                    <a:pt x="104688" y="14317"/>
                  </a:lnTo>
                  <a:lnTo>
                    <a:pt x="110852" y="14366"/>
                  </a:lnTo>
                  <a:lnTo>
                    <a:pt x="117140" y="14391"/>
                  </a:lnTo>
                  <a:lnTo>
                    <a:pt x="123503" y="14416"/>
                  </a:lnTo>
                  <a:lnTo>
                    <a:pt x="129841" y="14391"/>
                  </a:lnTo>
                  <a:lnTo>
                    <a:pt x="136129" y="14366"/>
                  </a:lnTo>
                  <a:lnTo>
                    <a:pt x="142293" y="14317"/>
                  </a:lnTo>
                  <a:lnTo>
                    <a:pt x="148382" y="14267"/>
                  </a:lnTo>
                  <a:lnTo>
                    <a:pt x="154348" y="14192"/>
                  </a:lnTo>
                  <a:lnTo>
                    <a:pt x="160213" y="14093"/>
                  </a:lnTo>
                  <a:lnTo>
                    <a:pt x="165955" y="13969"/>
                  </a:lnTo>
                  <a:lnTo>
                    <a:pt x="171572" y="13844"/>
                  </a:lnTo>
                  <a:lnTo>
                    <a:pt x="177040" y="13695"/>
                  </a:lnTo>
                  <a:lnTo>
                    <a:pt x="182359" y="13546"/>
                  </a:lnTo>
                  <a:lnTo>
                    <a:pt x="187529" y="13372"/>
                  </a:lnTo>
                  <a:lnTo>
                    <a:pt x="192549" y="13173"/>
                  </a:lnTo>
                  <a:lnTo>
                    <a:pt x="197371" y="12974"/>
                  </a:lnTo>
                  <a:lnTo>
                    <a:pt x="202044" y="12751"/>
                  </a:lnTo>
                  <a:lnTo>
                    <a:pt x="206518" y="12527"/>
                  </a:lnTo>
                  <a:lnTo>
                    <a:pt x="210817" y="12303"/>
                  </a:lnTo>
                  <a:lnTo>
                    <a:pt x="214918" y="12055"/>
                  </a:lnTo>
                  <a:lnTo>
                    <a:pt x="218796" y="11781"/>
                  </a:lnTo>
                  <a:lnTo>
                    <a:pt x="222449" y="11508"/>
                  </a:lnTo>
                  <a:lnTo>
                    <a:pt x="225904" y="11235"/>
                  </a:lnTo>
                  <a:lnTo>
                    <a:pt x="229110" y="10936"/>
                  </a:lnTo>
                  <a:lnTo>
                    <a:pt x="232093" y="10638"/>
                  </a:lnTo>
                  <a:lnTo>
                    <a:pt x="234802" y="10315"/>
                  </a:lnTo>
                  <a:lnTo>
                    <a:pt x="237288" y="10017"/>
                  </a:lnTo>
                  <a:lnTo>
                    <a:pt x="239500" y="9669"/>
                  </a:lnTo>
                  <a:lnTo>
                    <a:pt x="241438" y="9346"/>
                  </a:lnTo>
                  <a:lnTo>
                    <a:pt x="242308" y="9172"/>
                  </a:lnTo>
                  <a:lnTo>
                    <a:pt x="243104" y="8998"/>
                  </a:lnTo>
                  <a:lnTo>
                    <a:pt x="243824" y="8824"/>
                  </a:lnTo>
                  <a:lnTo>
                    <a:pt x="244471" y="8650"/>
                  </a:lnTo>
                  <a:lnTo>
                    <a:pt x="245067" y="8476"/>
                  </a:lnTo>
                  <a:lnTo>
                    <a:pt x="245564" y="8302"/>
                  </a:lnTo>
                  <a:lnTo>
                    <a:pt x="245987" y="8128"/>
                  </a:lnTo>
                  <a:lnTo>
                    <a:pt x="246360" y="7929"/>
                  </a:lnTo>
                  <a:lnTo>
                    <a:pt x="246633" y="7755"/>
                  </a:lnTo>
                  <a:lnTo>
                    <a:pt x="246832" y="7581"/>
                  </a:lnTo>
                  <a:lnTo>
                    <a:pt x="246906" y="7482"/>
                  </a:lnTo>
                  <a:lnTo>
                    <a:pt x="246956" y="7382"/>
                  </a:lnTo>
                  <a:lnTo>
                    <a:pt x="246981" y="7283"/>
                  </a:lnTo>
                  <a:lnTo>
                    <a:pt x="246981" y="7208"/>
                  </a:lnTo>
                  <a:lnTo>
                    <a:pt x="246981" y="7109"/>
                  </a:lnTo>
                  <a:lnTo>
                    <a:pt x="246956" y="7009"/>
                  </a:lnTo>
                  <a:lnTo>
                    <a:pt x="246906" y="6910"/>
                  </a:lnTo>
                  <a:lnTo>
                    <a:pt x="246832" y="6835"/>
                  </a:lnTo>
                  <a:lnTo>
                    <a:pt x="246633" y="6636"/>
                  </a:lnTo>
                  <a:lnTo>
                    <a:pt x="246360" y="6463"/>
                  </a:lnTo>
                  <a:lnTo>
                    <a:pt x="245987" y="6289"/>
                  </a:lnTo>
                  <a:lnTo>
                    <a:pt x="245564" y="6090"/>
                  </a:lnTo>
                  <a:lnTo>
                    <a:pt x="245067" y="5916"/>
                  </a:lnTo>
                  <a:lnTo>
                    <a:pt x="244471" y="5742"/>
                  </a:lnTo>
                  <a:lnTo>
                    <a:pt x="243824" y="5568"/>
                  </a:lnTo>
                  <a:lnTo>
                    <a:pt x="243104" y="5394"/>
                  </a:lnTo>
                  <a:lnTo>
                    <a:pt x="242308" y="5220"/>
                  </a:lnTo>
                  <a:lnTo>
                    <a:pt x="241438" y="5046"/>
                  </a:lnTo>
                  <a:lnTo>
                    <a:pt x="239500" y="4723"/>
                  </a:lnTo>
                  <a:lnTo>
                    <a:pt x="237288" y="4400"/>
                  </a:lnTo>
                  <a:lnTo>
                    <a:pt x="234802" y="4076"/>
                  </a:lnTo>
                  <a:lnTo>
                    <a:pt x="232093" y="3753"/>
                  </a:lnTo>
                  <a:lnTo>
                    <a:pt x="229110" y="3455"/>
                  </a:lnTo>
                  <a:lnTo>
                    <a:pt x="225904" y="3157"/>
                  </a:lnTo>
                  <a:lnTo>
                    <a:pt x="222449" y="2883"/>
                  </a:lnTo>
                  <a:lnTo>
                    <a:pt x="218796" y="2610"/>
                  </a:lnTo>
                  <a:lnTo>
                    <a:pt x="214918" y="2361"/>
                  </a:lnTo>
                  <a:lnTo>
                    <a:pt x="210817" y="2113"/>
                  </a:lnTo>
                  <a:lnTo>
                    <a:pt x="206518" y="1864"/>
                  </a:lnTo>
                  <a:lnTo>
                    <a:pt x="202044" y="1641"/>
                  </a:lnTo>
                  <a:lnTo>
                    <a:pt x="197371" y="1417"/>
                  </a:lnTo>
                  <a:lnTo>
                    <a:pt x="192549" y="1218"/>
                  </a:lnTo>
                  <a:lnTo>
                    <a:pt x="187529" y="1044"/>
                  </a:lnTo>
                  <a:lnTo>
                    <a:pt x="182359" y="870"/>
                  </a:lnTo>
                  <a:lnTo>
                    <a:pt x="177040" y="696"/>
                  </a:lnTo>
                  <a:lnTo>
                    <a:pt x="171572" y="547"/>
                  </a:lnTo>
                  <a:lnTo>
                    <a:pt x="165955" y="423"/>
                  </a:lnTo>
                  <a:lnTo>
                    <a:pt x="160213" y="323"/>
                  </a:lnTo>
                  <a:lnTo>
                    <a:pt x="154348" y="224"/>
                  </a:lnTo>
                  <a:lnTo>
                    <a:pt x="148382" y="125"/>
                  </a:lnTo>
                  <a:lnTo>
                    <a:pt x="142293" y="75"/>
                  </a:lnTo>
                  <a:lnTo>
                    <a:pt x="136129" y="25"/>
                  </a:lnTo>
                  <a:lnTo>
                    <a:pt x="129841"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Google Shape;5205;p109">
              <a:extLst>
                <a:ext uri="{FF2B5EF4-FFF2-40B4-BE49-F238E27FC236}">
                  <a16:creationId xmlns:a16="http://schemas.microsoft.com/office/drawing/2014/main" id="{A4BE0B90-B307-F4D8-FCF6-AC3701F252E4}"/>
                </a:ext>
              </a:extLst>
            </p:cNvPr>
            <p:cNvSpPr/>
            <p:nvPr/>
          </p:nvSpPr>
          <p:spPr>
            <a:xfrm>
              <a:off x="2553875" y="2015225"/>
              <a:ext cx="326250" cy="3281475"/>
            </a:xfrm>
            <a:custGeom>
              <a:avLst/>
              <a:gdLst/>
              <a:ahLst/>
              <a:cxnLst/>
              <a:rect l="l" t="t" r="r" b="b"/>
              <a:pathLst>
                <a:path w="13050" h="131259" extrusionOk="0">
                  <a:moveTo>
                    <a:pt x="11310" y="0"/>
                  </a:moveTo>
                  <a:lnTo>
                    <a:pt x="1" y="131258"/>
                  </a:lnTo>
                  <a:lnTo>
                    <a:pt x="1741" y="131258"/>
                  </a:lnTo>
                  <a:lnTo>
                    <a:pt x="13049" y="0"/>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5206;p109">
              <a:extLst>
                <a:ext uri="{FF2B5EF4-FFF2-40B4-BE49-F238E27FC236}">
                  <a16:creationId xmlns:a16="http://schemas.microsoft.com/office/drawing/2014/main" id="{712C5E9C-B1B3-7620-0CA6-58A6BC97CDD6}"/>
                </a:ext>
              </a:extLst>
            </p:cNvPr>
            <p:cNvSpPr/>
            <p:nvPr/>
          </p:nvSpPr>
          <p:spPr>
            <a:xfrm>
              <a:off x="3061550" y="2015225"/>
              <a:ext cx="326850" cy="3281475"/>
            </a:xfrm>
            <a:custGeom>
              <a:avLst/>
              <a:gdLst/>
              <a:ahLst/>
              <a:cxnLst/>
              <a:rect l="l" t="t" r="r" b="b"/>
              <a:pathLst>
                <a:path w="13074" h="131259" extrusionOk="0">
                  <a:moveTo>
                    <a:pt x="0" y="0"/>
                  </a:moveTo>
                  <a:lnTo>
                    <a:pt x="11334" y="131258"/>
                  </a:lnTo>
                  <a:lnTo>
                    <a:pt x="13074" y="131258"/>
                  </a:lnTo>
                  <a:lnTo>
                    <a:pt x="1765" y="0"/>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5207;p109">
              <a:extLst>
                <a:ext uri="{FF2B5EF4-FFF2-40B4-BE49-F238E27FC236}">
                  <a16:creationId xmlns:a16="http://schemas.microsoft.com/office/drawing/2014/main" id="{CF70FD00-0436-3328-83C2-137F3C5A12CA}"/>
                </a:ext>
              </a:extLst>
            </p:cNvPr>
            <p:cNvSpPr/>
            <p:nvPr/>
          </p:nvSpPr>
          <p:spPr>
            <a:xfrm>
              <a:off x="1034650" y="558125"/>
              <a:ext cx="4112850" cy="2914225"/>
            </a:xfrm>
            <a:custGeom>
              <a:avLst/>
              <a:gdLst/>
              <a:ahLst/>
              <a:cxnLst/>
              <a:rect l="l" t="t" r="r" b="b"/>
              <a:pathLst>
                <a:path w="164514" h="116569" extrusionOk="0">
                  <a:moveTo>
                    <a:pt x="0" y="0"/>
                  </a:moveTo>
                  <a:lnTo>
                    <a:pt x="13198" y="116569"/>
                  </a:lnTo>
                  <a:lnTo>
                    <a:pt x="164513" y="116569"/>
                  </a:lnTo>
                  <a:lnTo>
                    <a:pt x="151315" y="0"/>
                  </a:lnTo>
                  <a:close/>
                </a:path>
              </a:pathLst>
            </a:custGeom>
            <a:solidFill>
              <a:srgbClr val="E0E0E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5208;p109">
              <a:extLst>
                <a:ext uri="{FF2B5EF4-FFF2-40B4-BE49-F238E27FC236}">
                  <a16:creationId xmlns:a16="http://schemas.microsoft.com/office/drawing/2014/main" id="{270438FC-9FF1-B2F0-C3EA-F9A850904C2C}"/>
                </a:ext>
              </a:extLst>
            </p:cNvPr>
            <p:cNvSpPr/>
            <p:nvPr/>
          </p:nvSpPr>
          <p:spPr>
            <a:xfrm>
              <a:off x="1034650" y="558125"/>
              <a:ext cx="4112850" cy="2914225"/>
            </a:xfrm>
            <a:custGeom>
              <a:avLst/>
              <a:gdLst/>
              <a:ahLst/>
              <a:cxnLst/>
              <a:rect l="l" t="t" r="r" b="b"/>
              <a:pathLst>
                <a:path w="164514" h="116569" fill="none" extrusionOk="0">
                  <a:moveTo>
                    <a:pt x="13198" y="116569"/>
                  </a:moveTo>
                  <a:lnTo>
                    <a:pt x="164513" y="116569"/>
                  </a:lnTo>
                  <a:lnTo>
                    <a:pt x="151315" y="0"/>
                  </a:lnTo>
                  <a:lnTo>
                    <a:pt x="0" y="0"/>
                  </a:lnTo>
                  <a:lnTo>
                    <a:pt x="13198" y="116569"/>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5209;p109">
              <a:extLst>
                <a:ext uri="{FF2B5EF4-FFF2-40B4-BE49-F238E27FC236}">
                  <a16:creationId xmlns:a16="http://schemas.microsoft.com/office/drawing/2014/main" id="{86A13F84-CBEC-6C19-3FFF-880EB36C9C52}"/>
                </a:ext>
              </a:extLst>
            </p:cNvPr>
            <p:cNvSpPr/>
            <p:nvPr/>
          </p:nvSpPr>
          <p:spPr>
            <a:xfrm>
              <a:off x="1029675" y="553775"/>
              <a:ext cx="4122800" cy="2922300"/>
            </a:xfrm>
            <a:custGeom>
              <a:avLst/>
              <a:gdLst/>
              <a:ahLst/>
              <a:cxnLst/>
              <a:rect l="l" t="t" r="r" b="b"/>
              <a:pathLst>
                <a:path w="164912" h="116892" extrusionOk="0">
                  <a:moveTo>
                    <a:pt x="151340" y="323"/>
                  </a:moveTo>
                  <a:lnTo>
                    <a:pt x="164513" y="116569"/>
                  </a:lnTo>
                  <a:lnTo>
                    <a:pt x="13546" y="116569"/>
                  </a:lnTo>
                  <a:lnTo>
                    <a:pt x="373" y="323"/>
                  </a:lnTo>
                  <a:close/>
                  <a:moveTo>
                    <a:pt x="0" y="0"/>
                  </a:moveTo>
                  <a:lnTo>
                    <a:pt x="13248" y="116892"/>
                  </a:lnTo>
                  <a:lnTo>
                    <a:pt x="164911" y="116892"/>
                  </a:lnTo>
                  <a:lnTo>
                    <a:pt x="151664"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5210;p109">
              <a:extLst>
                <a:ext uri="{FF2B5EF4-FFF2-40B4-BE49-F238E27FC236}">
                  <a16:creationId xmlns:a16="http://schemas.microsoft.com/office/drawing/2014/main" id="{1074DAC8-5C35-2FD6-FD19-D824E91CF769}"/>
                </a:ext>
              </a:extLst>
            </p:cNvPr>
            <p:cNvSpPr/>
            <p:nvPr/>
          </p:nvSpPr>
          <p:spPr>
            <a:xfrm>
              <a:off x="3806550" y="504050"/>
              <a:ext cx="136100" cy="8100"/>
            </a:xfrm>
            <a:custGeom>
              <a:avLst/>
              <a:gdLst/>
              <a:ahLst/>
              <a:cxnLst/>
              <a:rect l="l" t="t" r="r" b="b"/>
              <a:pathLst>
                <a:path w="5444" h="324" extrusionOk="0">
                  <a:moveTo>
                    <a:pt x="1" y="1"/>
                  </a:moveTo>
                  <a:lnTo>
                    <a:pt x="1" y="324"/>
                  </a:lnTo>
                  <a:lnTo>
                    <a:pt x="5444" y="324"/>
                  </a:lnTo>
                  <a:lnTo>
                    <a:pt x="5444"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5211;p109">
              <a:extLst>
                <a:ext uri="{FF2B5EF4-FFF2-40B4-BE49-F238E27FC236}">
                  <a16:creationId xmlns:a16="http://schemas.microsoft.com/office/drawing/2014/main" id="{C6E10D0E-4086-F661-5F7A-5768B9C6D69C}"/>
                </a:ext>
              </a:extLst>
            </p:cNvPr>
            <p:cNvSpPr/>
            <p:nvPr/>
          </p:nvSpPr>
          <p:spPr>
            <a:xfrm>
              <a:off x="4086800" y="504050"/>
              <a:ext cx="381550" cy="8100"/>
            </a:xfrm>
            <a:custGeom>
              <a:avLst/>
              <a:gdLst/>
              <a:ahLst/>
              <a:cxnLst/>
              <a:rect l="l" t="t" r="r" b="b"/>
              <a:pathLst>
                <a:path w="15262" h="324" extrusionOk="0">
                  <a:moveTo>
                    <a:pt x="0" y="1"/>
                  </a:moveTo>
                  <a:lnTo>
                    <a:pt x="0" y="324"/>
                  </a:lnTo>
                  <a:lnTo>
                    <a:pt x="15261" y="324"/>
                  </a:lnTo>
                  <a:lnTo>
                    <a:pt x="15261"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5212;p109">
              <a:extLst>
                <a:ext uri="{FF2B5EF4-FFF2-40B4-BE49-F238E27FC236}">
                  <a16:creationId xmlns:a16="http://schemas.microsoft.com/office/drawing/2014/main" id="{C4E9BBEF-BA82-AA89-49D1-03A175BE52A2}"/>
                </a:ext>
              </a:extLst>
            </p:cNvPr>
            <p:cNvSpPr/>
            <p:nvPr/>
          </p:nvSpPr>
          <p:spPr>
            <a:xfrm>
              <a:off x="1073175" y="558125"/>
              <a:ext cx="4113475" cy="2914225"/>
            </a:xfrm>
            <a:custGeom>
              <a:avLst/>
              <a:gdLst/>
              <a:ahLst/>
              <a:cxnLst/>
              <a:rect l="l" t="t" r="r" b="b"/>
              <a:pathLst>
                <a:path w="164539" h="116569" extrusionOk="0">
                  <a:moveTo>
                    <a:pt x="0" y="0"/>
                  </a:moveTo>
                  <a:lnTo>
                    <a:pt x="13223" y="116569"/>
                  </a:lnTo>
                  <a:lnTo>
                    <a:pt x="164538" y="116569"/>
                  </a:lnTo>
                  <a:lnTo>
                    <a:pt x="151315"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5213;p109">
              <a:extLst>
                <a:ext uri="{FF2B5EF4-FFF2-40B4-BE49-F238E27FC236}">
                  <a16:creationId xmlns:a16="http://schemas.microsoft.com/office/drawing/2014/main" id="{20BC0B45-5675-6EB5-2EB8-0F366C436114}"/>
                </a:ext>
              </a:extLst>
            </p:cNvPr>
            <p:cNvSpPr/>
            <p:nvPr/>
          </p:nvSpPr>
          <p:spPr>
            <a:xfrm>
              <a:off x="1073175" y="558125"/>
              <a:ext cx="4113475" cy="2914225"/>
            </a:xfrm>
            <a:custGeom>
              <a:avLst/>
              <a:gdLst/>
              <a:ahLst/>
              <a:cxnLst/>
              <a:rect l="l" t="t" r="r" b="b"/>
              <a:pathLst>
                <a:path w="164539" h="116569" fill="none" extrusionOk="0">
                  <a:moveTo>
                    <a:pt x="13223" y="116569"/>
                  </a:moveTo>
                  <a:lnTo>
                    <a:pt x="164538" y="116569"/>
                  </a:lnTo>
                  <a:lnTo>
                    <a:pt x="151315" y="0"/>
                  </a:lnTo>
                  <a:lnTo>
                    <a:pt x="0" y="0"/>
                  </a:lnTo>
                  <a:lnTo>
                    <a:pt x="13223" y="116569"/>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5214;p109">
              <a:extLst>
                <a:ext uri="{FF2B5EF4-FFF2-40B4-BE49-F238E27FC236}">
                  <a16:creationId xmlns:a16="http://schemas.microsoft.com/office/drawing/2014/main" id="{19867840-16C5-99AD-724A-FD3869FD006A}"/>
                </a:ext>
              </a:extLst>
            </p:cNvPr>
            <p:cNvSpPr/>
            <p:nvPr/>
          </p:nvSpPr>
          <p:spPr>
            <a:xfrm>
              <a:off x="1068825" y="553775"/>
              <a:ext cx="4122775" cy="2922300"/>
            </a:xfrm>
            <a:custGeom>
              <a:avLst/>
              <a:gdLst/>
              <a:ahLst/>
              <a:cxnLst/>
              <a:rect l="l" t="t" r="r" b="b"/>
              <a:pathLst>
                <a:path w="164911" h="116892" extrusionOk="0">
                  <a:moveTo>
                    <a:pt x="151365" y="323"/>
                  </a:moveTo>
                  <a:lnTo>
                    <a:pt x="164513" y="116569"/>
                  </a:lnTo>
                  <a:lnTo>
                    <a:pt x="13546" y="116569"/>
                  </a:lnTo>
                  <a:lnTo>
                    <a:pt x="398" y="323"/>
                  </a:lnTo>
                  <a:close/>
                  <a:moveTo>
                    <a:pt x="0" y="0"/>
                  </a:moveTo>
                  <a:lnTo>
                    <a:pt x="13248" y="116892"/>
                  </a:lnTo>
                  <a:lnTo>
                    <a:pt x="164911" y="116892"/>
                  </a:lnTo>
                  <a:lnTo>
                    <a:pt x="151638"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5215;p109">
              <a:extLst>
                <a:ext uri="{FF2B5EF4-FFF2-40B4-BE49-F238E27FC236}">
                  <a16:creationId xmlns:a16="http://schemas.microsoft.com/office/drawing/2014/main" id="{43686C4C-92AD-D8C2-626F-9A2BB8932DFD}"/>
                </a:ext>
              </a:extLst>
            </p:cNvPr>
            <p:cNvSpPr/>
            <p:nvPr/>
          </p:nvSpPr>
          <p:spPr>
            <a:xfrm>
              <a:off x="2499825" y="1096225"/>
              <a:ext cx="1043300" cy="822100"/>
            </a:xfrm>
            <a:custGeom>
              <a:avLst/>
              <a:gdLst/>
              <a:ahLst/>
              <a:cxnLst/>
              <a:rect l="l" t="t" r="r" b="b"/>
              <a:pathLst>
                <a:path w="41732" h="32884" extrusionOk="0">
                  <a:moveTo>
                    <a:pt x="22295" y="0"/>
                  </a:moveTo>
                  <a:lnTo>
                    <a:pt x="21549" y="25"/>
                  </a:lnTo>
                  <a:lnTo>
                    <a:pt x="20804" y="25"/>
                  </a:lnTo>
                  <a:lnTo>
                    <a:pt x="20058" y="75"/>
                  </a:lnTo>
                  <a:lnTo>
                    <a:pt x="19312" y="125"/>
                  </a:lnTo>
                  <a:lnTo>
                    <a:pt x="18617" y="174"/>
                  </a:lnTo>
                  <a:lnTo>
                    <a:pt x="17945" y="249"/>
                  </a:lnTo>
                  <a:lnTo>
                    <a:pt x="17250" y="348"/>
                  </a:lnTo>
                  <a:lnTo>
                    <a:pt x="16554" y="473"/>
                  </a:lnTo>
                  <a:lnTo>
                    <a:pt x="15883" y="597"/>
                  </a:lnTo>
                  <a:lnTo>
                    <a:pt x="15211" y="721"/>
                  </a:lnTo>
                  <a:lnTo>
                    <a:pt x="14540" y="895"/>
                  </a:lnTo>
                  <a:lnTo>
                    <a:pt x="13869" y="1069"/>
                  </a:lnTo>
                  <a:lnTo>
                    <a:pt x="13223" y="1243"/>
                  </a:lnTo>
                  <a:lnTo>
                    <a:pt x="12552" y="1467"/>
                  </a:lnTo>
                  <a:lnTo>
                    <a:pt x="11906" y="1690"/>
                  </a:lnTo>
                  <a:lnTo>
                    <a:pt x="11260" y="1914"/>
                  </a:lnTo>
                  <a:lnTo>
                    <a:pt x="10613" y="2163"/>
                  </a:lnTo>
                  <a:lnTo>
                    <a:pt x="9992" y="2436"/>
                  </a:lnTo>
                  <a:lnTo>
                    <a:pt x="9371" y="2710"/>
                  </a:lnTo>
                  <a:lnTo>
                    <a:pt x="8749" y="3008"/>
                  </a:lnTo>
                  <a:lnTo>
                    <a:pt x="8128" y="3331"/>
                  </a:lnTo>
                  <a:lnTo>
                    <a:pt x="7531" y="3654"/>
                  </a:lnTo>
                  <a:lnTo>
                    <a:pt x="6935" y="3977"/>
                  </a:lnTo>
                  <a:lnTo>
                    <a:pt x="6338" y="4325"/>
                  </a:lnTo>
                  <a:lnTo>
                    <a:pt x="5767" y="4698"/>
                  </a:lnTo>
                  <a:lnTo>
                    <a:pt x="5195" y="5071"/>
                  </a:lnTo>
                  <a:lnTo>
                    <a:pt x="4623" y="5468"/>
                  </a:lnTo>
                  <a:lnTo>
                    <a:pt x="4077" y="5891"/>
                  </a:lnTo>
                  <a:lnTo>
                    <a:pt x="3530" y="6313"/>
                  </a:lnTo>
                  <a:lnTo>
                    <a:pt x="3008" y="6736"/>
                  </a:lnTo>
                  <a:lnTo>
                    <a:pt x="2461" y="7183"/>
                  </a:lnTo>
                  <a:lnTo>
                    <a:pt x="1964" y="7656"/>
                  </a:lnTo>
                  <a:lnTo>
                    <a:pt x="1442" y="8128"/>
                  </a:lnTo>
                  <a:lnTo>
                    <a:pt x="945" y="8600"/>
                  </a:lnTo>
                  <a:lnTo>
                    <a:pt x="473" y="9122"/>
                  </a:lnTo>
                  <a:lnTo>
                    <a:pt x="0" y="9619"/>
                  </a:lnTo>
                  <a:lnTo>
                    <a:pt x="25899" y="32883"/>
                  </a:lnTo>
                  <a:lnTo>
                    <a:pt x="41731" y="5941"/>
                  </a:lnTo>
                  <a:lnTo>
                    <a:pt x="41110" y="5543"/>
                  </a:lnTo>
                  <a:lnTo>
                    <a:pt x="40464" y="5145"/>
                  </a:lnTo>
                  <a:lnTo>
                    <a:pt x="39842" y="4772"/>
                  </a:lnTo>
                  <a:lnTo>
                    <a:pt x="39196" y="4400"/>
                  </a:lnTo>
                  <a:lnTo>
                    <a:pt x="38525" y="4052"/>
                  </a:lnTo>
                  <a:lnTo>
                    <a:pt x="37879" y="3729"/>
                  </a:lnTo>
                  <a:lnTo>
                    <a:pt x="37208" y="3405"/>
                  </a:lnTo>
                  <a:lnTo>
                    <a:pt x="36537" y="3082"/>
                  </a:lnTo>
                  <a:lnTo>
                    <a:pt x="35866" y="2809"/>
                  </a:lnTo>
                  <a:lnTo>
                    <a:pt x="35195" y="2536"/>
                  </a:lnTo>
                  <a:lnTo>
                    <a:pt x="34499" y="2262"/>
                  </a:lnTo>
                  <a:lnTo>
                    <a:pt x="33828" y="2014"/>
                  </a:lnTo>
                  <a:lnTo>
                    <a:pt x="33132" y="1765"/>
                  </a:lnTo>
                  <a:lnTo>
                    <a:pt x="32411" y="1566"/>
                  </a:lnTo>
                  <a:lnTo>
                    <a:pt x="31715" y="1343"/>
                  </a:lnTo>
                  <a:lnTo>
                    <a:pt x="31019" y="1169"/>
                  </a:lnTo>
                  <a:lnTo>
                    <a:pt x="30298" y="970"/>
                  </a:lnTo>
                  <a:lnTo>
                    <a:pt x="29577" y="821"/>
                  </a:lnTo>
                  <a:lnTo>
                    <a:pt x="28857" y="671"/>
                  </a:lnTo>
                  <a:lnTo>
                    <a:pt x="28136" y="547"/>
                  </a:lnTo>
                  <a:lnTo>
                    <a:pt x="27415" y="423"/>
                  </a:lnTo>
                  <a:lnTo>
                    <a:pt x="26694" y="323"/>
                  </a:lnTo>
                  <a:lnTo>
                    <a:pt x="25949" y="224"/>
                  </a:lnTo>
                  <a:lnTo>
                    <a:pt x="25228" y="149"/>
                  </a:lnTo>
                  <a:lnTo>
                    <a:pt x="24507" y="100"/>
                  </a:lnTo>
                  <a:lnTo>
                    <a:pt x="23761" y="50"/>
                  </a:lnTo>
                  <a:lnTo>
                    <a:pt x="23016" y="25"/>
                  </a:lnTo>
                  <a:lnTo>
                    <a:pt x="22295"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5216;p109">
              <a:extLst>
                <a:ext uri="{FF2B5EF4-FFF2-40B4-BE49-F238E27FC236}">
                  <a16:creationId xmlns:a16="http://schemas.microsoft.com/office/drawing/2014/main" id="{44D71D60-046B-3CDB-2C3C-853272566523}"/>
                </a:ext>
              </a:extLst>
            </p:cNvPr>
            <p:cNvSpPr/>
            <p:nvPr/>
          </p:nvSpPr>
          <p:spPr>
            <a:xfrm>
              <a:off x="2499825" y="1096225"/>
              <a:ext cx="1043300" cy="822100"/>
            </a:xfrm>
            <a:custGeom>
              <a:avLst/>
              <a:gdLst/>
              <a:ahLst/>
              <a:cxnLst/>
              <a:rect l="l" t="t" r="r" b="b"/>
              <a:pathLst>
                <a:path w="41732" h="32884" fill="none" extrusionOk="0">
                  <a:moveTo>
                    <a:pt x="25899" y="32883"/>
                  </a:moveTo>
                  <a:lnTo>
                    <a:pt x="41731" y="5941"/>
                  </a:lnTo>
                  <a:lnTo>
                    <a:pt x="41731" y="5941"/>
                  </a:lnTo>
                  <a:lnTo>
                    <a:pt x="41110" y="5543"/>
                  </a:lnTo>
                  <a:lnTo>
                    <a:pt x="40464" y="5145"/>
                  </a:lnTo>
                  <a:lnTo>
                    <a:pt x="39842" y="4772"/>
                  </a:lnTo>
                  <a:lnTo>
                    <a:pt x="39196" y="4400"/>
                  </a:lnTo>
                  <a:lnTo>
                    <a:pt x="38525" y="4052"/>
                  </a:lnTo>
                  <a:lnTo>
                    <a:pt x="37879" y="3729"/>
                  </a:lnTo>
                  <a:lnTo>
                    <a:pt x="37208" y="3405"/>
                  </a:lnTo>
                  <a:lnTo>
                    <a:pt x="36537" y="3082"/>
                  </a:lnTo>
                  <a:lnTo>
                    <a:pt x="35866" y="2809"/>
                  </a:lnTo>
                  <a:lnTo>
                    <a:pt x="35195" y="2536"/>
                  </a:lnTo>
                  <a:lnTo>
                    <a:pt x="34499" y="2262"/>
                  </a:lnTo>
                  <a:lnTo>
                    <a:pt x="33828" y="2014"/>
                  </a:lnTo>
                  <a:lnTo>
                    <a:pt x="33132" y="1765"/>
                  </a:lnTo>
                  <a:lnTo>
                    <a:pt x="32411" y="1566"/>
                  </a:lnTo>
                  <a:lnTo>
                    <a:pt x="31715" y="1343"/>
                  </a:lnTo>
                  <a:lnTo>
                    <a:pt x="31019" y="1169"/>
                  </a:lnTo>
                  <a:lnTo>
                    <a:pt x="30298" y="970"/>
                  </a:lnTo>
                  <a:lnTo>
                    <a:pt x="29577" y="821"/>
                  </a:lnTo>
                  <a:lnTo>
                    <a:pt x="28857" y="671"/>
                  </a:lnTo>
                  <a:lnTo>
                    <a:pt x="28136" y="547"/>
                  </a:lnTo>
                  <a:lnTo>
                    <a:pt x="27415" y="423"/>
                  </a:lnTo>
                  <a:lnTo>
                    <a:pt x="26694" y="323"/>
                  </a:lnTo>
                  <a:lnTo>
                    <a:pt x="25949" y="224"/>
                  </a:lnTo>
                  <a:lnTo>
                    <a:pt x="25228" y="149"/>
                  </a:lnTo>
                  <a:lnTo>
                    <a:pt x="24507" y="100"/>
                  </a:lnTo>
                  <a:lnTo>
                    <a:pt x="23761" y="50"/>
                  </a:lnTo>
                  <a:lnTo>
                    <a:pt x="23016" y="25"/>
                  </a:lnTo>
                  <a:lnTo>
                    <a:pt x="22295" y="0"/>
                  </a:lnTo>
                  <a:lnTo>
                    <a:pt x="21549" y="25"/>
                  </a:lnTo>
                  <a:lnTo>
                    <a:pt x="20804" y="25"/>
                  </a:lnTo>
                  <a:lnTo>
                    <a:pt x="20058" y="75"/>
                  </a:lnTo>
                  <a:lnTo>
                    <a:pt x="19312" y="125"/>
                  </a:lnTo>
                  <a:lnTo>
                    <a:pt x="19312" y="125"/>
                  </a:lnTo>
                  <a:lnTo>
                    <a:pt x="18617" y="174"/>
                  </a:lnTo>
                  <a:lnTo>
                    <a:pt x="17945" y="249"/>
                  </a:lnTo>
                  <a:lnTo>
                    <a:pt x="17250" y="348"/>
                  </a:lnTo>
                  <a:lnTo>
                    <a:pt x="16554" y="473"/>
                  </a:lnTo>
                  <a:lnTo>
                    <a:pt x="15883" y="597"/>
                  </a:lnTo>
                  <a:lnTo>
                    <a:pt x="15211" y="721"/>
                  </a:lnTo>
                  <a:lnTo>
                    <a:pt x="14540" y="895"/>
                  </a:lnTo>
                  <a:lnTo>
                    <a:pt x="13869" y="1069"/>
                  </a:lnTo>
                  <a:lnTo>
                    <a:pt x="13223" y="1243"/>
                  </a:lnTo>
                  <a:lnTo>
                    <a:pt x="12552" y="1467"/>
                  </a:lnTo>
                  <a:lnTo>
                    <a:pt x="11906" y="1690"/>
                  </a:lnTo>
                  <a:lnTo>
                    <a:pt x="11260" y="1914"/>
                  </a:lnTo>
                  <a:lnTo>
                    <a:pt x="10613" y="2163"/>
                  </a:lnTo>
                  <a:lnTo>
                    <a:pt x="9992" y="2436"/>
                  </a:lnTo>
                  <a:lnTo>
                    <a:pt x="9371" y="2710"/>
                  </a:lnTo>
                  <a:lnTo>
                    <a:pt x="8749" y="3008"/>
                  </a:lnTo>
                  <a:lnTo>
                    <a:pt x="8128" y="3331"/>
                  </a:lnTo>
                  <a:lnTo>
                    <a:pt x="7531" y="3654"/>
                  </a:lnTo>
                  <a:lnTo>
                    <a:pt x="6935" y="3977"/>
                  </a:lnTo>
                  <a:lnTo>
                    <a:pt x="6338" y="4325"/>
                  </a:lnTo>
                  <a:lnTo>
                    <a:pt x="5767" y="4698"/>
                  </a:lnTo>
                  <a:lnTo>
                    <a:pt x="5195" y="5071"/>
                  </a:lnTo>
                  <a:lnTo>
                    <a:pt x="4623" y="5468"/>
                  </a:lnTo>
                  <a:lnTo>
                    <a:pt x="4077" y="5891"/>
                  </a:lnTo>
                  <a:lnTo>
                    <a:pt x="3530" y="6313"/>
                  </a:lnTo>
                  <a:lnTo>
                    <a:pt x="3008" y="6736"/>
                  </a:lnTo>
                  <a:lnTo>
                    <a:pt x="2461" y="7183"/>
                  </a:lnTo>
                  <a:lnTo>
                    <a:pt x="1964" y="7656"/>
                  </a:lnTo>
                  <a:lnTo>
                    <a:pt x="1442" y="8128"/>
                  </a:lnTo>
                  <a:lnTo>
                    <a:pt x="945" y="8600"/>
                  </a:lnTo>
                  <a:lnTo>
                    <a:pt x="473" y="9122"/>
                  </a:lnTo>
                  <a:lnTo>
                    <a:pt x="0" y="9619"/>
                  </a:lnTo>
                  <a:lnTo>
                    <a:pt x="25899" y="32883"/>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5217;p109">
              <a:extLst>
                <a:ext uri="{FF2B5EF4-FFF2-40B4-BE49-F238E27FC236}">
                  <a16:creationId xmlns:a16="http://schemas.microsoft.com/office/drawing/2014/main" id="{8210BDDB-B2DD-FA86-1F27-38CF68D7A032}"/>
                </a:ext>
              </a:extLst>
            </p:cNvPr>
            <p:cNvSpPr/>
            <p:nvPr/>
          </p:nvSpPr>
          <p:spPr>
            <a:xfrm>
              <a:off x="2499825" y="1096225"/>
              <a:ext cx="1043300" cy="822100"/>
            </a:xfrm>
            <a:custGeom>
              <a:avLst/>
              <a:gdLst/>
              <a:ahLst/>
              <a:cxnLst/>
              <a:rect l="l" t="t" r="r" b="b"/>
              <a:pathLst>
                <a:path w="41732" h="32884" extrusionOk="0">
                  <a:moveTo>
                    <a:pt x="22047" y="0"/>
                  </a:moveTo>
                  <a:lnTo>
                    <a:pt x="20679" y="25"/>
                  </a:lnTo>
                  <a:lnTo>
                    <a:pt x="19312" y="125"/>
                  </a:lnTo>
                  <a:lnTo>
                    <a:pt x="18617" y="174"/>
                  </a:lnTo>
                  <a:lnTo>
                    <a:pt x="17945" y="249"/>
                  </a:lnTo>
                  <a:lnTo>
                    <a:pt x="17250" y="348"/>
                  </a:lnTo>
                  <a:lnTo>
                    <a:pt x="16554" y="473"/>
                  </a:lnTo>
                  <a:lnTo>
                    <a:pt x="15883" y="597"/>
                  </a:lnTo>
                  <a:lnTo>
                    <a:pt x="15211" y="721"/>
                  </a:lnTo>
                  <a:lnTo>
                    <a:pt x="14540" y="895"/>
                  </a:lnTo>
                  <a:lnTo>
                    <a:pt x="13869" y="1069"/>
                  </a:lnTo>
                  <a:lnTo>
                    <a:pt x="13223" y="1243"/>
                  </a:lnTo>
                  <a:lnTo>
                    <a:pt x="12552" y="1467"/>
                  </a:lnTo>
                  <a:lnTo>
                    <a:pt x="11906" y="1690"/>
                  </a:lnTo>
                  <a:lnTo>
                    <a:pt x="11260" y="1914"/>
                  </a:lnTo>
                  <a:lnTo>
                    <a:pt x="10613" y="2163"/>
                  </a:lnTo>
                  <a:lnTo>
                    <a:pt x="9992" y="2436"/>
                  </a:lnTo>
                  <a:lnTo>
                    <a:pt x="9371" y="2710"/>
                  </a:lnTo>
                  <a:lnTo>
                    <a:pt x="8749" y="3008"/>
                  </a:lnTo>
                  <a:lnTo>
                    <a:pt x="8128" y="3331"/>
                  </a:lnTo>
                  <a:lnTo>
                    <a:pt x="7531" y="3654"/>
                  </a:lnTo>
                  <a:lnTo>
                    <a:pt x="6935" y="3977"/>
                  </a:lnTo>
                  <a:lnTo>
                    <a:pt x="6338" y="4325"/>
                  </a:lnTo>
                  <a:lnTo>
                    <a:pt x="5767" y="4698"/>
                  </a:lnTo>
                  <a:lnTo>
                    <a:pt x="5195" y="5071"/>
                  </a:lnTo>
                  <a:lnTo>
                    <a:pt x="4623" y="5468"/>
                  </a:lnTo>
                  <a:lnTo>
                    <a:pt x="4077" y="5891"/>
                  </a:lnTo>
                  <a:lnTo>
                    <a:pt x="3530" y="6313"/>
                  </a:lnTo>
                  <a:lnTo>
                    <a:pt x="3008" y="6736"/>
                  </a:lnTo>
                  <a:lnTo>
                    <a:pt x="2461" y="7183"/>
                  </a:lnTo>
                  <a:lnTo>
                    <a:pt x="1964" y="7656"/>
                  </a:lnTo>
                  <a:lnTo>
                    <a:pt x="1442" y="8128"/>
                  </a:lnTo>
                  <a:lnTo>
                    <a:pt x="945" y="8600"/>
                  </a:lnTo>
                  <a:lnTo>
                    <a:pt x="473" y="9122"/>
                  </a:lnTo>
                  <a:lnTo>
                    <a:pt x="0" y="9619"/>
                  </a:lnTo>
                  <a:lnTo>
                    <a:pt x="25899" y="32883"/>
                  </a:lnTo>
                  <a:lnTo>
                    <a:pt x="41731" y="5941"/>
                  </a:lnTo>
                  <a:lnTo>
                    <a:pt x="40613" y="5220"/>
                  </a:lnTo>
                  <a:lnTo>
                    <a:pt x="39494" y="4574"/>
                  </a:lnTo>
                  <a:lnTo>
                    <a:pt x="38326" y="3952"/>
                  </a:lnTo>
                  <a:lnTo>
                    <a:pt x="37158" y="3381"/>
                  </a:lnTo>
                  <a:lnTo>
                    <a:pt x="35965" y="2834"/>
                  </a:lnTo>
                  <a:lnTo>
                    <a:pt x="34772" y="2362"/>
                  </a:lnTo>
                  <a:lnTo>
                    <a:pt x="33529" y="1914"/>
                  </a:lnTo>
                  <a:lnTo>
                    <a:pt x="32311" y="1516"/>
                  </a:lnTo>
                  <a:lnTo>
                    <a:pt x="31044" y="1169"/>
                  </a:lnTo>
                  <a:lnTo>
                    <a:pt x="29801" y="870"/>
                  </a:lnTo>
                  <a:lnTo>
                    <a:pt x="28509" y="597"/>
                  </a:lnTo>
                  <a:lnTo>
                    <a:pt x="27241" y="398"/>
                  </a:lnTo>
                  <a:lnTo>
                    <a:pt x="25949" y="224"/>
                  </a:lnTo>
                  <a:lnTo>
                    <a:pt x="24656" y="100"/>
                  </a:lnTo>
                  <a:lnTo>
                    <a:pt x="23339" y="25"/>
                  </a:lnTo>
                  <a:lnTo>
                    <a:pt x="22047"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5218;p109">
              <a:extLst>
                <a:ext uri="{FF2B5EF4-FFF2-40B4-BE49-F238E27FC236}">
                  <a16:creationId xmlns:a16="http://schemas.microsoft.com/office/drawing/2014/main" id="{1E858C14-3327-8B39-6E9E-725F126EF720}"/>
                </a:ext>
              </a:extLst>
            </p:cNvPr>
            <p:cNvSpPr/>
            <p:nvPr/>
          </p:nvSpPr>
          <p:spPr>
            <a:xfrm>
              <a:off x="2499825" y="1096225"/>
              <a:ext cx="1043300" cy="822100"/>
            </a:xfrm>
            <a:custGeom>
              <a:avLst/>
              <a:gdLst/>
              <a:ahLst/>
              <a:cxnLst/>
              <a:rect l="l" t="t" r="r" b="b"/>
              <a:pathLst>
                <a:path w="41732" h="32884" fill="none" extrusionOk="0">
                  <a:moveTo>
                    <a:pt x="22047" y="0"/>
                  </a:moveTo>
                  <a:lnTo>
                    <a:pt x="22047" y="0"/>
                  </a:lnTo>
                  <a:lnTo>
                    <a:pt x="20679" y="25"/>
                  </a:lnTo>
                  <a:lnTo>
                    <a:pt x="19312" y="125"/>
                  </a:lnTo>
                  <a:lnTo>
                    <a:pt x="19312" y="125"/>
                  </a:lnTo>
                  <a:lnTo>
                    <a:pt x="18617" y="174"/>
                  </a:lnTo>
                  <a:lnTo>
                    <a:pt x="17945" y="249"/>
                  </a:lnTo>
                  <a:lnTo>
                    <a:pt x="17250" y="348"/>
                  </a:lnTo>
                  <a:lnTo>
                    <a:pt x="16554" y="473"/>
                  </a:lnTo>
                  <a:lnTo>
                    <a:pt x="15883" y="597"/>
                  </a:lnTo>
                  <a:lnTo>
                    <a:pt x="15211" y="721"/>
                  </a:lnTo>
                  <a:lnTo>
                    <a:pt x="14540" y="895"/>
                  </a:lnTo>
                  <a:lnTo>
                    <a:pt x="13869" y="1069"/>
                  </a:lnTo>
                  <a:lnTo>
                    <a:pt x="13223" y="1243"/>
                  </a:lnTo>
                  <a:lnTo>
                    <a:pt x="12552" y="1467"/>
                  </a:lnTo>
                  <a:lnTo>
                    <a:pt x="11906" y="1690"/>
                  </a:lnTo>
                  <a:lnTo>
                    <a:pt x="11260" y="1914"/>
                  </a:lnTo>
                  <a:lnTo>
                    <a:pt x="10613" y="2163"/>
                  </a:lnTo>
                  <a:lnTo>
                    <a:pt x="9992" y="2436"/>
                  </a:lnTo>
                  <a:lnTo>
                    <a:pt x="9371" y="2710"/>
                  </a:lnTo>
                  <a:lnTo>
                    <a:pt x="8749" y="3008"/>
                  </a:lnTo>
                  <a:lnTo>
                    <a:pt x="8128" y="3331"/>
                  </a:lnTo>
                  <a:lnTo>
                    <a:pt x="7531" y="3654"/>
                  </a:lnTo>
                  <a:lnTo>
                    <a:pt x="6935" y="3977"/>
                  </a:lnTo>
                  <a:lnTo>
                    <a:pt x="6338" y="4325"/>
                  </a:lnTo>
                  <a:lnTo>
                    <a:pt x="5767" y="4698"/>
                  </a:lnTo>
                  <a:lnTo>
                    <a:pt x="5195" y="5071"/>
                  </a:lnTo>
                  <a:lnTo>
                    <a:pt x="4623" y="5468"/>
                  </a:lnTo>
                  <a:lnTo>
                    <a:pt x="4077" y="5891"/>
                  </a:lnTo>
                  <a:lnTo>
                    <a:pt x="3530" y="6313"/>
                  </a:lnTo>
                  <a:lnTo>
                    <a:pt x="3008" y="6736"/>
                  </a:lnTo>
                  <a:lnTo>
                    <a:pt x="2461" y="7183"/>
                  </a:lnTo>
                  <a:lnTo>
                    <a:pt x="1964" y="7656"/>
                  </a:lnTo>
                  <a:lnTo>
                    <a:pt x="1442" y="8128"/>
                  </a:lnTo>
                  <a:lnTo>
                    <a:pt x="945" y="8600"/>
                  </a:lnTo>
                  <a:lnTo>
                    <a:pt x="473" y="9122"/>
                  </a:lnTo>
                  <a:lnTo>
                    <a:pt x="0" y="9619"/>
                  </a:lnTo>
                  <a:lnTo>
                    <a:pt x="25899" y="32883"/>
                  </a:lnTo>
                  <a:lnTo>
                    <a:pt x="41731" y="5941"/>
                  </a:lnTo>
                  <a:lnTo>
                    <a:pt x="41731" y="5941"/>
                  </a:lnTo>
                  <a:lnTo>
                    <a:pt x="40613" y="5220"/>
                  </a:lnTo>
                  <a:lnTo>
                    <a:pt x="39494" y="4574"/>
                  </a:lnTo>
                  <a:lnTo>
                    <a:pt x="38326" y="3952"/>
                  </a:lnTo>
                  <a:lnTo>
                    <a:pt x="37158" y="3381"/>
                  </a:lnTo>
                  <a:lnTo>
                    <a:pt x="35965" y="2834"/>
                  </a:lnTo>
                  <a:lnTo>
                    <a:pt x="34772" y="2362"/>
                  </a:lnTo>
                  <a:lnTo>
                    <a:pt x="33529" y="1914"/>
                  </a:lnTo>
                  <a:lnTo>
                    <a:pt x="32311" y="1516"/>
                  </a:lnTo>
                  <a:lnTo>
                    <a:pt x="31044" y="1169"/>
                  </a:lnTo>
                  <a:lnTo>
                    <a:pt x="29801" y="870"/>
                  </a:lnTo>
                  <a:lnTo>
                    <a:pt x="28509" y="597"/>
                  </a:lnTo>
                  <a:lnTo>
                    <a:pt x="27241" y="398"/>
                  </a:lnTo>
                  <a:lnTo>
                    <a:pt x="25949" y="224"/>
                  </a:lnTo>
                  <a:lnTo>
                    <a:pt x="24656" y="100"/>
                  </a:lnTo>
                  <a:lnTo>
                    <a:pt x="23339" y="25"/>
                  </a:lnTo>
                  <a:lnTo>
                    <a:pt x="22047"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5219;p109">
              <a:extLst>
                <a:ext uri="{FF2B5EF4-FFF2-40B4-BE49-F238E27FC236}">
                  <a16:creationId xmlns:a16="http://schemas.microsoft.com/office/drawing/2014/main" id="{617EEF8D-883E-B0DA-668A-54B679BCA73D}"/>
                </a:ext>
              </a:extLst>
            </p:cNvPr>
            <p:cNvSpPr/>
            <p:nvPr/>
          </p:nvSpPr>
          <p:spPr>
            <a:xfrm>
              <a:off x="3147275" y="1044650"/>
              <a:ext cx="1071900" cy="1840525"/>
            </a:xfrm>
            <a:custGeom>
              <a:avLst/>
              <a:gdLst/>
              <a:ahLst/>
              <a:cxnLst/>
              <a:rect l="l" t="t" r="r" b="b"/>
              <a:pathLst>
                <a:path w="42876" h="73621" extrusionOk="0">
                  <a:moveTo>
                    <a:pt x="20531" y="0"/>
                  </a:moveTo>
                  <a:lnTo>
                    <a:pt x="1" y="34946"/>
                  </a:lnTo>
                  <a:lnTo>
                    <a:pt x="22420" y="73620"/>
                  </a:lnTo>
                  <a:lnTo>
                    <a:pt x="23215" y="73222"/>
                  </a:lnTo>
                  <a:lnTo>
                    <a:pt x="23986" y="72825"/>
                  </a:lnTo>
                  <a:lnTo>
                    <a:pt x="24756" y="72377"/>
                  </a:lnTo>
                  <a:lnTo>
                    <a:pt x="25527" y="71930"/>
                  </a:lnTo>
                  <a:lnTo>
                    <a:pt x="26272" y="71458"/>
                  </a:lnTo>
                  <a:lnTo>
                    <a:pt x="26993" y="70961"/>
                  </a:lnTo>
                  <a:lnTo>
                    <a:pt x="27714" y="70439"/>
                  </a:lnTo>
                  <a:lnTo>
                    <a:pt x="28435" y="69917"/>
                  </a:lnTo>
                  <a:lnTo>
                    <a:pt x="29131" y="69370"/>
                  </a:lnTo>
                  <a:lnTo>
                    <a:pt x="29802" y="68823"/>
                  </a:lnTo>
                  <a:lnTo>
                    <a:pt x="30473" y="68251"/>
                  </a:lnTo>
                  <a:lnTo>
                    <a:pt x="31119" y="67655"/>
                  </a:lnTo>
                  <a:lnTo>
                    <a:pt x="31765" y="67058"/>
                  </a:lnTo>
                  <a:lnTo>
                    <a:pt x="32387" y="66412"/>
                  </a:lnTo>
                  <a:lnTo>
                    <a:pt x="33008" y="65791"/>
                  </a:lnTo>
                  <a:lnTo>
                    <a:pt x="33605" y="65120"/>
                  </a:lnTo>
                  <a:lnTo>
                    <a:pt x="34276" y="64349"/>
                  </a:lnTo>
                  <a:lnTo>
                    <a:pt x="34922" y="63554"/>
                  </a:lnTo>
                  <a:lnTo>
                    <a:pt x="35543" y="62734"/>
                  </a:lnTo>
                  <a:lnTo>
                    <a:pt x="36140" y="61913"/>
                  </a:lnTo>
                  <a:lnTo>
                    <a:pt x="36711" y="61068"/>
                  </a:lnTo>
                  <a:lnTo>
                    <a:pt x="37258" y="60198"/>
                  </a:lnTo>
                  <a:lnTo>
                    <a:pt x="37780" y="59329"/>
                  </a:lnTo>
                  <a:lnTo>
                    <a:pt x="38277" y="58459"/>
                  </a:lnTo>
                  <a:lnTo>
                    <a:pt x="38749" y="57564"/>
                  </a:lnTo>
                  <a:lnTo>
                    <a:pt x="39172" y="56669"/>
                  </a:lnTo>
                  <a:lnTo>
                    <a:pt x="39594" y="55750"/>
                  </a:lnTo>
                  <a:lnTo>
                    <a:pt x="39992" y="54830"/>
                  </a:lnTo>
                  <a:lnTo>
                    <a:pt x="40365" y="53885"/>
                  </a:lnTo>
                  <a:lnTo>
                    <a:pt x="40688" y="52941"/>
                  </a:lnTo>
                  <a:lnTo>
                    <a:pt x="41011" y="51996"/>
                  </a:lnTo>
                  <a:lnTo>
                    <a:pt x="41309" y="51027"/>
                  </a:lnTo>
                  <a:lnTo>
                    <a:pt x="41583" y="50083"/>
                  </a:lnTo>
                  <a:lnTo>
                    <a:pt x="41807" y="49088"/>
                  </a:lnTo>
                  <a:lnTo>
                    <a:pt x="42030" y="48119"/>
                  </a:lnTo>
                  <a:lnTo>
                    <a:pt x="42229" y="47125"/>
                  </a:lnTo>
                  <a:lnTo>
                    <a:pt x="42378" y="46131"/>
                  </a:lnTo>
                  <a:lnTo>
                    <a:pt x="42527" y="45137"/>
                  </a:lnTo>
                  <a:lnTo>
                    <a:pt x="42652" y="44118"/>
                  </a:lnTo>
                  <a:lnTo>
                    <a:pt x="42726" y="43123"/>
                  </a:lnTo>
                  <a:lnTo>
                    <a:pt x="42801" y="42104"/>
                  </a:lnTo>
                  <a:lnTo>
                    <a:pt x="42850" y="41085"/>
                  </a:lnTo>
                  <a:lnTo>
                    <a:pt x="42875" y="40066"/>
                  </a:lnTo>
                  <a:lnTo>
                    <a:pt x="42850" y="39047"/>
                  </a:lnTo>
                  <a:lnTo>
                    <a:pt x="42826" y="38028"/>
                  </a:lnTo>
                  <a:lnTo>
                    <a:pt x="42776" y="37009"/>
                  </a:lnTo>
                  <a:lnTo>
                    <a:pt x="42701" y="35990"/>
                  </a:lnTo>
                  <a:lnTo>
                    <a:pt x="42577" y="34946"/>
                  </a:lnTo>
                  <a:lnTo>
                    <a:pt x="42453" y="33927"/>
                  </a:lnTo>
                  <a:lnTo>
                    <a:pt x="42304" y="32908"/>
                  </a:lnTo>
                  <a:lnTo>
                    <a:pt x="42130" y="31864"/>
                  </a:lnTo>
                  <a:lnTo>
                    <a:pt x="41931" y="30845"/>
                  </a:lnTo>
                  <a:lnTo>
                    <a:pt x="41707" y="29826"/>
                  </a:lnTo>
                  <a:lnTo>
                    <a:pt x="41459" y="28807"/>
                  </a:lnTo>
                  <a:lnTo>
                    <a:pt x="41185" y="27788"/>
                  </a:lnTo>
                  <a:lnTo>
                    <a:pt x="40887" y="26794"/>
                  </a:lnTo>
                  <a:lnTo>
                    <a:pt x="40564" y="25775"/>
                  </a:lnTo>
                  <a:lnTo>
                    <a:pt x="40216" y="24781"/>
                  </a:lnTo>
                  <a:lnTo>
                    <a:pt x="39868" y="23762"/>
                  </a:lnTo>
                  <a:lnTo>
                    <a:pt x="39470" y="22767"/>
                  </a:lnTo>
                  <a:lnTo>
                    <a:pt x="39048" y="21798"/>
                  </a:lnTo>
                  <a:lnTo>
                    <a:pt x="38625" y="20804"/>
                  </a:lnTo>
                  <a:lnTo>
                    <a:pt x="38153" y="19834"/>
                  </a:lnTo>
                  <a:lnTo>
                    <a:pt x="37656" y="18865"/>
                  </a:lnTo>
                  <a:lnTo>
                    <a:pt x="37159" y="17896"/>
                  </a:lnTo>
                  <a:lnTo>
                    <a:pt x="36637" y="16951"/>
                  </a:lnTo>
                  <a:lnTo>
                    <a:pt x="36065" y="16007"/>
                  </a:lnTo>
                  <a:lnTo>
                    <a:pt x="35493" y="15087"/>
                  </a:lnTo>
                  <a:lnTo>
                    <a:pt x="34897" y="14168"/>
                  </a:lnTo>
                  <a:lnTo>
                    <a:pt x="34276" y="13248"/>
                  </a:lnTo>
                  <a:lnTo>
                    <a:pt x="33629" y="12328"/>
                  </a:lnTo>
                  <a:lnTo>
                    <a:pt x="32958" y="11458"/>
                  </a:lnTo>
                  <a:lnTo>
                    <a:pt x="32262" y="10564"/>
                  </a:lnTo>
                  <a:lnTo>
                    <a:pt x="31542" y="9694"/>
                  </a:lnTo>
                  <a:lnTo>
                    <a:pt x="30796" y="8849"/>
                  </a:lnTo>
                  <a:lnTo>
                    <a:pt x="30050" y="8004"/>
                  </a:lnTo>
                  <a:lnTo>
                    <a:pt x="29255" y="7183"/>
                  </a:lnTo>
                  <a:lnTo>
                    <a:pt x="28435" y="6363"/>
                  </a:lnTo>
                  <a:lnTo>
                    <a:pt x="27615" y="5568"/>
                  </a:lnTo>
                  <a:lnTo>
                    <a:pt x="26769" y="4773"/>
                  </a:lnTo>
                  <a:lnTo>
                    <a:pt x="26024" y="4126"/>
                  </a:lnTo>
                  <a:lnTo>
                    <a:pt x="25278" y="3505"/>
                  </a:lnTo>
                  <a:lnTo>
                    <a:pt x="24508" y="2884"/>
                  </a:lnTo>
                  <a:lnTo>
                    <a:pt x="23737" y="2262"/>
                  </a:lnTo>
                  <a:lnTo>
                    <a:pt x="22942" y="1666"/>
                  </a:lnTo>
                  <a:lnTo>
                    <a:pt x="22147" y="1094"/>
                  </a:lnTo>
                  <a:lnTo>
                    <a:pt x="21351" y="547"/>
                  </a:lnTo>
                  <a:lnTo>
                    <a:pt x="20531"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5220;p109">
              <a:extLst>
                <a:ext uri="{FF2B5EF4-FFF2-40B4-BE49-F238E27FC236}">
                  <a16:creationId xmlns:a16="http://schemas.microsoft.com/office/drawing/2014/main" id="{6DF396FD-7506-6378-A65F-E211A0D35957}"/>
                </a:ext>
              </a:extLst>
            </p:cNvPr>
            <p:cNvSpPr/>
            <p:nvPr/>
          </p:nvSpPr>
          <p:spPr>
            <a:xfrm>
              <a:off x="3147275" y="1044650"/>
              <a:ext cx="1071900" cy="1840525"/>
            </a:xfrm>
            <a:custGeom>
              <a:avLst/>
              <a:gdLst/>
              <a:ahLst/>
              <a:cxnLst/>
              <a:rect l="l" t="t" r="r" b="b"/>
              <a:pathLst>
                <a:path w="42876" h="73621" fill="none" extrusionOk="0">
                  <a:moveTo>
                    <a:pt x="1" y="34946"/>
                  </a:moveTo>
                  <a:lnTo>
                    <a:pt x="22420" y="73620"/>
                  </a:lnTo>
                  <a:lnTo>
                    <a:pt x="22420" y="73620"/>
                  </a:lnTo>
                  <a:lnTo>
                    <a:pt x="23215" y="73222"/>
                  </a:lnTo>
                  <a:lnTo>
                    <a:pt x="23986" y="72825"/>
                  </a:lnTo>
                  <a:lnTo>
                    <a:pt x="24756" y="72377"/>
                  </a:lnTo>
                  <a:lnTo>
                    <a:pt x="25527" y="71930"/>
                  </a:lnTo>
                  <a:lnTo>
                    <a:pt x="26272" y="71458"/>
                  </a:lnTo>
                  <a:lnTo>
                    <a:pt x="26993" y="70961"/>
                  </a:lnTo>
                  <a:lnTo>
                    <a:pt x="27714" y="70439"/>
                  </a:lnTo>
                  <a:lnTo>
                    <a:pt x="28435" y="69917"/>
                  </a:lnTo>
                  <a:lnTo>
                    <a:pt x="29131" y="69370"/>
                  </a:lnTo>
                  <a:lnTo>
                    <a:pt x="29802" y="68823"/>
                  </a:lnTo>
                  <a:lnTo>
                    <a:pt x="30473" y="68251"/>
                  </a:lnTo>
                  <a:lnTo>
                    <a:pt x="31119" y="67655"/>
                  </a:lnTo>
                  <a:lnTo>
                    <a:pt x="31765" y="67058"/>
                  </a:lnTo>
                  <a:lnTo>
                    <a:pt x="32387" y="66412"/>
                  </a:lnTo>
                  <a:lnTo>
                    <a:pt x="33008" y="65791"/>
                  </a:lnTo>
                  <a:lnTo>
                    <a:pt x="33605" y="65120"/>
                  </a:lnTo>
                  <a:lnTo>
                    <a:pt x="33605" y="65120"/>
                  </a:lnTo>
                  <a:lnTo>
                    <a:pt x="34276" y="64349"/>
                  </a:lnTo>
                  <a:lnTo>
                    <a:pt x="34922" y="63554"/>
                  </a:lnTo>
                  <a:lnTo>
                    <a:pt x="35543" y="62734"/>
                  </a:lnTo>
                  <a:lnTo>
                    <a:pt x="36140" y="61913"/>
                  </a:lnTo>
                  <a:lnTo>
                    <a:pt x="36711" y="61068"/>
                  </a:lnTo>
                  <a:lnTo>
                    <a:pt x="37258" y="60198"/>
                  </a:lnTo>
                  <a:lnTo>
                    <a:pt x="37780" y="59329"/>
                  </a:lnTo>
                  <a:lnTo>
                    <a:pt x="38277" y="58459"/>
                  </a:lnTo>
                  <a:lnTo>
                    <a:pt x="38749" y="57564"/>
                  </a:lnTo>
                  <a:lnTo>
                    <a:pt x="39172" y="56669"/>
                  </a:lnTo>
                  <a:lnTo>
                    <a:pt x="39594" y="55750"/>
                  </a:lnTo>
                  <a:lnTo>
                    <a:pt x="39992" y="54830"/>
                  </a:lnTo>
                  <a:lnTo>
                    <a:pt x="40365" y="53885"/>
                  </a:lnTo>
                  <a:lnTo>
                    <a:pt x="40688" y="52941"/>
                  </a:lnTo>
                  <a:lnTo>
                    <a:pt x="41011" y="51996"/>
                  </a:lnTo>
                  <a:lnTo>
                    <a:pt x="41309" y="51027"/>
                  </a:lnTo>
                  <a:lnTo>
                    <a:pt x="41583" y="50083"/>
                  </a:lnTo>
                  <a:lnTo>
                    <a:pt x="41807" y="49088"/>
                  </a:lnTo>
                  <a:lnTo>
                    <a:pt x="42030" y="48119"/>
                  </a:lnTo>
                  <a:lnTo>
                    <a:pt x="42229" y="47125"/>
                  </a:lnTo>
                  <a:lnTo>
                    <a:pt x="42378" y="46131"/>
                  </a:lnTo>
                  <a:lnTo>
                    <a:pt x="42527" y="45137"/>
                  </a:lnTo>
                  <a:lnTo>
                    <a:pt x="42652" y="44118"/>
                  </a:lnTo>
                  <a:lnTo>
                    <a:pt x="42726" y="43123"/>
                  </a:lnTo>
                  <a:lnTo>
                    <a:pt x="42801" y="42104"/>
                  </a:lnTo>
                  <a:lnTo>
                    <a:pt x="42850" y="41085"/>
                  </a:lnTo>
                  <a:lnTo>
                    <a:pt x="42875" y="40066"/>
                  </a:lnTo>
                  <a:lnTo>
                    <a:pt x="42850" y="39047"/>
                  </a:lnTo>
                  <a:lnTo>
                    <a:pt x="42826" y="38028"/>
                  </a:lnTo>
                  <a:lnTo>
                    <a:pt x="42776" y="37009"/>
                  </a:lnTo>
                  <a:lnTo>
                    <a:pt x="42701" y="35990"/>
                  </a:lnTo>
                  <a:lnTo>
                    <a:pt x="42577" y="34946"/>
                  </a:lnTo>
                  <a:lnTo>
                    <a:pt x="42453" y="33927"/>
                  </a:lnTo>
                  <a:lnTo>
                    <a:pt x="42304" y="32908"/>
                  </a:lnTo>
                  <a:lnTo>
                    <a:pt x="42130" y="31864"/>
                  </a:lnTo>
                  <a:lnTo>
                    <a:pt x="41931" y="30845"/>
                  </a:lnTo>
                  <a:lnTo>
                    <a:pt x="41707" y="29826"/>
                  </a:lnTo>
                  <a:lnTo>
                    <a:pt x="41459" y="28807"/>
                  </a:lnTo>
                  <a:lnTo>
                    <a:pt x="41185" y="27788"/>
                  </a:lnTo>
                  <a:lnTo>
                    <a:pt x="40887" y="26794"/>
                  </a:lnTo>
                  <a:lnTo>
                    <a:pt x="40564" y="25775"/>
                  </a:lnTo>
                  <a:lnTo>
                    <a:pt x="40216" y="24781"/>
                  </a:lnTo>
                  <a:lnTo>
                    <a:pt x="39868" y="23762"/>
                  </a:lnTo>
                  <a:lnTo>
                    <a:pt x="39470" y="22767"/>
                  </a:lnTo>
                  <a:lnTo>
                    <a:pt x="39048" y="21798"/>
                  </a:lnTo>
                  <a:lnTo>
                    <a:pt x="38625" y="20804"/>
                  </a:lnTo>
                  <a:lnTo>
                    <a:pt x="38153" y="19834"/>
                  </a:lnTo>
                  <a:lnTo>
                    <a:pt x="37656" y="18865"/>
                  </a:lnTo>
                  <a:lnTo>
                    <a:pt x="37159" y="17896"/>
                  </a:lnTo>
                  <a:lnTo>
                    <a:pt x="36637" y="16951"/>
                  </a:lnTo>
                  <a:lnTo>
                    <a:pt x="36065" y="16007"/>
                  </a:lnTo>
                  <a:lnTo>
                    <a:pt x="35493" y="15087"/>
                  </a:lnTo>
                  <a:lnTo>
                    <a:pt x="34897" y="14168"/>
                  </a:lnTo>
                  <a:lnTo>
                    <a:pt x="34276" y="13248"/>
                  </a:lnTo>
                  <a:lnTo>
                    <a:pt x="33629" y="12328"/>
                  </a:lnTo>
                  <a:lnTo>
                    <a:pt x="32958" y="11458"/>
                  </a:lnTo>
                  <a:lnTo>
                    <a:pt x="32262" y="10564"/>
                  </a:lnTo>
                  <a:lnTo>
                    <a:pt x="31542" y="9694"/>
                  </a:lnTo>
                  <a:lnTo>
                    <a:pt x="30796" y="8849"/>
                  </a:lnTo>
                  <a:lnTo>
                    <a:pt x="30050" y="8004"/>
                  </a:lnTo>
                  <a:lnTo>
                    <a:pt x="29255" y="7183"/>
                  </a:lnTo>
                  <a:lnTo>
                    <a:pt x="28435" y="6363"/>
                  </a:lnTo>
                  <a:lnTo>
                    <a:pt x="27615" y="5568"/>
                  </a:lnTo>
                  <a:lnTo>
                    <a:pt x="26769" y="4773"/>
                  </a:lnTo>
                  <a:lnTo>
                    <a:pt x="26769" y="4773"/>
                  </a:lnTo>
                  <a:lnTo>
                    <a:pt x="26024" y="4126"/>
                  </a:lnTo>
                  <a:lnTo>
                    <a:pt x="25278" y="3505"/>
                  </a:lnTo>
                  <a:lnTo>
                    <a:pt x="24508" y="2884"/>
                  </a:lnTo>
                  <a:lnTo>
                    <a:pt x="23737" y="2262"/>
                  </a:lnTo>
                  <a:lnTo>
                    <a:pt x="22942" y="1666"/>
                  </a:lnTo>
                  <a:lnTo>
                    <a:pt x="22147" y="1094"/>
                  </a:lnTo>
                  <a:lnTo>
                    <a:pt x="21351" y="547"/>
                  </a:lnTo>
                  <a:lnTo>
                    <a:pt x="20531" y="0"/>
                  </a:lnTo>
                  <a:lnTo>
                    <a:pt x="1" y="34946"/>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5221;p109">
              <a:extLst>
                <a:ext uri="{FF2B5EF4-FFF2-40B4-BE49-F238E27FC236}">
                  <a16:creationId xmlns:a16="http://schemas.microsoft.com/office/drawing/2014/main" id="{55292B84-49B3-9F6B-08F4-85E9F63728ED}"/>
                </a:ext>
              </a:extLst>
            </p:cNvPr>
            <p:cNvSpPr/>
            <p:nvPr/>
          </p:nvSpPr>
          <p:spPr>
            <a:xfrm>
              <a:off x="3147275" y="1044650"/>
              <a:ext cx="1071900" cy="1840525"/>
            </a:xfrm>
            <a:custGeom>
              <a:avLst/>
              <a:gdLst/>
              <a:ahLst/>
              <a:cxnLst/>
              <a:rect l="l" t="t" r="r" b="b"/>
              <a:pathLst>
                <a:path w="42876" h="73621" extrusionOk="0">
                  <a:moveTo>
                    <a:pt x="20531" y="0"/>
                  </a:moveTo>
                  <a:lnTo>
                    <a:pt x="15833" y="8004"/>
                  </a:lnTo>
                  <a:lnTo>
                    <a:pt x="1" y="34946"/>
                  </a:lnTo>
                  <a:lnTo>
                    <a:pt x="22420" y="73620"/>
                  </a:lnTo>
                  <a:lnTo>
                    <a:pt x="23215" y="73222"/>
                  </a:lnTo>
                  <a:lnTo>
                    <a:pt x="23986" y="72825"/>
                  </a:lnTo>
                  <a:lnTo>
                    <a:pt x="24756" y="72377"/>
                  </a:lnTo>
                  <a:lnTo>
                    <a:pt x="25527" y="71930"/>
                  </a:lnTo>
                  <a:lnTo>
                    <a:pt x="26272" y="71458"/>
                  </a:lnTo>
                  <a:lnTo>
                    <a:pt x="26993" y="70961"/>
                  </a:lnTo>
                  <a:lnTo>
                    <a:pt x="27714" y="70439"/>
                  </a:lnTo>
                  <a:lnTo>
                    <a:pt x="28435" y="69917"/>
                  </a:lnTo>
                  <a:lnTo>
                    <a:pt x="29131" y="69370"/>
                  </a:lnTo>
                  <a:lnTo>
                    <a:pt x="29802" y="68823"/>
                  </a:lnTo>
                  <a:lnTo>
                    <a:pt x="30473" y="68251"/>
                  </a:lnTo>
                  <a:lnTo>
                    <a:pt x="31119" y="67655"/>
                  </a:lnTo>
                  <a:lnTo>
                    <a:pt x="31765" y="67058"/>
                  </a:lnTo>
                  <a:lnTo>
                    <a:pt x="32387" y="66412"/>
                  </a:lnTo>
                  <a:lnTo>
                    <a:pt x="33008" y="65791"/>
                  </a:lnTo>
                  <a:lnTo>
                    <a:pt x="33605" y="65120"/>
                  </a:lnTo>
                  <a:lnTo>
                    <a:pt x="34176" y="64474"/>
                  </a:lnTo>
                  <a:lnTo>
                    <a:pt x="34723" y="63778"/>
                  </a:lnTo>
                  <a:lnTo>
                    <a:pt x="35270" y="63106"/>
                  </a:lnTo>
                  <a:lnTo>
                    <a:pt x="35792" y="62411"/>
                  </a:lnTo>
                  <a:lnTo>
                    <a:pt x="36289" y="61690"/>
                  </a:lnTo>
                  <a:lnTo>
                    <a:pt x="36761" y="60969"/>
                  </a:lnTo>
                  <a:lnTo>
                    <a:pt x="37233" y="60248"/>
                  </a:lnTo>
                  <a:lnTo>
                    <a:pt x="37681" y="59503"/>
                  </a:lnTo>
                  <a:lnTo>
                    <a:pt x="38103" y="58757"/>
                  </a:lnTo>
                  <a:lnTo>
                    <a:pt x="38501" y="58011"/>
                  </a:lnTo>
                  <a:lnTo>
                    <a:pt x="38899" y="57241"/>
                  </a:lnTo>
                  <a:lnTo>
                    <a:pt x="39271" y="56470"/>
                  </a:lnTo>
                  <a:lnTo>
                    <a:pt x="39619" y="55700"/>
                  </a:lnTo>
                  <a:lnTo>
                    <a:pt x="39967" y="54904"/>
                  </a:lnTo>
                  <a:lnTo>
                    <a:pt x="40266" y="54109"/>
                  </a:lnTo>
                  <a:lnTo>
                    <a:pt x="40564" y="53314"/>
                  </a:lnTo>
                  <a:lnTo>
                    <a:pt x="40837" y="52518"/>
                  </a:lnTo>
                  <a:lnTo>
                    <a:pt x="41111" y="51698"/>
                  </a:lnTo>
                  <a:lnTo>
                    <a:pt x="41359" y="50878"/>
                  </a:lnTo>
                  <a:lnTo>
                    <a:pt x="41583" y="50058"/>
                  </a:lnTo>
                  <a:lnTo>
                    <a:pt x="41782" y="49238"/>
                  </a:lnTo>
                  <a:lnTo>
                    <a:pt x="41981" y="48393"/>
                  </a:lnTo>
                  <a:lnTo>
                    <a:pt x="42130" y="47547"/>
                  </a:lnTo>
                  <a:lnTo>
                    <a:pt x="42304" y="46727"/>
                  </a:lnTo>
                  <a:lnTo>
                    <a:pt x="42428" y="45857"/>
                  </a:lnTo>
                  <a:lnTo>
                    <a:pt x="42552" y="45012"/>
                  </a:lnTo>
                  <a:lnTo>
                    <a:pt x="42652" y="44167"/>
                  </a:lnTo>
                  <a:lnTo>
                    <a:pt x="42726" y="43297"/>
                  </a:lnTo>
                  <a:lnTo>
                    <a:pt x="42776" y="42452"/>
                  </a:lnTo>
                  <a:lnTo>
                    <a:pt x="42826" y="41582"/>
                  </a:lnTo>
                  <a:lnTo>
                    <a:pt x="42850" y="40712"/>
                  </a:lnTo>
                  <a:lnTo>
                    <a:pt x="42875" y="39842"/>
                  </a:lnTo>
                  <a:lnTo>
                    <a:pt x="42850" y="38674"/>
                  </a:lnTo>
                  <a:lnTo>
                    <a:pt x="42801" y="37506"/>
                  </a:lnTo>
                  <a:lnTo>
                    <a:pt x="42726" y="36313"/>
                  </a:lnTo>
                  <a:lnTo>
                    <a:pt x="42602" y="35145"/>
                  </a:lnTo>
                  <a:lnTo>
                    <a:pt x="42453" y="33952"/>
                  </a:lnTo>
                  <a:lnTo>
                    <a:pt x="42279" y="32784"/>
                  </a:lnTo>
                  <a:lnTo>
                    <a:pt x="42080" y="31616"/>
                  </a:lnTo>
                  <a:lnTo>
                    <a:pt x="41831" y="30423"/>
                  </a:lnTo>
                  <a:lnTo>
                    <a:pt x="41558" y="29254"/>
                  </a:lnTo>
                  <a:lnTo>
                    <a:pt x="41260" y="28086"/>
                  </a:lnTo>
                  <a:lnTo>
                    <a:pt x="40937" y="26918"/>
                  </a:lnTo>
                  <a:lnTo>
                    <a:pt x="40564" y="25775"/>
                  </a:lnTo>
                  <a:lnTo>
                    <a:pt x="40166" y="24607"/>
                  </a:lnTo>
                  <a:lnTo>
                    <a:pt x="39744" y="23463"/>
                  </a:lnTo>
                  <a:lnTo>
                    <a:pt x="39271" y="22320"/>
                  </a:lnTo>
                  <a:lnTo>
                    <a:pt x="38799" y="21201"/>
                  </a:lnTo>
                  <a:lnTo>
                    <a:pt x="38277" y="20058"/>
                  </a:lnTo>
                  <a:lnTo>
                    <a:pt x="37706" y="18965"/>
                  </a:lnTo>
                  <a:lnTo>
                    <a:pt x="37134" y="17846"/>
                  </a:lnTo>
                  <a:lnTo>
                    <a:pt x="36513" y="16752"/>
                  </a:lnTo>
                  <a:lnTo>
                    <a:pt x="35866" y="15684"/>
                  </a:lnTo>
                  <a:lnTo>
                    <a:pt x="35195" y="14615"/>
                  </a:lnTo>
                  <a:lnTo>
                    <a:pt x="34474" y="13546"/>
                  </a:lnTo>
                  <a:lnTo>
                    <a:pt x="33754" y="12527"/>
                  </a:lnTo>
                  <a:lnTo>
                    <a:pt x="32983" y="11483"/>
                  </a:lnTo>
                  <a:lnTo>
                    <a:pt x="32188" y="10489"/>
                  </a:lnTo>
                  <a:lnTo>
                    <a:pt x="31343" y="9495"/>
                  </a:lnTo>
                  <a:lnTo>
                    <a:pt x="30498" y="8501"/>
                  </a:lnTo>
                  <a:lnTo>
                    <a:pt x="29603" y="7556"/>
                  </a:lnTo>
                  <a:lnTo>
                    <a:pt x="28683" y="6612"/>
                  </a:lnTo>
                  <a:lnTo>
                    <a:pt x="27739" y="5692"/>
                  </a:lnTo>
                  <a:lnTo>
                    <a:pt x="26769" y="4773"/>
                  </a:lnTo>
                  <a:lnTo>
                    <a:pt x="26024" y="4126"/>
                  </a:lnTo>
                  <a:lnTo>
                    <a:pt x="25278" y="3505"/>
                  </a:lnTo>
                  <a:lnTo>
                    <a:pt x="24508" y="2884"/>
                  </a:lnTo>
                  <a:lnTo>
                    <a:pt x="23737" y="2262"/>
                  </a:lnTo>
                  <a:lnTo>
                    <a:pt x="22942" y="1666"/>
                  </a:lnTo>
                  <a:lnTo>
                    <a:pt x="22147" y="1094"/>
                  </a:lnTo>
                  <a:lnTo>
                    <a:pt x="21351" y="547"/>
                  </a:lnTo>
                  <a:lnTo>
                    <a:pt x="20531" y="0"/>
                  </a:lnTo>
                  <a:close/>
                </a:path>
              </a:pathLst>
            </a:custGeom>
            <a:solidFill>
              <a:srgbClr val="DC952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5222;p109">
              <a:extLst>
                <a:ext uri="{FF2B5EF4-FFF2-40B4-BE49-F238E27FC236}">
                  <a16:creationId xmlns:a16="http://schemas.microsoft.com/office/drawing/2014/main" id="{8512E9E8-AE98-A0D8-E2FA-8A394F3A1233}"/>
                </a:ext>
              </a:extLst>
            </p:cNvPr>
            <p:cNvSpPr/>
            <p:nvPr/>
          </p:nvSpPr>
          <p:spPr>
            <a:xfrm>
              <a:off x="3147275" y="1044650"/>
              <a:ext cx="1071900" cy="1840525"/>
            </a:xfrm>
            <a:custGeom>
              <a:avLst/>
              <a:gdLst/>
              <a:ahLst/>
              <a:cxnLst/>
              <a:rect l="l" t="t" r="r" b="b"/>
              <a:pathLst>
                <a:path w="42876" h="73621" fill="none" extrusionOk="0">
                  <a:moveTo>
                    <a:pt x="20531" y="0"/>
                  </a:moveTo>
                  <a:lnTo>
                    <a:pt x="15833" y="8004"/>
                  </a:lnTo>
                  <a:lnTo>
                    <a:pt x="1" y="34946"/>
                  </a:lnTo>
                  <a:lnTo>
                    <a:pt x="22420" y="73620"/>
                  </a:lnTo>
                  <a:lnTo>
                    <a:pt x="22420" y="73620"/>
                  </a:lnTo>
                  <a:lnTo>
                    <a:pt x="23215" y="73222"/>
                  </a:lnTo>
                  <a:lnTo>
                    <a:pt x="23986" y="72825"/>
                  </a:lnTo>
                  <a:lnTo>
                    <a:pt x="24756" y="72377"/>
                  </a:lnTo>
                  <a:lnTo>
                    <a:pt x="25527" y="71930"/>
                  </a:lnTo>
                  <a:lnTo>
                    <a:pt x="26272" y="71458"/>
                  </a:lnTo>
                  <a:lnTo>
                    <a:pt x="26993" y="70961"/>
                  </a:lnTo>
                  <a:lnTo>
                    <a:pt x="27714" y="70439"/>
                  </a:lnTo>
                  <a:lnTo>
                    <a:pt x="28435" y="69917"/>
                  </a:lnTo>
                  <a:lnTo>
                    <a:pt x="29131" y="69370"/>
                  </a:lnTo>
                  <a:lnTo>
                    <a:pt x="29802" y="68823"/>
                  </a:lnTo>
                  <a:lnTo>
                    <a:pt x="30473" y="68251"/>
                  </a:lnTo>
                  <a:lnTo>
                    <a:pt x="31119" y="67655"/>
                  </a:lnTo>
                  <a:lnTo>
                    <a:pt x="31765" y="67058"/>
                  </a:lnTo>
                  <a:lnTo>
                    <a:pt x="32387" y="66412"/>
                  </a:lnTo>
                  <a:lnTo>
                    <a:pt x="33008" y="65791"/>
                  </a:lnTo>
                  <a:lnTo>
                    <a:pt x="33605" y="65120"/>
                  </a:lnTo>
                  <a:lnTo>
                    <a:pt x="33605" y="65120"/>
                  </a:lnTo>
                  <a:lnTo>
                    <a:pt x="34176" y="64474"/>
                  </a:lnTo>
                  <a:lnTo>
                    <a:pt x="34723" y="63778"/>
                  </a:lnTo>
                  <a:lnTo>
                    <a:pt x="35270" y="63106"/>
                  </a:lnTo>
                  <a:lnTo>
                    <a:pt x="35792" y="62411"/>
                  </a:lnTo>
                  <a:lnTo>
                    <a:pt x="36289" y="61690"/>
                  </a:lnTo>
                  <a:lnTo>
                    <a:pt x="36761" y="60969"/>
                  </a:lnTo>
                  <a:lnTo>
                    <a:pt x="37233" y="60248"/>
                  </a:lnTo>
                  <a:lnTo>
                    <a:pt x="37681" y="59503"/>
                  </a:lnTo>
                  <a:lnTo>
                    <a:pt x="38103" y="58757"/>
                  </a:lnTo>
                  <a:lnTo>
                    <a:pt x="38501" y="58011"/>
                  </a:lnTo>
                  <a:lnTo>
                    <a:pt x="38899" y="57241"/>
                  </a:lnTo>
                  <a:lnTo>
                    <a:pt x="39271" y="56470"/>
                  </a:lnTo>
                  <a:lnTo>
                    <a:pt x="39619" y="55700"/>
                  </a:lnTo>
                  <a:lnTo>
                    <a:pt x="39967" y="54904"/>
                  </a:lnTo>
                  <a:lnTo>
                    <a:pt x="40266" y="54109"/>
                  </a:lnTo>
                  <a:lnTo>
                    <a:pt x="40564" y="53314"/>
                  </a:lnTo>
                  <a:lnTo>
                    <a:pt x="40837" y="52518"/>
                  </a:lnTo>
                  <a:lnTo>
                    <a:pt x="41111" y="51698"/>
                  </a:lnTo>
                  <a:lnTo>
                    <a:pt x="41359" y="50878"/>
                  </a:lnTo>
                  <a:lnTo>
                    <a:pt x="41583" y="50058"/>
                  </a:lnTo>
                  <a:lnTo>
                    <a:pt x="41782" y="49238"/>
                  </a:lnTo>
                  <a:lnTo>
                    <a:pt x="41981" y="48393"/>
                  </a:lnTo>
                  <a:lnTo>
                    <a:pt x="42130" y="47547"/>
                  </a:lnTo>
                  <a:lnTo>
                    <a:pt x="42304" y="46727"/>
                  </a:lnTo>
                  <a:lnTo>
                    <a:pt x="42428" y="45857"/>
                  </a:lnTo>
                  <a:lnTo>
                    <a:pt x="42552" y="45012"/>
                  </a:lnTo>
                  <a:lnTo>
                    <a:pt x="42652" y="44167"/>
                  </a:lnTo>
                  <a:lnTo>
                    <a:pt x="42726" y="43297"/>
                  </a:lnTo>
                  <a:lnTo>
                    <a:pt x="42776" y="42452"/>
                  </a:lnTo>
                  <a:lnTo>
                    <a:pt x="42826" y="41582"/>
                  </a:lnTo>
                  <a:lnTo>
                    <a:pt x="42850" y="40712"/>
                  </a:lnTo>
                  <a:lnTo>
                    <a:pt x="42875" y="39842"/>
                  </a:lnTo>
                  <a:lnTo>
                    <a:pt x="42875" y="39842"/>
                  </a:lnTo>
                  <a:lnTo>
                    <a:pt x="42850" y="38674"/>
                  </a:lnTo>
                  <a:lnTo>
                    <a:pt x="42801" y="37506"/>
                  </a:lnTo>
                  <a:lnTo>
                    <a:pt x="42726" y="36313"/>
                  </a:lnTo>
                  <a:lnTo>
                    <a:pt x="42602" y="35145"/>
                  </a:lnTo>
                  <a:lnTo>
                    <a:pt x="42453" y="33952"/>
                  </a:lnTo>
                  <a:lnTo>
                    <a:pt x="42279" y="32784"/>
                  </a:lnTo>
                  <a:lnTo>
                    <a:pt x="42080" y="31616"/>
                  </a:lnTo>
                  <a:lnTo>
                    <a:pt x="41831" y="30423"/>
                  </a:lnTo>
                  <a:lnTo>
                    <a:pt x="41558" y="29254"/>
                  </a:lnTo>
                  <a:lnTo>
                    <a:pt x="41260" y="28086"/>
                  </a:lnTo>
                  <a:lnTo>
                    <a:pt x="40937" y="26918"/>
                  </a:lnTo>
                  <a:lnTo>
                    <a:pt x="40564" y="25775"/>
                  </a:lnTo>
                  <a:lnTo>
                    <a:pt x="40166" y="24607"/>
                  </a:lnTo>
                  <a:lnTo>
                    <a:pt x="39744" y="23463"/>
                  </a:lnTo>
                  <a:lnTo>
                    <a:pt x="39271" y="22320"/>
                  </a:lnTo>
                  <a:lnTo>
                    <a:pt x="38799" y="21201"/>
                  </a:lnTo>
                  <a:lnTo>
                    <a:pt x="38277" y="20058"/>
                  </a:lnTo>
                  <a:lnTo>
                    <a:pt x="37706" y="18965"/>
                  </a:lnTo>
                  <a:lnTo>
                    <a:pt x="37134" y="17846"/>
                  </a:lnTo>
                  <a:lnTo>
                    <a:pt x="36513" y="16752"/>
                  </a:lnTo>
                  <a:lnTo>
                    <a:pt x="35866" y="15684"/>
                  </a:lnTo>
                  <a:lnTo>
                    <a:pt x="35195" y="14615"/>
                  </a:lnTo>
                  <a:lnTo>
                    <a:pt x="34474" y="13546"/>
                  </a:lnTo>
                  <a:lnTo>
                    <a:pt x="33754" y="12527"/>
                  </a:lnTo>
                  <a:lnTo>
                    <a:pt x="32983" y="11483"/>
                  </a:lnTo>
                  <a:lnTo>
                    <a:pt x="32188" y="10489"/>
                  </a:lnTo>
                  <a:lnTo>
                    <a:pt x="31343" y="9495"/>
                  </a:lnTo>
                  <a:lnTo>
                    <a:pt x="30498" y="8501"/>
                  </a:lnTo>
                  <a:lnTo>
                    <a:pt x="29603" y="7556"/>
                  </a:lnTo>
                  <a:lnTo>
                    <a:pt x="28683" y="6612"/>
                  </a:lnTo>
                  <a:lnTo>
                    <a:pt x="27739" y="5692"/>
                  </a:lnTo>
                  <a:lnTo>
                    <a:pt x="26769" y="4773"/>
                  </a:lnTo>
                  <a:lnTo>
                    <a:pt x="26769" y="4773"/>
                  </a:lnTo>
                  <a:lnTo>
                    <a:pt x="26024" y="4126"/>
                  </a:lnTo>
                  <a:lnTo>
                    <a:pt x="25278" y="3505"/>
                  </a:lnTo>
                  <a:lnTo>
                    <a:pt x="24508" y="2884"/>
                  </a:lnTo>
                  <a:lnTo>
                    <a:pt x="23737" y="2262"/>
                  </a:lnTo>
                  <a:lnTo>
                    <a:pt x="22942" y="1666"/>
                  </a:lnTo>
                  <a:lnTo>
                    <a:pt x="22147" y="1094"/>
                  </a:lnTo>
                  <a:lnTo>
                    <a:pt x="21351" y="547"/>
                  </a:lnTo>
                  <a:lnTo>
                    <a:pt x="20531"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5223;p109">
              <a:extLst>
                <a:ext uri="{FF2B5EF4-FFF2-40B4-BE49-F238E27FC236}">
                  <a16:creationId xmlns:a16="http://schemas.microsoft.com/office/drawing/2014/main" id="{D8C52D6A-BCCA-3693-D7F5-39ECF5BFD818}"/>
                </a:ext>
              </a:extLst>
            </p:cNvPr>
            <p:cNvSpPr/>
            <p:nvPr/>
          </p:nvSpPr>
          <p:spPr>
            <a:xfrm>
              <a:off x="1930650" y="1605750"/>
              <a:ext cx="1852325" cy="1521750"/>
            </a:xfrm>
            <a:custGeom>
              <a:avLst/>
              <a:gdLst/>
              <a:ahLst/>
              <a:cxnLst/>
              <a:rect l="l" t="t" r="r" b="b"/>
              <a:pathLst>
                <a:path w="74093" h="60870" extrusionOk="0">
                  <a:moveTo>
                    <a:pt x="522" y="0"/>
                  </a:moveTo>
                  <a:lnTo>
                    <a:pt x="299" y="1566"/>
                  </a:lnTo>
                  <a:lnTo>
                    <a:pt x="150" y="3132"/>
                  </a:lnTo>
                  <a:lnTo>
                    <a:pt x="50" y="4698"/>
                  </a:lnTo>
                  <a:lnTo>
                    <a:pt x="1" y="6288"/>
                  </a:lnTo>
                  <a:lnTo>
                    <a:pt x="1" y="7854"/>
                  </a:lnTo>
                  <a:lnTo>
                    <a:pt x="50" y="9445"/>
                  </a:lnTo>
                  <a:lnTo>
                    <a:pt x="174" y="11036"/>
                  </a:lnTo>
                  <a:lnTo>
                    <a:pt x="324" y="12602"/>
                  </a:lnTo>
                  <a:lnTo>
                    <a:pt x="522" y="14192"/>
                  </a:lnTo>
                  <a:lnTo>
                    <a:pt x="796" y="15758"/>
                  </a:lnTo>
                  <a:lnTo>
                    <a:pt x="1094" y="17324"/>
                  </a:lnTo>
                  <a:lnTo>
                    <a:pt x="1467" y="18890"/>
                  </a:lnTo>
                  <a:lnTo>
                    <a:pt x="1865" y="20431"/>
                  </a:lnTo>
                  <a:lnTo>
                    <a:pt x="2312" y="21972"/>
                  </a:lnTo>
                  <a:lnTo>
                    <a:pt x="2834" y="23513"/>
                  </a:lnTo>
                  <a:lnTo>
                    <a:pt x="3381" y="25029"/>
                  </a:lnTo>
                  <a:lnTo>
                    <a:pt x="3977" y="26545"/>
                  </a:lnTo>
                  <a:lnTo>
                    <a:pt x="4623" y="28036"/>
                  </a:lnTo>
                  <a:lnTo>
                    <a:pt x="5319" y="29503"/>
                  </a:lnTo>
                  <a:lnTo>
                    <a:pt x="6065" y="30969"/>
                  </a:lnTo>
                  <a:lnTo>
                    <a:pt x="6860" y="32411"/>
                  </a:lnTo>
                  <a:lnTo>
                    <a:pt x="7681" y="33827"/>
                  </a:lnTo>
                  <a:lnTo>
                    <a:pt x="8551" y="35244"/>
                  </a:lnTo>
                  <a:lnTo>
                    <a:pt x="9470" y="36611"/>
                  </a:lnTo>
                  <a:lnTo>
                    <a:pt x="10439" y="37978"/>
                  </a:lnTo>
                  <a:lnTo>
                    <a:pt x="11434" y="39295"/>
                  </a:lnTo>
                  <a:lnTo>
                    <a:pt x="12478" y="40613"/>
                  </a:lnTo>
                  <a:lnTo>
                    <a:pt x="13571" y="41880"/>
                  </a:lnTo>
                  <a:lnTo>
                    <a:pt x="14714" y="43148"/>
                  </a:lnTo>
                  <a:lnTo>
                    <a:pt x="15883" y="44366"/>
                  </a:lnTo>
                  <a:lnTo>
                    <a:pt x="17101" y="45559"/>
                  </a:lnTo>
                  <a:lnTo>
                    <a:pt x="18368" y="46727"/>
                  </a:lnTo>
                  <a:lnTo>
                    <a:pt x="19114" y="47398"/>
                  </a:lnTo>
                  <a:lnTo>
                    <a:pt x="19859" y="48044"/>
                  </a:lnTo>
                  <a:lnTo>
                    <a:pt x="20630" y="48666"/>
                  </a:lnTo>
                  <a:lnTo>
                    <a:pt x="21425" y="49287"/>
                  </a:lnTo>
                  <a:lnTo>
                    <a:pt x="22221" y="49884"/>
                  </a:lnTo>
                  <a:lnTo>
                    <a:pt x="23016" y="50480"/>
                  </a:lnTo>
                  <a:lnTo>
                    <a:pt x="23811" y="51052"/>
                  </a:lnTo>
                  <a:lnTo>
                    <a:pt x="24632" y="51599"/>
                  </a:lnTo>
                  <a:lnTo>
                    <a:pt x="25427" y="52145"/>
                  </a:lnTo>
                  <a:lnTo>
                    <a:pt x="26272" y="52667"/>
                  </a:lnTo>
                  <a:lnTo>
                    <a:pt x="27092" y="53189"/>
                  </a:lnTo>
                  <a:lnTo>
                    <a:pt x="27937" y="53662"/>
                  </a:lnTo>
                  <a:lnTo>
                    <a:pt x="28782" y="54159"/>
                  </a:lnTo>
                  <a:lnTo>
                    <a:pt x="29627" y="54606"/>
                  </a:lnTo>
                  <a:lnTo>
                    <a:pt x="30497" y="55053"/>
                  </a:lnTo>
                  <a:lnTo>
                    <a:pt x="31342" y="55476"/>
                  </a:lnTo>
                  <a:lnTo>
                    <a:pt x="32212" y="55898"/>
                  </a:lnTo>
                  <a:lnTo>
                    <a:pt x="33082" y="56296"/>
                  </a:lnTo>
                  <a:lnTo>
                    <a:pt x="33977" y="56669"/>
                  </a:lnTo>
                  <a:lnTo>
                    <a:pt x="34847" y="57042"/>
                  </a:lnTo>
                  <a:lnTo>
                    <a:pt x="35742" y="57390"/>
                  </a:lnTo>
                  <a:lnTo>
                    <a:pt x="36636" y="57713"/>
                  </a:lnTo>
                  <a:lnTo>
                    <a:pt x="37531" y="58036"/>
                  </a:lnTo>
                  <a:lnTo>
                    <a:pt x="38426" y="58334"/>
                  </a:lnTo>
                  <a:lnTo>
                    <a:pt x="39321" y="58608"/>
                  </a:lnTo>
                  <a:lnTo>
                    <a:pt x="40215" y="58881"/>
                  </a:lnTo>
                  <a:lnTo>
                    <a:pt x="41135" y="59130"/>
                  </a:lnTo>
                  <a:lnTo>
                    <a:pt x="42030" y="59378"/>
                  </a:lnTo>
                  <a:lnTo>
                    <a:pt x="42949" y="59577"/>
                  </a:lnTo>
                  <a:lnTo>
                    <a:pt x="43869" y="59776"/>
                  </a:lnTo>
                  <a:lnTo>
                    <a:pt x="44764" y="59975"/>
                  </a:lnTo>
                  <a:lnTo>
                    <a:pt x="45683" y="60149"/>
                  </a:lnTo>
                  <a:lnTo>
                    <a:pt x="46603" y="60298"/>
                  </a:lnTo>
                  <a:lnTo>
                    <a:pt x="47523" y="60422"/>
                  </a:lnTo>
                  <a:lnTo>
                    <a:pt x="48442" y="60546"/>
                  </a:lnTo>
                  <a:lnTo>
                    <a:pt x="49362" y="60646"/>
                  </a:lnTo>
                  <a:lnTo>
                    <a:pt x="50282" y="60720"/>
                  </a:lnTo>
                  <a:lnTo>
                    <a:pt x="51176" y="60795"/>
                  </a:lnTo>
                  <a:lnTo>
                    <a:pt x="52096" y="60845"/>
                  </a:lnTo>
                  <a:lnTo>
                    <a:pt x="53016" y="60869"/>
                  </a:lnTo>
                  <a:lnTo>
                    <a:pt x="55750" y="60869"/>
                  </a:lnTo>
                  <a:lnTo>
                    <a:pt x="56669" y="60820"/>
                  </a:lnTo>
                  <a:lnTo>
                    <a:pt x="57589" y="60770"/>
                  </a:lnTo>
                  <a:lnTo>
                    <a:pt x="58484" y="60695"/>
                  </a:lnTo>
                  <a:lnTo>
                    <a:pt x="59378" y="60596"/>
                  </a:lnTo>
                  <a:lnTo>
                    <a:pt x="60298" y="60497"/>
                  </a:lnTo>
                  <a:lnTo>
                    <a:pt x="61193" y="60372"/>
                  </a:lnTo>
                  <a:lnTo>
                    <a:pt x="62088" y="60223"/>
                  </a:lnTo>
                  <a:lnTo>
                    <a:pt x="62957" y="60074"/>
                  </a:lnTo>
                  <a:lnTo>
                    <a:pt x="63852" y="59900"/>
                  </a:lnTo>
                  <a:lnTo>
                    <a:pt x="64747" y="59701"/>
                  </a:lnTo>
                  <a:lnTo>
                    <a:pt x="65617" y="59502"/>
                  </a:lnTo>
                  <a:lnTo>
                    <a:pt x="66487" y="59254"/>
                  </a:lnTo>
                  <a:lnTo>
                    <a:pt x="67357" y="59005"/>
                  </a:lnTo>
                  <a:lnTo>
                    <a:pt x="68227" y="58757"/>
                  </a:lnTo>
                  <a:lnTo>
                    <a:pt x="69072" y="58458"/>
                  </a:lnTo>
                  <a:lnTo>
                    <a:pt x="69917" y="58160"/>
                  </a:lnTo>
                  <a:lnTo>
                    <a:pt x="70762" y="57837"/>
                  </a:lnTo>
                  <a:lnTo>
                    <a:pt x="71607" y="57514"/>
                  </a:lnTo>
                  <a:lnTo>
                    <a:pt x="72452" y="57166"/>
                  </a:lnTo>
                  <a:lnTo>
                    <a:pt x="73272" y="56793"/>
                  </a:lnTo>
                  <a:lnTo>
                    <a:pt x="74092" y="56396"/>
                  </a:lnTo>
                  <a:lnTo>
                    <a:pt x="48666" y="12502"/>
                  </a:lnTo>
                  <a:lnTo>
                    <a:pt x="522" y="0"/>
                  </a:lnTo>
                  <a:close/>
                </a:path>
              </a:pathLst>
            </a:custGeom>
            <a:solidFill>
              <a:srgbClr val="0C205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5224;p109">
              <a:extLst>
                <a:ext uri="{FF2B5EF4-FFF2-40B4-BE49-F238E27FC236}">
                  <a16:creationId xmlns:a16="http://schemas.microsoft.com/office/drawing/2014/main" id="{35757240-C417-AC03-140E-93C6FC67FA80}"/>
                </a:ext>
              </a:extLst>
            </p:cNvPr>
            <p:cNvSpPr/>
            <p:nvPr/>
          </p:nvSpPr>
          <p:spPr>
            <a:xfrm>
              <a:off x="4086800" y="794850"/>
              <a:ext cx="572925" cy="113750"/>
            </a:xfrm>
            <a:custGeom>
              <a:avLst/>
              <a:gdLst/>
              <a:ahLst/>
              <a:cxnLst/>
              <a:rect l="l" t="t" r="r" b="b"/>
              <a:pathLst>
                <a:path w="22917" h="4550" extrusionOk="0">
                  <a:moveTo>
                    <a:pt x="0" y="1"/>
                  </a:moveTo>
                  <a:lnTo>
                    <a:pt x="497" y="4549"/>
                  </a:lnTo>
                  <a:lnTo>
                    <a:pt x="22916" y="4549"/>
                  </a:lnTo>
                  <a:lnTo>
                    <a:pt x="22394"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5225;p109">
              <a:extLst>
                <a:ext uri="{FF2B5EF4-FFF2-40B4-BE49-F238E27FC236}">
                  <a16:creationId xmlns:a16="http://schemas.microsoft.com/office/drawing/2014/main" id="{1F45EB1E-BE9F-325A-0888-B696AC49BF03}"/>
                </a:ext>
              </a:extLst>
            </p:cNvPr>
            <p:cNvSpPr/>
            <p:nvPr/>
          </p:nvSpPr>
          <p:spPr>
            <a:xfrm>
              <a:off x="4308000" y="971950"/>
              <a:ext cx="371600" cy="114350"/>
            </a:xfrm>
            <a:custGeom>
              <a:avLst/>
              <a:gdLst/>
              <a:ahLst/>
              <a:cxnLst/>
              <a:rect l="l" t="t" r="r" b="b"/>
              <a:pathLst>
                <a:path w="14864" h="4574" extrusionOk="0">
                  <a:moveTo>
                    <a:pt x="1" y="0"/>
                  </a:moveTo>
                  <a:lnTo>
                    <a:pt x="522" y="4574"/>
                  </a:lnTo>
                  <a:lnTo>
                    <a:pt x="14864" y="4574"/>
                  </a:lnTo>
                  <a:lnTo>
                    <a:pt x="14342"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5226;p109">
              <a:extLst>
                <a:ext uri="{FF2B5EF4-FFF2-40B4-BE49-F238E27FC236}">
                  <a16:creationId xmlns:a16="http://schemas.microsoft.com/office/drawing/2014/main" id="{F3BD8BD5-5604-09FC-18BA-CCF0B117FE2D}"/>
                </a:ext>
              </a:extLst>
            </p:cNvPr>
            <p:cNvSpPr/>
            <p:nvPr/>
          </p:nvSpPr>
          <p:spPr>
            <a:xfrm>
              <a:off x="4462725" y="3121250"/>
              <a:ext cx="460450" cy="114375"/>
            </a:xfrm>
            <a:custGeom>
              <a:avLst/>
              <a:gdLst/>
              <a:ahLst/>
              <a:cxnLst/>
              <a:rect l="l" t="t" r="r" b="b"/>
              <a:pathLst>
                <a:path w="18418" h="4575" extrusionOk="0">
                  <a:moveTo>
                    <a:pt x="0" y="1"/>
                  </a:moveTo>
                  <a:lnTo>
                    <a:pt x="522" y="4574"/>
                  </a:lnTo>
                  <a:lnTo>
                    <a:pt x="18418" y="4574"/>
                  </a:lnTo>
                  <a:lnTo>
                    <a:pt x="17896"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5227;p109">
              <a:extLst>
                <a:ext uri="{FF2B5EF4-FFF2-40B4-BE49-F238E27FC236}">
                  <a16:creationId xmlns:a16="http://schemas.microsoft.com/office/drawing/2014/main" id="{D1F6562D-FAE2-BDB6-13FB-21F169FACC24}"/>
                </a:ext>
              </a:extLst>
            </p:cNvPr>
            <p:cNvSpPr/>
            <p:nvPr/>
          </p:nvSpPr>
          <p:spPr>
            <a:xfrm>
              <a:off x="4531700" y="2944175"/>
              <a:ext cx="371600" cy="113725"/>
            </a:xfrm>
            <a:custGeom>
              <a:avLst/>
              <a:gdLst/>
              <a:ahLst/>
              <a:cxnLst/>
              <a:rect l="l" t="t" r="r" b="b"/>
              <a:pathLst>
                <a:path w="14864" h="4549" extrusionOk="0">
                  <a:moveTo>
                    <a:pt x="0" y="0"/>
                  </a:moveTo>
                  <a:lnTo>
                    <a:pt x="522" y="4549"/>
                  </a:lnTo>
                  <a:lnTo>
                    <a:pt x="14863" y="4549"/>
                  </a:lnTo>
                  <a:lnTo>
                    <a:pt x="14341"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5228;p109">
              <a:extLst>
                <a:ext uri="{FF2B5EF4-FFF2-40B4-BE49-F238E27FC236}">
                  <a16:creationId xmlns:a16="http://schemas.microsoft.com/office/drawing/2014/main" id="{504A31A5-3765-7977-1F7F-896A3F811A76}"/>
                </a:ext>
              </a:extLst>
            </p:cNvPr>
            <p:cNvSpPr/>
            <p:nvPr/>
          </p:nvSpPr>
          <p:spPr>
            <a:xfrm>
              <a:off x="4212300" y="2944175"/>
              <a:ext cx="272825" cy="113725"/>
            </a:xfrm>
            <a:custGeom>
              <a:avLst/>
              <a:gdLst/>
              <a:ahLst/>
              <a:cxnLst/>
              <a:rect l="l" t="t" r="r" b="b"/>
              <a:pathLst>
                <a:path w="10913" h="4549" extrusionOk="0">
                  <a:moveTo>
                    <a:pt x="1" y="0"/>
                  </a:moveTo>
                  <a:lnTo>
                    <a:pt x="523" y="4549"/>
                  </a:lnTo>
                  <a:lnTo>
                    <a:pt x="10912" y="4549"/>
                  </a:lnTo>
                  <a:lnTo>
                    <a:pt x="10415"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5229;p109">
              <a:extLst>
                <a:ext uri="{FF2B5EF4-FFF2-40B4-BE49-F238E27FC236}">
                  <a16:creationId xmlns:a16="http://schemas.microsoft.com/office/drawing/2014/main" id="{B8FA5CDA-F379-CA33-4C57-AD2F4F49C4A6}"/>
                </a:ext>
              </a:extLst>
            </p:cNvPr>
            <p:cNvSpPr/>
            <p:nvPr/>
          </p:nvSpPr>
          <p:spPr>
            <a:xfrm>
              <a:off x="1357125" y="971950"/>
              <a:ext cx="572925" cy="114350"/>
            </a:xfrm>
            <a:custGeom>
              <a:avLst/>
              <a:gdLst/>
              <a:ahLst/>
              <a:cxnLst/>
              <a:rect l="l" t="t" r="r" b="b"/>
              <a:pathLst>
                <a:path w="22917" h="4574" extrusionOk="0">
                  <a:moveTo>
                    <a:pt x="1" y="0"/>
                  </a:moveTo>
                  <a:lnTo>
                    <a:pt x="498" y="4574"/>
                  </a:lnTo>
                  <a:lnTo>
                    <a:pt x="22917" y="4574"/>
                  </a:lnTo>
                  <a:lnTo>
                    <a:pt x="22395"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5230;p109">
              <a:extLst>
                <a:ext uri="{FF2B5EF4-FFF2-40B4-BE49-F238E27FC236}">
                  <a16:creationId xmlns:a16="http://schemas.microsoft.com/office/drawing/2014/main" id="{D73C0AD2-489D-68AA-F62F-DB7B1F7EE775}"/>
                </a:ext>
              </a:extLst>
            </p:cNvPr>
            <p:cNvSpPr/>
            <p:nvPr/>
          </p:nvSpPr>
          <p:spPr>
            <a:xfrm>
              <a:off x="1336625" y="794850"/>
              <a:ext cx="371600" cy="113750"/>
            </a:xfrm>
            <a:custGeom>
              <a:avLst/>
              <a:gdLst/>
              <a:ahLst/>
              <a:cxnLst/>
              <a:rect l="l" t="t" r="r" b="b"/>
              <a:pathLst>
                <a:path w="14864" h="4550" extrusionOk="0">
                  <a:moveTo>
                    <a:pt x="0" y="1"/>
                  </a:moveTo>
                  <a:lnTo>
                    <a:pt x="522" y="4549"/>
                  </a:lnTo>
                  <a:lnTo>
                    <a:pt x="14864" y="4549"/>
                  </a:lnTo>
                  <a:lnTo>
                    <a:pt x="14342"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5231;p109">
              <a:extLst>
                <a:ext uri="{FF2B5EF4-FFF2-40B4-BE49-F238E27FC236}">
                  <a16:creationId xmlns:a16="http://schemas.microsoft.com/office/drawing/2014/main" id="{BFC42ACC-425E-7D05-14B3-521AE3605DD7}"/>
                </a:ext>
              </a:extLst>
            </p:cNvPr>
            <p:cNvSpPr/>
            <p:nvPr/>
          </p:nvSpPr>
          <p:spPr>
            <a:xfrm>
              <a:off x="1580200" y="2944175"/>
              <a:ext cx="461075" cy="113725"/>
            </a:xfrm>
            <a:custGeom>
              <a:avLst/>
              <a:gdLst/>
              <a:ahLst/>
              <a:cxnLst/>
              <a:rect l="l" t="t" r="r" b="b"/>
              <a:pathLst>
                <a:path w="18443" h="4549" extrusionOk="0">
                  <a:moveTo>
                    <a:pt x="0" y="0"/>
                  </a:moveTo>
                  <a:lnTo>
                    <a:pt x="522" y="4549"/>
                  </a:lnTo>
                  <a:lnTo>
                    <a:pt x="18443" y="4549"/>
                  </a:lnTo>
                  <a:lnTo>
                    <a:pt x="17921" y="0"/>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5232;p109">
              <a:extLst>
                <a:ext uri="{FF2B5EF4-FFF2-40B4-BE49-F238E27FC236}">
                  <a16:creationId xmlns:a16="http://schemas.microsoft.com/office/drawing/2014/main" id="{D63B902C-74DF-1278-587E-E266659E4DA6}"/>
                </a:ext>
              </a:extLst>
            </p:cNvPr>
            <p:cNvSpPr/>
            <p:nvPr/>
          </p:nvSpPr>
          <p:spPr>
            <a:xfrm>
              <a:off x="1600700" y="3121250"/>
              <a:ext cx="371600" cy="114375"/>
            </a:xfrm>
            <a:custGeom>
              <a:avLst/>
              <a:gdLst/>
              <a:ahLst/>
              <a:cxnLst/>
              <a:rect l="l" t="t" r="r" b="b"/>
              <a:pathLst>
                <a:path w="14864" h="4575" extrusionOk="0">
                  <a:moveTo>
                    <a:pt x="1" y="1"/>
                  </a:moveTo>
                  <a:lnTo>
                    <a:pt x="498" y="4574"/>
                  </a:lnTo>
                  <a:lnTo>
                    <a:pt x="14864" y="4574"/>
                  </a:lnTo>
                  <a:lnTo>
                    <a:pt x="14342"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5233;p109">
              <a:extLst>
                <a:ext uri="{FF2B5EF4-FFF2-40B4-BE49-F238E27FC236}">
                  <a16:creationId xmlns:a16="http://schemas.microsoft.com/office/drawing/2014/main" id="{AB2BC802-3DF7-DBD8-0D9E-29E250DE925C}"/>
                </a:ext>
              </a:extLst>
            </p:cNvPr>
            <p:cNvSpPr/>
            <p:nvPr/>
          </p:nvSpPr>
          <p:spPr>
            <a:xfrm>
              <a:off x="2018275" y="3121250"/>
              <a:ext cx="272800" cy="114375"/>
            </a:xfrm>
            <a:custGeom>
              <a:avLst/>
              <a:gdLst/>
              <a:ahLst/>
              <a:cxnLst/>
              <a:rect l="l" t="t" r="r" b="b"/>
              <a:pathLst>
                <a:path w="10912" h="4575" extrusionOk="0">
                  <a:moveTo>
                    <a:pt x="0" y="1"/>
                  </a:moveTo>
                  <a:lnTo>
                    <a:pt x="522" y="4574"/>
                  </a:lnTo>
                  <a:lnTo>
                    <a:pt x="10911" y="4574"/>
                  </a:lnTo>
                  <a:lnTo>
                    <a:pt x="10389" y="1"/>
                  </a:lnTo>
                  <a:close/>
                </a:path>
              </a:pathLst>
            </a:custGeom>
            <a:solidFill>
              <a:srgbClr val="EFEFE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5234;p109">
              <a:extLst>
                <a:ext uri="{FF2B5EF4-FFF2-40B4-BE49-F238E27FC236}">
                  <a16:creationId xmlns:a16="http://schemas.microsoft.com/office/drawing/2014/main" id="{63EB8177-A122-43A3-E0E5-97EB4F8816F5}"/>
                </a:ext>
              </a:extLst>
            </p:cNvPr>
            <p:cNvSpPr/>
            <p:nvPr/>
          </p:nvSpPr>
          <p:spPr>
            <a:xfrm>
              <a:off x="6241075" y="1299400"/>
              <a:ext cx="287725" cy="683550"/>
            </a:xfrm>
            <a:custGeom>
              <a:avLst/>
              <a:gdLst/>
              <a:ahLst/>
              <a:cxnLst/>
              <a:rect l="l" t="t" r="r" b="b"/>
              <a:pathLst>
                <a:path w="11509" h="27342" extrusionOk="0">
                  <a:moveTo>
                    <a:pt x="4847" y="1"/>
                  </a:moveTo>
                  <a:lnTo>
                    <a:pt x="0" y="3033"/>
                  </a:lnTo>
                  <a:lnTo>
                    <a:pt x="398" y="3754"/>
                  </a:lnTo>
                  <a:lnTo>
                    <a:pt x="821" y="4524"/>
                  </a:lnTo>
                  <a:lnTo>
                    <a:pt x="1218" y="5320"/>
                  </a:lnTo>
                  <a:lnTo>
                    <a:pt x="1616" y="6115"/>
                  </a:lnTo>
                  <a:lnTo>
                    <a:pt x="2387" y="7756"/>
                  </a:lnTo>
                  <a:lnTo>
                    <a:pt x="3132" y="9421"/>
                  </a:lnTo>
                  <a:lnTo>
                    <a:pt x="3828" y="11111"/>
                  </a:lnTo>
                  <a:lnTo>
                    <a:pt x="4499" y="12801"/>
                  </a:lnTo>
                  <a:lnTo>
                    <a:pt x="5096" y="14516"/>
                  </a:lnTo>
                  <a:lnTo>
                    <a:pt x="5667" y="16256"/>
                  </a:lnTo>
                  <a:lnTo>
                    <a:pt x="5941" y="17126"/>
                  </a:lnTo>
                  <a:lnTo>
                    <a:pt x="6189" y="18020"/>
                  </a:lnTo>
                  <a:lnTo>
                    <a:pt x="6413" y="18716"/>
                  </a:lnTo>
                  <a:lnTo>
                    <a:pt x="6463" y="18915"/>
                  </a:lnTo>
                  <a:lnTo>
                    <a:pt x="6488" y="19139"/>
                  </a:lnTo>
                  <a:lnTo>
                    <a:pt x="6488" y="19338"/>
                  </a:lnTo>
                  <a:lnTo>
                    <a:pt x="6463" y="19537"/>
                  </a:lnTo>
                  <a:lnTo>
                    <a:pt x="6413" y="19760"/>
                  </a:lnTo>
                  <a:lnTo>
                    <a:pt x="6363" y="19959"/>
                  </a:lnTo>
                  <a:lnTo>
                    <a:pt x="6239" y="20233"/>
                  </a:lnTo>
                  <a:lnTo>
                    <a:pt x="6090" y="20481"/>
                  </a:lnTo>
                  <a:lnTo>
                    <a:pt x="5916" y="20730"/>
                  </a:lnTo>
                  <a:lnTo>
                    <a:pt x="5717" y="20953"/>
                  </a:lnTo>
                  <a:lnTo>
                    <a:pt x="5493" y="21227"/>
                  </a:lnTo>
                  <a:lnTo>
                    <a:pt x="5220" y="21475"/>
                  </a:lnTo>
                  <a:lnTo>
                    <a:pt x="4947" y="21749"/>
                  </a:lnTo>
                  <a:lnTo>
                    <a:pt x="4648" y="21997"/>
                  </a:lnTo>
                  <a:lnTo>
                    <a:pt x="4002" y="22494"/>
                  </a:lnTo>
                  <a:lnTo>
                    <a:pt x="3306" y="22942"/>
                  </a:lnTo>
                  <a:lnTo>
                    <a:pt x="2560" y="23389"/>
                  </a:lnTo>
                  <a:lnTo>
                    <a:pt x="1790" y="23812"/>
                  </a:lnTo>
                  <a:lnTo>
                    <a:pt x="995" y="24209"/>
                  </a:lnTo>
                  <a:lnTo>
                    <a:pt x="224" y="24582"/>
                  </a:lnTo>
                  <a:lnTo>
                    <a:pt x="846" y="27341"/>
                  </a:lnTo>
                  <a:lnTo>
                    <a:pt x="1367" y="27266"/>
                  </a:lnTo>
                  <a:lnTo>
                    <a:pt x="1889" y="27192"/>
                  </a:lnTo>
                  <a:lnTo>
                    <a:pt x="2411" y="27092"/>
                  </a:lnTo>
                  <a:lnTo>
                    <a:pt x="2908" y="26968"/>
                  </a:lnTo>
                  <a:lnTo>
                    <a:pt x="3430" y="26844"/>
                  </a:lnTo>
                  <a:lnTo>
                    <a:pt x="3928" y="26720"/>
                  </a:lnTo>
                  <a:lnTo>
                    <a:pt x="4425" y="26546"/>
                  </a:lnTo>
                  <a:lnTo>
                    <a:pt x="4922" y="26372"/>
                  </a:lnTo>
                  <a:lnTo>
                    <a:pt x="5444" y="26198"/>
                  </a:lnTo>
                  <a:lnTo>
                    <a:pt x="5966" y="25974"/>
                  </a:lnTo>
                  <a:lnTo>
                    <a:pt x="6488" y="25725"/>
                  </a:lnTo>
                  <a:lnTo>
                    <a:pt x="6985" y="25477"/>
                  </a:lnTo>
                  <a:lnTo>
                    <a:pt x="7457" y="25179"/>
                  </a:lnTo>
                  <a:lnTo>
                    <a:pt x="7929" y="24880"/>
                  </a:lnTo>
                  <a:lnTo>
                    <a:pt x="8401" y="24557"/>
                  </a:lnTo>
                  <a:lnTo>
                    <a:pt x="8824" y="24209"/>
                  </a:lnTo>
                  <a:lnTo>
                    <a:pt x="9321" y="23762"/>
                  </a:lnTo>
                  <a:lnTo>
                    <a:pt x="9768" y="23290"/>
                  </a:lnTo>
                  <a:lnTo>
                    <a:pt x="10191" y="22768"/>
                  </a:lnTo>
                  <a:lnTo>
                    <a:pt x="10539" y="22221"/>
                  </a:lnTo>
                  <a:lnTo>
                    <a:pt x="10713" y="21873"/>
                  </a:lnTo>
                  <a:lnTo>
                    <a:pt x="10887" y="21550"/>
                  </a:lnTo>
                  <a:lnTo>
                    <a:pt x="11036" y="21202"/>
                  </a:lnTo>
                  <a:lnTo>
                    <a:pt x="11160" y="20854"/>
                  </a:lnTo>
                  <a:lnTo>
                    <a:pt x="11260" y="20506"/>
                  </a:lnTo>
                  <a:lnTo>
                    <a:pt x="11359" y="20133"/>
                  </a:lnTo>
                  <a:lnTo>
                    <a:pt x="11409" y="19785"/>
                  </a:lnTo>
                  <a:lnTo>
                    <a:pt x="11458" y="19412"/>
                  </a:lnTo>
                  <a:lnTo>
                    <a:pt x="11483" y="19040"/>
                  </a:lnTo>
                  <a:lnTo>
                    <a:pt x="11508" y="18667"/>
                  </a:lnTo>
                  <a:lnTo>
                    <a:pt x="11483" y="18294"/>
                  </a:lnTo>
                  <a:lnTo>
                    <a:pt x="11458" y="17921"/>
                  </a:lnTo>
                  <a:lnTo>
                    <a:pt x="11409" y="17573"/>
                  </a:lnTo>
                  <a:lnTo>
                    <a:pt x="11384" y="17399"/>
                  </a:lnTo>
                  <a:lnTo>
                    <a:pt x="11359" y="17250"/>
                  </a:lnTo>
                  <a:lnTo>
                    <a:pt x="11260" y="16778"/>
                  </a:lnTo>
                  <a:lnTo>
                    <a:pt x="11036" y="15808"/>
                  </a:lnTo>
                  <a:lnTo>
                    <a:pt x="10812" y="14864"/>
                  </a:lnTo>
                  <a:lnTo>
                    <a:pt x="10564" y="13895"/>
                  </a:lnTo>
                  <a:lnTo>
                    <a:pt x="10315" y="12950"/>
                  </a:lnTo>
                  <a:lnTo>
                    <a:pt x="10042" y="11981"/>
                  </a:lnTo>
                  <a:lnTo>
                    <a:pt x="9743" y="11036"/>
                  </a:lnTo>
                  <a:lnTo>
                    <a:pt x="9445" y="10092"/>
                  </a:lnTo>
                  <a:lnTo>
                    <a:pt x="9122" y="9147"/>
                  </a:lnTo>
                  <a:lnTo>
                    <a:pt x="8774" y="8228"/>
                  </a:lnTo>
                  <a:lnTo>
                    <a:pt x="8426" y="7283"/>
                  </a:lnTo>
                  <a:lnTo>
                    <a:pt x="7656" y="5444"/>
                  </a:lnTo>
                  <a:lnTo>
                    <a:pt x="7258" y="4524"/>
                  </a:lnTo>
                  <a:lnTo>
                    <a:pt x="6811" y="3630"/>
                  </a:lnTo>
                  <a:lnTo>
                    <a:pt x="6388" y="2735"/>
                  </a:lnTo>
                  <a:lnTo>
                    <a:pt x="5916" y="1840"/>
                  </a:lnTo>
                  <a:lnTo>
                    <a:pt x="5667" y="1393"/>
                  </a:lnTo>
                  <a:lnTo>
                    <a:pt x="5419" y="945"/>
                  </a:lnTo>
                  <a:lnTo>
                    <a:pt x="4847" y="1"/>
                  </a:lnTo>
                  <a:close/>
                </a:path>
              </a:pathLst>
            </a:custGeom>
            <a:solidFill>
              <a:srgbClr val="B55B5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5235;p109">
              <a:extLst>
                <a:ext uri="{FF2B5EF4-FFF2-40B4-BE49-F238E27FC236}">
                  <a16:creationId xmlns:a16="http://schemas.microsoft.com/office/drawing/2014/main" id="{40D10098-E7B1-5ABC-9797-705DB26E2A42}"/>
                </a:ext>
              </a:extLst>
            </p:cNvPr>
            <p:cNvSpPr/>
            <p:nvPr/>
          </p:nvSpPr>
          <p:spPr>
            <a:xfrm>
              <a:off x="6241075" y="1299400"/>
              <a:ext cx="287725" cy="683550"/>
            </a:xfrm>
            <a:custGeom>
              <a:avLst/>
              <a:gdLst/>
              <a:ahLst/>
              <a:cxnLst/>
              <a:rect l="l" t="t" r="r" b="b"/>
              <a:pathLst>
                <a:path w="11509" h="27342" fill="none" extrusionOk="0">
                  <a:moveTo>
                    <a:pt x="4847" y="1"/>
                  </a:moveTo>
                  <a:lnTo>
                    <a:pt x="4847" y="1"/>
                  </a:lnTo>
                  <a:lnTo>
                    <a:pt x="5419" y="945"/>
                  </a:lnTo>
                  <a:lnTo>
                    <a:pt x="5419" y="945"/>
                  </a:lnTo>
                  <a:lnTo>
                    <a:pt x="5667" y="1393"/>
                  </a:lnTo>
                  <a:lnTo>
                    <a:pt x="5916" y="1840"/>
                  </a:lnTo>
                  <a:lnTo>
                    <a:pt x="5916" y="1840"/>
                  </a:lnTo>
                  <a:lnTo>
                    <a:pt x="6388" y="2735"/>
                  </a:lnTo>
                  <a:lnTo>
                    <a:pt x="6811" y="3630"/>
                  </a:lnTo>
                  <a:lnTo>
                    <a:pt x="6811" y="3630"/>
                  </a:lnTo>
                  <a:lnTo>
                    <a:pt x="7258" y="4524"/>
                  </a:lnTo>
                  <a:lnTo>
                    <a:pt x="7656" y="5444"/>
                  </a:lnTo>
                  <a:lnTo>
                    <a:pt x="8426" y="7283"/>
                  </a:lnTo>
                  <a:lnTo>
                    <a:pt x="8426" y="7283"/>
                  </a:lnTo>
                  <a:lnTo>
                    <a:pt x="8774" y="8228"/>
                  </a:lnTo>
                  <a:lnTo>
                    <a:pt x="9122" y="9147"/>
                  </a:lnTo>
                  <a:lnTo>
                    <a:pt x="9445" y="10092"/>
                  </a:lnTo>
                  <a:lnTo>
                    <a:pt x="9743" y="11036"/>
                  </a:lnTo>
                  <a:lnTo>
                    <a:pt x="10042" y="11981"/>
                  </a:lnTo>
                  <a:lnTo>
                    <a:pt x="10315" y="12950"/>
                  </a:lnTo>
                  <a:lnTo>
                    <a:pt x="10564" y="13895"/>
                  </a:lnTo>
                  <a:lnTo>
                    <a:pt x="10812" y="14864"/>
                  </a:lnTo>
                  <a:lnTo>
                    <a:pt x="10812" y="14864"/>
                  </a:lnTo>
                  <a:lnTo>
                    <a:pt x="11036" y="15808"/>
                  </a:lnTo>
                  <a:lnTo>
                    <a:pt x="11260" y="16778"/>
                  </a:lnTo>
                  <a:lnTo>
                    <a:pt x="11359" y="17250"/>
                  </a:lnTo>
                  <a:lnTo>
                    <a:pt x="11359" y="17250"/>
                  </a:lnTo>
                  <a:lnTo>
                    <a:pt x="11384" y="17399"/>
                  </a:lnTo>
                  <a:lnTo>
                    <a:pt x="11409" y="17573"/>
                  </a:lnTo>
                  <a:lnTo>
                    <a:pt x="11458" y="17921"/>
                  </a:lnTo>
                  <a:lnTo>
                    <a:pt x="11458" y="17921"/>
                  </a:lnTo>
                  <a:lnTo>
                    <a:pt x="11483" y="18294"/>
                  </a:lnTo>
                  <a:lnTo>
                    <a:pt x="11508" y="18667"/>
                  </a:lnTo>
                  <a:lnTo>
                    <a:pt x="11483" y="19040"/>
                  </a:lnTo>
                  <a:lnTo>
                    <a:pt x="11458" y="19412"/>
                  </a:lnTo>
                  <a:lnTo>
                    <a:pt x="11458" y="19412"/>
                  </a:lnTo>
                  <a:lnTo>
                    <a:pt x="11409" y="19785"/>
                  </a:lnTo>
                  <a:lnTo>
                    <a:pt x="11359" y="20133"/>
                  </a:lnTo>
                  <a:lnTo>
                    <a:pt x="11260" y="20506"/>
                  </a:lnTo>
                  <a:lnTo>
                    <a:pt x="11160" y="20854"/>
                  </a:lnTo>
                  <a:lnTo>
                    <a:pt x="11036" y="21202"/>
                  </a:lnTo>
                  <a:lnTo>
                    <a:pt x="10887" y="21550"/>
                  </a:lnTo>
                  <a:lnTo>
                    <a:pt x="10713" y="21873"/>
                  </a:lnTo>
                  <a:lnTo>
                    <a:pt x="10539" y="22221"/>
                  </a:lnTo>
                  <a:lnTo>
                    <a:pt x="10539" y="22221"/>
                  </a:lnTo>
                  <a:lnTo>
                    <a:pt x="10191" y="22768"/>
                  </a:lnTo>
                  <a:lnTo>
                    <a:pt x="9768" y="23290"/>
                  </a:lnTo>
                  <a:lnTo>
                    <a:pt x="9321" y="23762"/>
                  </a:lnTo>
                  <a:lnTo>
                    <a:pt x="8824" y="24209"/>
                  </a:lnTo>
                  <a:lnTo>
                    <a:pt x="8824" y="24209"/>
                  </a:lnTo>
                  <a:lnTo>
                    <a:pt x="8401" y="24557"/>
                  </a:lnTo>
                  <a:lnTo>
                    <a:pt x="7929" y="24880"/>
                  </a:lnTo>
                  <a:lnTo>
                    <a:pt x="7457" y="25179"/>
                  </a:lnTo>
                  <a:lnTo>
                    <a:pt x="6985" y="25477"/>
                  </a:lnTo>
                  <a:lnTo>
                    <a:pt x="6488" y="25725"/>
                  </a:lnTo>
                  <a:lnTo>
                    <a:pt x="5966" y="25974"/>
                  </a:lnTo>
                  <a:lnTo>
                    <a:pt x="5444" y="26198"/>
                  </a:lnTo>
                  <a:lnTo>
                    <a:pt x="4922" y="26372"/>
                  </a:lnTo>
                  <a:lnTo>
                    <a:pt x="4922" y="26372"/>
                  </a:lnTo>
                  <a:lnTo>
                    <a:pt x="4425" y="26546"/>
                  </a:lnTo>
                  <a:lnTo>
                    <a:pt x="3928" y="26720"/>
                  </a:lnTo>
                  <a:lnTo>
                    <a:pt x="3430" y="26844"/>
                  </a:lnTo>
                  <a:lnTo>
                    <a:pt x="2908" y="26968"/>
                  </a:lnTo>
                  <a:lnTo>
                    <a:pt x="2908" y="26968"/>
                  </a:lnTo>
                  <a:lnTo>
                    <a:pt x="2411" y="27092"/>
                  </a:lnTo>
                  <a:lnTo>
                    <a:pt x="1889" y="27192"/>
                  </a:lnTo>
                  <a:lnTo>
                    <a:pt x="1367" y="27266"/>
                  </a:lnTo>
                  <a:lnTo>
                    <a:pt x="846" y="27341"/>
                  </a:lnTo>
                  <a:lnTo>
                    <a:pt x="224" y="24582"/>
                  </a:lnTo>
                  <a:lnTo>
                    <a:pt x="224" y="24582"/>
                  </a:lnTo>
                  <a:lnTo>
                    <a:pt x="995" y="24209"/>
                  </a:lnTo>
                  <a:lnTo>
                    <a:pt x="1790" y="23812"/>
                  </a:lnTo>
                  <a:lnTo>
                    <a:pt x="2560" y="23389"/>
                  </a:lnTo>
                  <a:lnTo>
                    <a:pt x="3306" y="22942"/>
                  </a:lnTo>
                  <a:lnTo>
                    <a:pt x="4002" y="22494"/>
                  </a:lnTo>
                  <a:lnTo>
                    <a:pt x="4648" y="21997"/>
                  </a:lnTo>
                  <a:lnTo>
                    <a:pt x="4947" y="21749"/>
                  </a:lnTo>
                  <a:lnTo>
                    <a:pt x="5220" y="21475"/>
                  </a:lnTo>
                  <a:lnTo>
                    <a:pt x="5493" y="21227"/>
                  </a:lnTo>
                  <a:lnTo>
                    <a:pt x="5717" y="20953"/>
                  </a:lnTo>
                  <a:lnTo>
                    <a:pt x="5717" y="20953"/>
                  </a:lnTo>
                  <a:lnTo>
                    <a:pt x="5916" y="20730"/>
                  </a:lnTo>
                  <a:lnTo>
                    <a:pt x="6090" y="20481"/>
                  </a:lnTo>
                  <a:lnTo>
                    <a:pt x="6239" y="20233"/>
                  </a:lnTo>
                  <a:lnTo>
                    <a:pt x="6363" y="19959"/>
                  </a:lnTo>
                  <a:lnTo>
                    <a:pt x="6363" y="19959"/>
                  </a:lnTo>
                  <a:lnTo>
                    <a:pt x="6413" y="19760"/>
                  </a:lnTo>
                  <a:lnTo>
                    <a:pt x="6463" y="19537"/>
                  </a:lnTo>
                  <a:lnTo>
                    <a:pt x="6488" y="19338"/>
                  </a:lnTo>
                  <a:lnTo>
                    <a:pt x="6488" y="19139"/>
                  </a:lnTo>
                  <a:lnTo>
                    <a:pt x="6488" y="19139"/>
                  </a:lnTo>
                  <a:lnTo>
                    <a:pt x="6463" y="18915"/>
                  </a:lnTo>
                  <a:lnTo>
                    <a:pt x="6413" y="18716"/>
                  </a:lnTo>
                  <a:lnTo>
                    <a:pt x="6189" y="18020"/>
                  </a:lnTo>
                  <a:lnTo>
                    <a:pt x="6189" y="18020"/>
                  </a:lnTo>
                  <a:lnTo>
                    <a:pt x="5941" y="17126"/>
                  </a:lnTo>
                  <a:lnTo>
                    <a:pt x="5667" y="16256"/>
                  </a:lnTo>
                  <a:lnTo>
                    <a:pt x="5667" y="16256"/>
                  </a:lnTo>
                  <a:lnTo>
                    <a:pt x="5096" y="14516"/>
                  </a:lnTo>
                  <a:lnTo>
                    <a:pt x="4499" y="12801"/>
                  </a:lnTo>
                  <a:lnTo>
                    <a:pt x="3828" y="11111"/>
                  </a:lnTo>
                  <a:lnTo>
                    <a:pt x="3132" y="9421"/>
                  </a:lnTo>
                  <a:lnTo>
                    <a:pt x="3132" y="9421"/>
                  </a:lnTo>
                  <a:lnTo>
                    <a:pt x="2387" y="7756"/>
                  </a:lnTo>
                  <a:lnTo>
                    <a:pt x="1616" y="6115"/>
                  </a:lnTo>
                  <a:lnTo>
                    <a:pt x="1616" y="6115"/>
                  </a:lnTo>
                  <a:lnTo>
                    <a:pt x="1218" y="5320"/>
                  </a:lnTo>
                  <a:lnTo>
                    <a:pt x="821" y="4524"/>
                  </a:lnTo>
                  <a:lnTo>
                    <a:pt x="398" y="3754"/>
                  </a:lnTo>
                  <a:lnTo>
                    <a:pt x="0" y="3033"/>
                  </a:lnTo>
                  <a:lnTo>
                    <a:pt x="4847"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5236;p109">
              <a:extLst>
                <a:ext uri="{FF2B5EF4-FFF2-40B4-BE49-F238E27FC236}">
                  <a16:creationId xmlns:a16="http://schemas.microsoft.com/office/drawing/2014/main" id="{260BA736-4451-EAF2-0947-E82C7C6C57FE}"/>
                </a:ext>
              </a:extLst>
            </p:cNvPr>
            <p:cNvSpPr/>
            <p:nvPr/>
          </p:nvSpPr>
          <p:spPr>
            <a:xfrm>
              <a:off x="6160300" y="1904625"/>
              <a:ext cx="162200" cy="110000"/>
            </a:xfrm>
            <a:custGeom>
              <a:avLst/>
              <a:gdLst/>
              <a:ahLst/>
              <a:cxnLst/>
              <a:rect l="l" t="t" r="r" b="b"/>
              <a:pathLst>
                <a:path w="6488" h="4400" extrusionOk="0">
                  <a:moveTo>
                    <a:pt x="4549" y="0"/>
                  </a:moveTo>
                  <a:lnTo>
                    <a:pt x="0" y="671"/>
                  </a:lnTo>
                  <a:lnTo>
                    <a:pt x="2262" y="4400"/>
                  </a:lnTo>
                  <a:lnTo>
                    <a:pt x="2386" y="4375"/>
                  </a:lnTo>
                  <a:lnTo>
                    <a:pt x="2759" y="4275"/>
                  </a:lnTo>
                  <a:lnTo>
                    <a:pt x="3331" y="4101"/>
                  </a:lnTo>
                  <a:lnTo>
                    <a:pt x="3654" y="4002"/>
                  </a:lnTo>
                  <a:lnTo>
                    <a:pt x="4002" y="3853"/>
                  </a:lnTo>
                  <a:lnTo>
                    <a:pt x="4350" y="3704"/>
                  </a:lnTo>
                  <a:lnTo>
                    <a:pt x="4698" y="3505"/>
                  </a:lnTo>
                  <a:lnTo>
                    <a:pt x="5071" y="3306"/>
                  </a:lnTo>
                  <a:lnTo>
                    <a:pt x="5394" y="3057"/>
                  </a:lnTo>
                  <a:lnTo>
                    <a:pt x="5717" y="2784"/>
                  </a:lnTo>
                  <a:lnTo>
                    <a:pt x="6015" y="2486"/>
                  </a:lnTo>
                  <a:lnTo>
                    <a:pt x="6264" y="2138"/>
                  </a:lnTo>
                  <a:lnTo>
                    <a:pt x="6388" y="1964"/>
                  </a:lnTo>
                  <a:lnTo>
                    <a:pt x="6487" y="1765"/>
                  </a:lnTo>
                  <a:lnTo>
                    <a:pt x="4549" y="0"/>
                  </a:lnTo>
                  <a:close/>
                </a:path>
              </a:pathLst>
            </a:custGeom>
            <a:solidFill>
              <a:srgbClr val="B55B5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5237;p109">
              <a:extLst>
                <a:ext uri="{FF2B5EF4-FFF2-40B4-BE49-F238E27FC236}">
                  <a16:creationId xmlns:a16="http://schemas.microsoft.com/office/drawing/2014/main" id="{52379D7A-1F49-2BF1-580B-B548328B85F2}"/>
                </a:ext>
              </a:extLst>
            </p:cNvPr>
            <p:cNvSpPr/>
            <p:nvPr/>
          </p:nvSpPr>
          <p:spPr>
            <a:xfrm>
              <a:off x="6081375" y="1921400"/>
              <a:ext cx="135500" cy="124300"/>
            </a:xfrm>
            <a:custGeom>
              <a:avLst/>
              <a:gdLst/>
              <a:ahLst/>
              <a:cxnLst/>
              <a:rect l="l" t="t" r="r" b="b"/>
              <a:pathLst>
                <a:path w="5420" h="4972" extrusionOk="0">
                  <a:moveTo>
                    <a:pt x="3157" y="0"/>
                  </a:moveTo>
                  <a:lnTo>
                    <a:pt x="1" y="1591"/>
                  </a:lnTo>
                  <a:lnTo>
                    <a:pt x="1517" y="4971"/>
                  </a:lnTo>
                  <a:lnTo>
                    <a:pt x="5419" y="3729"/>
                  </a:lnTo>
                  <a:lnTo>
                    <a:pt x="3157" y="0"/>
                  </a:lnTo>
                  <a:close/>
                </a:path>
              </a:pathLst>
            </a:custGeom>
            <a:solidFill>
              <a:srgbClr val="B55B5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5238;p109">
              <a:extLst>
                <a:ext uri="{FF2B5EF4-FFF2-40B4-BE49-F238E27FC236}">
                  <a16:creationId xmlns:a16="http://schemas.microsoft.com/office/drawing/2014/main" id="{4AF03A6D-8341-D0DA-FABC-962E98D7B2F4}"/>
                </a:ext>
              </a:extLst>
            </p:cNvPr>
            <p:cNvSpPr/>
            <p:nvPr/>
          </p:nvSpPr>
          <p:spPr>
            <a:xfrm>
              <a:off x="6022350" y="5127025"/>
              <a:ext cx="72725" cy="35450"/>
            </a:xfrm>
            <a:custGeom>
              <a:avLst/>
              <a:gdLst/>
              <a:ahLst/>
              <a:cxnLst/>
              <a:rect l="l" t="t" r="r" b="b"/>
              <a:pathLst>
                <a:path w="2909" h="1418" extrusionOk="0">
                  <a:moveTo>
                    <a:pt x="572" y="249"/>
                  </a:moveTo>
                  <a:lnTo>
                    <a:pt x="771" y="274"/>
                  </a:lnTo>
                  <a:lnTo>
                    <a:pt x="1020" y="349"/>
                  </a:lnTo>
                  <a:lnTo>
                    <a:pt x="1293" y="448"/>
                  </a:lnTo>
                  <a:lnTo>
                    <a:pt x="1566" y="572"/>
                  </a:lnTo>
                  <a:lnTo>
                    <a:pt x="1865" y="722"/>
                  </a:lnTo>
                  <a:lnTo>
                    <a:pt x="2436" y="1020"/>
                  </a:lnTo>
                  <a:lnTo>
                    <a:pt x="2064" y="1094"/>
                  </a:lnTo>
                  <a:lnTo>
                    <a:pt x="1740" y="1144"/>
                  </a:lnTo>
                  <a:lnTo>
                    <a:pt x="1169" y="1144"/>
                  </a:lnTo>
                  <a:lnTo>
                    <a:pt x="920" y="1119"/>
                  </a:lnTo>
                  <a:lnTo>
                    <a:pt x="721" y="1094"/>
                  </a:lnTo>
                  <a:lnTo>
                    <a:pt x="572" y="1020"/>
                  </a:lnTo>
                  <a:lnTo>
                    <a:pt x="448" y="945"/>
                  </a:lnTo>
                  <a:lnTo>
                    <a:pt x="349" y="846"/>
                  </a:lnTo>
                  <a:lnTo>
                    <a:pt x="324" y="722"/>
                  </a:lnTo>
                  <a:lnTo>
                    <a:pt x="299" y="597"/>
                  </a:lnTo>
                  <a:lnTo>
                    <a:pt x="299" y="473"/>
                  </a:lnTo>
                  <a:lnTo>
                    <a:pt x="324" y="423"/>
                  </a:lnTo>
                  <a:lnTo>
                    <a:pt x="349" y="374"/>
                  </a:lnTo>
                  <a:lnTo>
                    <a:pt x="373" y="324"/>
                  </a:lnTo>
                  <a:lnTo>
                    <a:pt x="423" y="299"/>
                  </a:lnTo>
                  <a:lnTo>
                    <a:pt x="498" y="274"/>
                  </a:lnTo>
                  <a:lnTo>
                    <a:pt x="572" y="249"/>
                  </a:lnTo>
                  <a:close/>
                  <a:moveTo>
                    <a:pt x="423" y="1"/>
                  </a:moveTo>
                  <a:lnTo>
                    <a:pt x="299" y="51"/>
                  </a:lnTo>
                  <a:lnTo>
                    <a:pt x="199" y="125"/>
                  </a:lnTo>
                  <a:lnTo>
                    <a:pt x="100" y="200"/>
                  </a:lnTo>
                  <a:lnTo>
                    <a:pt x="50" y="299"/>
                  </a:lnTo>
                  <a:lnTo>
                    <a:pt x="25" y="423"/>
                  </a:lnTo>
                  <a:lnTo>
                    <a:pt x="1" y="622"/>
                  </a:lnTo>
                  <a:lnTo>
                    <a:pt x="25" y="796"/>
                  </a:lnTo>
                  <a:lnTo>
                    <a:pt x="100" y="970"/>
                  </a:lnTo>
                  <a:lnTo>
                    <a:pt x="224" y="1119"/>
                  </a:lnTo>
                  <a:lnTo>
                    <a:pt x="473" y="1268"/>
                  </a:lnTo>
                  <a:lnTo>
                    <a:pt x="746" y="1368"/>
                  </a:lnTo>
                  <a:lnTo>
                    <a:pt x="1020" y="1418"/>
                  </a:lnTo>
                  <a:lnTo>
                    <a:pt x="1318" y="1418"/>
                  </a:lnTo>
                  <a:lnTo>
                    <a:pt x="1691" y="1393"/>
                  </a:lnTo>
                  <a:lnTo>
                    <a:pt x="2064" y="1368"/>
                  </a:lnTo>
                  <a:lnTo>
                    <a:pt x="2436" y="1293"/>
                  </a:lnTo>
                  <a:lnTo>
                    <a:pt x="2784" y="1219"/>
                  </a:lnTo>
                  <a:lnTo>
                    <a:pt x="2859" y="1194"/>
                  </a:lnTo>
                  <a:lnTo>
                    <a:pt x="2909" y="1119"/>
                  </a:lnTo>
                  <a:lnTo>
                    <a:pt x="2884" y="1045"/>
                  </a:lnTo>
                  <a:lnTo>
                    <a:pt x="2834" y="970"/>
                  </a:lnTo>
                  <a:lnTo>
                    <a:pt x="2461" y="746"/>
                  </a:lnTo>
                  <a:lnTo>
                    <a:pt x="2138" y="548"/>
                  </a:lnTo>
                  <a:lnTo>
                    <a:pt x="1740" y="349"/>
                  </a:lnTo>
                  <a:lnTo>
                    <a:pt x="1343" y="175"/>
                  </a:lnTo>
                  <a:lnTo>
                    <a:pt x="945" y="51"/>
                  </a:lnTo>
                  <a:lnTo>
                    <a:pt x="771" y="26"/>
                  </a:lnTo>
                  <a:lnTo>
                    <a:pt x="597"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5239;p109">
              <a:extLst>
                <a:ext uri="{FF2B5EF4-FFF2-40B4-BE49-F238E27FC236}">
                  <a16:creationId xmlns:a16="http://schemas.microsoft.com/office/drawing/2014/main" id="{31E34E8C-2BFB-A69C-650D-A835E8A6F470}"/>
                </a:ext>
              </a:extLst>
            </p:cNvPr>
            <p:cNvSpPr/>
            <p:nvPr/>
          </p:nvSpPr>
          <p:spPr>
            <a:xfrm>
              <a:off x="6054675" y="5094725"/>
              <a:ext cx="40400" cy="62775"/>
            </a:xfrm>
            <a:custGeom>
              <a:avLst/>
              <a:gdLst/>
              <a:ahLst/>
              <a:cxnLst/>
              <a:rect l="l" t="t" r="r" b="b"/>
              <a:pathLst>
                <a:path w="1616" h="2511" extrusionOk="0">
                  <a:moveTo>
                    <a:pt x="547" y="274"/>
                  </a:moveTo>
                  <a:lnTo>
                    <a:pt x="721" y="299"/>
                  </a:lnTo>
                  <a:lnTo>
                    <a:pt x="845" y="398"/>
                  </a:lnTo>
                  <a:lnTo>
                    <a:pt x="969" y="597"/>
                  </a:lnTo>
                  <a:lnTo>
                    <a:pt x="1069" y="796"/>
                  </a:lnTo>
                  <a:lnTo>
                    <a:pt x="1168" y="1019"/>
                  </a:lnTo>
                  <a:lnTo>
                    <a:pt x="1218" y="1243"/>
                  </a:lnTo>
                  <a:lnTo>
                    <a:pt x="1292" y="1467"/>
                  </a:lnTo>
                  <a:lnTo>
                    <a:pt x="1317" y="1690"/>
                  </a:lnTo>
                  <a:lnTo>
                    <a:pt x="1342" y="1914"/>
                  </a:lnTo>
                  <a:lnTo>
                    <a:pt x="1342" y="2163"/>
                  </a:lnTo>
                  <a:lnTo>
                    <a:pt x="1143" y="1964"/>
                  </a:lnTo>
                  <a:lnTo>
                    <a:pt x="945" y="1765"/>
                  </a:lnTo>
                  <a:lnTo>
                    <a:pt x="746" y="1517"/>
                  </a:lnTo>
                  <a:lnTo>
                    <a:pt x="572" y="1268"/>
                  </a:lnTo>
                  <a:lnTo>
                    <a:pt x="423" y="1044"/>
                  </a:lnTo>
                  <a:lnTo>
                    <a:pt x="323" y="796"/>
                  </a:lnTo>
                  <a:lnTo>
                    <a:pt x="273" y="597"/>
                  </a:lnTo>
                  <a:lnTo>
                    <a:pt x="273" y="522"/>
                  </a:lnTo>
                  <a:lnTo>
                    <a:pt x="273" y="448"/>
                  </a:lnTo>
                  <a:lnTo>
                    <a:pt x="273" y="398"/>
                  </a:lnTo>
                  <a:lnTo>
                    <a:pt x="323" y="348"/>
                  </a:lnTo>
                  <a:lnTo>
                    <a:pt x="398" y="299"/>
                  </a:lnTo>
                  <a:lnTo>
                    <a:pt x="497" y="274"/>
                  </a:lnTo>
                  <a:close/>
                  <a:moveTo>
                    <a:pt x="472" y="0"/>
                  </a:moveTo>
                  <a:lnTo>
                    <a:pt x="298" y="50"/>
                  </a:lnTo>
                  <a:lnTo>
                    <a:pt x="174" y="125"/>
                  </a:lnTo>
                  <a:lnTo>
                    <a:pt x="75" y="224"/>
                  </a:lnTo>
                  <a:lnTo>
                    <a:pt x="0" y="373"/>
                  </a:lnTo>
                  <a:lnTo>
                    <a:pt x="0" y="497"/>
                  </a:lnTo>
                  <a:lnTo>
                    <a:pt x="0" y="647"/>
                  </a:lnTo>
                  <a:lnTo>
                    <a:pt x="50" y="796"/>
                  </a:lnTo>
                  <a:lnTo>
                    <a:pt x="99" y="945"/>
                  </a:lnTo>
                  <a:lnTo>
                    <a:pt x="249" y="1268"/>
                  </a:lnTo>
                  <a:lnTo>
                    <a:pt x="472" y="1566"/>
                  </a:lnTo>
                  <a:lnTo>
                    <a:pt x="696" y="1864"/>
                  </a:lnTo>
                  <a:lnTo>
                    <a:pt x="945" y="2138"/>
                  </a:lnTo>
                  <a:lnTo>
                    <a:pt x="1193" y="2362"/>
                  </a:lnTo>
                  <a:lnTo>
                    <a:pt x="1417" y="2511"/>
                  </a:lnTo>
                  <a:lnTo>
                    <a:pt x="1541" y="2511"/>
                  </a:lnTo>
                  <a:lnTo>
                    <a:pt x="1591" y="2461"/>
                  </a:lnTo>
                  <a:lnTo>
                    <a:pt x="1616" y="2411"/>
                  </a:lnTo>
                  <a:lnTo>
                    <a:pt x="1591" y="2113"/>
                  </a:lnTo>
                  <a:lnTo>
                    <a:pt x="1591" y="1815"/>
                  </a:lnTo>
                  <a:lnTo>
                    <a:pt x="1541" y="1467"/>
                  </a:lnTo>
                  <a:lnTo>
                    <a:pt x="1466" y="1094"/>
                  </a:lnTo>
                  <a:lnTo>
                    <a:pt x="1367" y="746"/>
                  </a:lnTo>
                  <a:lnTo>
                    <a:pt x="1292" y="572"/>
                  </a:lnTo>
                  <a:lnTo>
                    <a:pt x="1218" y="423"/>
                  </a:lnTo>
                  <a:lnTo>
                    <a:pt x="1119" y="299"/>
                  </a:lnTo>
                  <a:lnTo>
                    <a:pt x="1019" y="174"/>
                  </a:lnTo>
                  <a:lnTo>
                    <a:pt x="895" y="100"/>
                  </a:lnTo>
                  <a:lnTo>
                    <a:pt x="771" y="25"/>
                  </a:lnTo>
                  <a:lnTo>
                    <a:pt x="621"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5240;p109">
              <a:extLst>
                <a:ext uri="{FF2B5EF4-FFF2-40B4-BE49-F238E27FC236}">
                  <a16:creationId xmlns:a16="http://schemas.microsoft.com/office/drawing/2014/main" id="{BA28AC6C-DA1D-803B-1600-947B3946F5B3}"/>
                </a:ext>
              </a:extLst>
            </p:cNvPr>
            <p:cNvSpPr/>
            <p:nvPr/>
          </p:nvSpPr>
          <p:spPr>
            <a:xfrm>
              <a:off x="5857700" y="5064900"/>
              <a:ext cx="82650" cy="49725"/>
            </a:xfrm>
            <a:custGeom>
              <a:avLst/>
              <a:gdLst/>
              <a:ahLst/>
              <a:cxnLst/>
              <a:rect l="l" t="t" r="r" b="b"/>
              <a:pathLst>
                <a:path w="3306" h="1989" extrusionOk="0">
                  <a:moveTo>
                    <a:pt x="2784" y="323"/>
                  </a:moveTo>
                  <a:lnTo>
                    <a:pt x="2461" y="647"/>
                  </a:lnTo>
                  <a:lnTo>
                    <a:pt x="2138" y="945"/>
                  </a:lnTo>
                  <a:lnTo>
                    <a:pt x="1839" y="1193"/>
                  </a:lnTo>
                  <a:lnTo>
                    <a:pt x="1566" y="1392"/>
                  </a:lnTo>
                  <a:lnTo>
                    <a:pt x="1293" y="1541"/>
                  </a:lnTo>
                  <a:lnTo>
                    <a:pt x="1069" y="1666"/>
                  </a:lnTo>
                  <a:lnTo>
                    <a:pt x="845" y="1715"/>
                  </a:lnTo>
                  <a:lnTo>
                    <a:pt x="671" y="1740"/>
                  </a:lnTo>
                  <a:lnTo>
                    <a:pt x="547" y="1715"/>
                  </a:lnTo>
                  <a:lnTo>
                    <a:pt x="448" y="1666"/>
                  </a:lnTo>
                  <a:lnTo>
                    <a:pt x="348" y="1591"/>
                  </a:lnTo>
                  <a:lnTo>
                    <a:pt x="298" y="1492"/>
                  </a:lnTo>
                  <a:lnTo>
                    <a:pt x="274" y="1392"/>
                  </a:lnTo>
                  <a:lnTo>
                    <a:pt x="298" y="1318"/>
                  </a:lnTo>
                  <a:lnTo>
                    <a:pt x="298" y="1293"/>
                  </a:lnTo>
                  <a:lnTo>
                    <a:pt x="348" y="1218"/>
                  </a:lnTo>
                  <a:lnTo>
                    <a:pt x="423" y="1144"/>
                  </a:lnTo>
                  <a:lnTo>
                    <a:pt x="646" y="1019"/>
                  </a:lnTo>
                  <a:lnTo>
                    <a:pt x="945" y="870"/>
                  </a:lnTo>
                  <a:lnTo>
                    <a:pt x="1268" y="746"/>
                  </a:lnTo>
                  <a:lnTo>
                    <a:pt x="1641" y="622"/>
                  </a:lnTo>
                  <a:lnTo>
                    <a:pt x="2038" y="522"/>
                  </a:lnTo>
                  <a:lnTo>
                    <a:pt x="2784" y="323"/>
                  </a:lnTo>
                  <a:close/>
                  <a:moveTo>
                    <a:pt x="3132" y="0"/>
                  </a:moveTo>
                  <a:lnTo>
                    <a:pt x="2610" y="100"/>
                  </a:lnTo>
                  <a:lnTo>
                    <a:pt x="2162" y="199"/>
                  </a:lnTo>
                  <a:lnTo>
                    <a:pt x="1665" y="348"/>
                  </a:lnTo>
                  <a:lnTo>
                    <a:pt x="1143" y="497"/>
                  </a:lnTo>
                  <a:lnTo>
                    <a:pt x="696" y="696"/>
                  </a:lnTo>
                  <a:lnTo>
                    <a:pt x="472" y="796"/>
                  </a:lnTo>
                  <a:lnTo>
                    <a:pt x="298" y="920"/>
                  </a:lnTo>
                  <a:lnTo>
                    <a:pt x="174" y="1044"/>
                  </a:lnTo>
                  <a:lnTo>
                    <a:pt x="50" y="1169"/>
                  </a:lnTo>
                  <a:lnTo>
                    <a:pt x="50" y="1218"/>
                  </a:lnTo>
                  <a:lnTo>
                    <a:pt x="25" y="1318"/>
                  </a:lnTo>
                  <a:lnTo>
                    <a:pt x="0" y="1417"/>
                  </a:lnTo>
                  <a:lnTo>
                    <a:pt x="25" y="1541"/>
                  </a:lnTo>
                  <a:lnTo>
                    <a:pt x="50" y="1641"/>
                  </a:lnTo>
                  <a:lnTo>
                    <a:pt x="174" y="1765"/>
                  </a:lnTo>
                  <a:lnTo>
                    <a:pt x="298" y="1889"/>
                  </a:lnTo>
                  <a:lnTo>
                    <a:pt x="448" y="1964"/>
                  </a:lnTo>
                  <a:lnTo>
                    <a:pt x="621" y="1989"/>
                  </a:lnTo>
                  <a:lnTo>
                    <a:pt x="771" y="1989"/>
                  </a:lnTo>
                  <a:lnTo>
                    <a:pt x="945" y="1964"/>
                  </a:lnTo>
                  <a:lnTo>
                    <a:pt x="1119" y="1914"/>
                  </a:lnTo>
                  <a:lnTo>
                    <a:pt x="1293" y="1840"/>
                  </a:lnTo>
                  <a:lnTo>
                    <a:pt x="1641" y="1641"/>
                  </a:lnTo>
                  <a:lnTo>
                    <a:pt x="2013" y="1392"/>
                  </a:lnTo>
                  <a:lnTo>
                    <a:pt x="2361" y="1094"/>
                  </a:lnTo>
                  <a:lnTo>
                    <a:pt x="2684" y="796"/>
                  </a:lnTo>
                  <a:lnTo>
                    <a:pt x="3256" y="199"/>
                  </a:lnTo>
                  <a:lnTo>
                    <a:pt x="3281" y="199"/>
                  </a:lnTo>
                  <a:lnTo>
                    <a:pt x="3306" y="125"/>
                  </a:lnTo>
                  <a:lnTo>
                    <a:pt x="3281" y="50"/>
                  </a:lnTo>
                  <a:lnTo>
                    <a:pt x="3206"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5241;p109">
              <a:extLst>
                <a:ext uri="{FF2B5EF4-FFF2-40B4-BE49-F238E27FC236}">
                  <a16:creationId xmlns:a16="http://schemas.microsoft.com/office/drawing/2014/main" id="{E72270FC-44E5-09F6-E5E9-9A6040C5525F}"/>
                </a:ext>
              </a:extLst>
            </p:cNvPr>
            <p:cNvSpPr/>
            <p:nvPr/>
          </p:nvSpPr>
          <p:spPr>
            <a:xfrm>
              <a:off x="5867625" y="5036325"/>
              <a:ext cx="72725" cy="37300"/>
            </a:xfrm>
            <a:custGeom>
              <a:avLst/>
              <a:gdLst/>
              <a:ahLst/>
              <a:cxnLst/>
              <a:rect l="l" t="t" r="r" b="b"/>
              <a:pathLst>
                <a:path w="2909" h="1492" extrusionOk="0">
                  <a:moveTo>
                    <a:pt x="945" y="249"/>
                  </a:moveTo>
                  <a:lnTo>
                    <a:pt x="1169" y="298"/>
                  </a:lnTo>
                  <a:lnTo>
                    <a:pt x="1393" y="373"/>
                  </a:lnTo>
                  <a:lnTo>
                    <a:pt x="1591" y="472"/>
                  </a:lnTo>
                  <a:lnTo>
                    <a:pt x="1790" y="572"/>
                  </a:lnTo>
                  <a:lnTo>
                    <a:pt x="1989" y="696"/>
                  </a:lnTo>
                  <a:lnTo>
                    <a:pt x="2188" y="845"/>
                  </a:lnTo>
                  <a:lnTo>
                    <a:pt x="2337" y="994"/>
                  </a:lnTo>
                  <a:lnTo>
                    <a:pt x="2511" y="1168"/>
                  </a:lnTo>
                  <a:lnTo>
                    <a:pt x="2188" y="1193"/>
                  </a:lnTo>
                  <a:lnTo>
                    <a:pt x="1840" y="1193"/>
                  </a:lnTo>
                  <a:lnTo>
                    <a:pt x="1492" y="1168"/>
                  </a:lnTo>
                  <a:lnTo>
                    <a:pt x="1169" y="1094"/>
                  </a:lnTo>
                  <a:lnTo>
                    <a:pt x="846" y="1044"/>
                  </a:lnTo>
                  <a:lnTo>
                    <a:pt x="572" y="945"/>
                  </a:lnTo>
                  <a:lnTo>
                    <a:pt x="398" y="845"/>
                  </a:lnTo>
                  <a:lnTo>
                    <a:pt x="324" y="771"/>
                  </a:lnTo>
                  <a:lnTo>
                    <a:pt x="274" y="721"/>
                  </a:lnTo>
                  <a:lnTo>
                    <a:pt x="274" y="646"/>
                  </a:lnTo>
                  <a:lnTo>
                    <a:pt x="299" y="572"/>
                  </a:lnTo>
                  <a:lnTo>
                    <a:pt x="299" y="547"/>
                  </a:lnTo>
                  <a:lnTo>
                    <a:pt x="398" y="423"/>
                  </a:lnTo>
                  <a:lnTo>
                    <a:pt x="523" y="348"/>
                  </a:lnTo>
                  <a:lnTo>
                    <a:pt x="647" y="273"/>
                  </a:lnTo>
                  <a:lnTo>
                    <a:pt x="796" y="249"/>
                  </a:lnTo>
                  <a:close/>
                  <a:moveTo>
                    <a:pt x="771" y="0"/>
                  </a:moveTo>
                  <a:lnTo>
                    <a:pt x="572" y="50"/>
                  </a:lnTo>
                  <a:lnTo>
                    <a:pt x="398" y="149"/>
                  </a:lnTo>
                  <a:lnTo>
                    <a:pt x="249" y="273"/>
                  </a:lnTo>
                  <a:lnTo>
                    <a:pt x="150" y="348"/>
                  </a:lnTo>
                  <a:lnTo>
                    <a:pt x="75" y="447"/>
                  </a:lnTo>
                  <a:lnTo>
                    <a:pt x="51" y="522"/>
                  </a:lnTo>
                  <a:lnTo>
                    <a:pt x="26" y="597"/>
                  </a:lnTo>
                  <a:lnTo>
                    <a:pt x="1" y="746"/>
                  </a:lnTo>
                  <a:lnTo>
                    <a:pt x="51" y="870"/>
                  </a:lnTo>
                  <a:lnTo>
                    <a:pt x="125" y="969"/>
                  </a:lnTo>
                  <a:lnTo>
                    <a:pt x="224" y="1069"/>
                  </a:lnTo>
                  <a:lnTo>
                    <a:pt x="349" y="1143"/>
                  </a:lnTo>
                  <a:lnTo>
                    <a:pt x="498" y="1218"/>
                  </a:lnTo>
                  <a:lnTo>
                    <a:pt x="846" y="1342"/>
                  </a:lnTo>
                  <a:lnTo>
                    <a:pt x="1268" y="1417"/>
                  </a:lnTo>
                  <a:lnTo>
                    <a:pt x="1691" y="1466"/>
                  </a:lnTo>
                  <a:lnTo>
                    <a:pt x="2113" y="1491"/>
                  </a:lnTo>
                  <a:lnTo>
                    <a:pt x="2486" y="1466"/>
                  </a:lnTo>
                  <a:lnTo>
                    <a:pt x="2809" y="1417"/>
                  </a:lnTo>
                  <a:lnTo>
                    <a:pt x="2859" y="1392"/>
                  </a:lnTo>
                  <a:lnTo>
                    <a:pt x="2884" y="1342"/>
                  </a:lnTo>
                  <a:lnTo>
                    <a:pt x="2909" y="1268"/>
                  </a:lnTo>
                  <a:lnTo>
                    <a:pt x="2884" y="1193"/>
                  </a:lnTo>
                  <a:lnTo>
                    <a:pt x="2685" y="994"/>
                  </a:lnTo>
                  <a:lnTo>
                    <a:pt x="2511" y="820"/>
                  </a:lnTo>
                  <a:lnTo>
                    <a:pt x="2263" y="597"/>
                  </a:lnTo>
                  <a:lnTo>
                    <a:pt x="1964" y="373"/>
                  </a:lnTo>
                  <a:lnTo>
                    <a:pt x="1641" y="199"/>
                  </a:lnTo>
                  <a:lnTo>
                    <a:pt x="1492" y="124"/>
                  </a:lnTo>
                  <a:lnTo>
                    <a:pt x="1318" y="50"/>
                  </a:lnTo>
                  <a:lnTo>
                    <a:pt x="1144" y="25"/>
                  </a:lnTo>
                  <a:lnTo>
                    <a:pt x="970"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5242;p109">
              <a:extLst>
                <a:ext uri="{FF2B5EF4-FFF2-40B4-BE49-F238E27FC236}">
                  <a16:creationId xmlns:a16="http://schemas.microsoft.com/office/drawing/2014/main" id="{0C64E469-324C-F260-F035-E3E490802CC7}"/>
                </a:ext>
              </a:extLst>
            </p:cNvPr>
            <p:cNvSpPr/>
            <p:nvPr/>
          </p:nvSpPr>
          <p:spPr>
            <a:xfrm>
              <a:off x="5786225" y="814125"/>
              <a:ext cx="280900" cy="405775"/>
            </a:xfrm>
            <a:custGeom>
              <a:avLst/>
              <a:gdLst/>
              <a:ahLst/>
              <a:cxnLst/>
              <a:rect l="l" t="t" r="r" b="b"/>
              <a:pathLst>
                <a:path w="11236" h="16231" extrusionOk="0">
                  <a:moveTo>
                    <a:pt x="10962" y="0"/>
                  </a:moveTo>
                  <a:lnTo>
                    <a:pt x="3853" y="6661"/>
                  </a:lnTo>
                  <a:lnTo>
                    <a:pt x="3953" y="7158"/>
                  </a:lnTo>
                  <a:lnTo>
                    <a:pt x="4052" y="7631"/>
                  </a:lnTo>
                  <a:lnTo>
                    <a:pt x="4127" y="8128"/>
                  </a:lnTo>
                  <a:lnTo>
                    <a:pt x="4176" y="8600"/>
                  </a:lnTo>
                  <a:lnTo>
                    <a:pt x="4201" y="9072"/>
                  </a:lnTo>
                  <a:lnTo>
                    <a:pt x="4176" y="9520"/>
                  </a:lnTo>
                  <a:lnTo>
                    <a:pt x="4127" y="9967"/>
                  </a:lnTo>
                  <a:lnTo>
                    <a:pt x="4027" y="10414"/>
                  </a:lnTo>
                  <a:lnTo>
                    <a:pt x="3853" y="10812"/>
                  </a:lnTo>
                  <a:lnTo>
                    <a:pt x="3754" y="11011"/>
                  </a:lnTo>
                  <a:lnTo>
                    <a:pt x="3654" y="11210"/>
                  </a:lnTo>
                  <a:lnTo>
                    <a:pt x="3505" y="11384"/>
                  </a:lnTo>
                  <a:lnTo>
                    <a:pt x="3381" y="11583"/>
                  </a:lnTo>
                  <a:lnTo>
                    <a:pt x="3207" y="11757"/>
                  </a:lnTo>
                  <a:lnTo>
                    <a:pt x="3033" y="11906"/>
                  </a:lnTo>
                  <a:lnTo>
                    <a:pt x="2834" y="12080"/>
                  </a:lnTo>
                  <a:lnTo>
                    <a:pt x="2611" y="12229"/>
                  </a:lnTo>
                  <a:lnTo>
                    <a:pt x="2387" y="12353"/>
                  </a:lnTo>
                  <a:lnTo>
                    <a:pt x="2138" y="12502"/>
                  </a:lnTo>
                  <a:lnTo>
                    <a:pt x="1865" y="12627"/>
                  </a:lnTo>
                  <a:lnTo>
                    <a:pt x="1567" y="12726"/>
                  </a:lnTo>
                  <a:lnTo>
                    <a:pt x="1244" y="12850"/>
                  </a:lnTo>
                  <a:lnTo>
                    <a:pt x="920" y="12925"/>
                  </a:lnTo>
                  <a:lnTo>
                    <a:pt x="771" y="13074"/>
                  </a:lnTo>
                  <a:lnTo>
                    <a:pt x="647" y="13248"/>
                  </a:lnTo>
                  <a:lnTo>
                    <a:pt x="473" y="13472"/>
                  </a:lnTo>
                  <a:lnTo>
                    <a:pt x="299" y="13720"/>
                  </a:lnTo>
                  <a:lnTo>
                    <a:pt x="175" y="14018"/>
                  </a:lnTo>
                  <a:lnTo>
                    <a:pt x="51" y="14317"/>
                  </a:lnTo>
                  <a:lnTo>
                    <a:pt x="26" y="14466"/>
                  </a:lnTo>
                  <a:lnTo>
                    <a:pt x="1" y="14640"/>
                  </a:lnTo>
                  <a:lnTo>
                    <a:pt x="1" y="14789"/>
                  </a:lnTo>
                  <a:lnTo>
                    <a:pt x="51" y="14938"/>
                  </a:lnTo>
                  <a:lnTo>
                    <a:pt x="100" y="15087"/>
                  </a:lnTo>
                  <a:lnTo>
                    <a:pt x="175" y="15236"/>
                  </a:lnTo>
                  <a:lnTo>
                    <a:pt x="274" y="15385"/>
                  </a:lnTo>
                  <a:lnTo>
                    <a:pt x="423" y="15535"/>
                  </a:lnTo>
                  <a:lnTo>
                    <a:pt x="597" y="15659"/>
                  </a:lnTo>
                  <a:lnTo>
                    <a:pt x="821" y="15783"/>
                  </a:lnTo>
                  <a:lnTo>
                    <a:pt x="1070" y="15882"/>
                  </a:lnTo>
                  <a:lnTo>
                    <a:pt x="1368" y="15982"/>
                  </a:lnTo>
                  <a:lnTo>
                    <a:pt x="1716" y="16056"/>
                  </a:lnTo>
                  <a:lnTo>
                    <a:pt x="2089" y="16131"/>
                  </a:lnTo>
                  <a:lnTo>
                    <a:pt x="2536" y="16181"/>
                  </a:lnTo>
                  <a:lnTo>
                    <a:pt x="3033" y="16206"/>
                  </a:lnTo>
                  <a:lnTo>
                    <a:pt x="3580" y="16230"/>
                  </a:lnTo>
                  <a:lnTo>
                    <a:pt x="4176" y="16230"/>
                  </a:lnTo>
                  <a:lnTo>
                    <a:pt x="4748" y="16206"/>
                  </a:lnTo>
                  <a:lnTo>
                    <a:pt x="5270" y="16181"/>
                  </a:lnTo>
                  <a:lnTo>
                    <a:pt x="5792" y="16106"/>
                  </a:lnTo>
                  <a:lnTo>
                    <a:pt x="6264" y="16056"/>
                  </a:lnTo>
                  <a:lnTo>
                    <a:pt x="6712" y="15957"/>
                  </a:lnTo>
                  <a:lnTo>
                    <a:pt x="7134" y="15858"/>
                  </a:lnTo>
                  <a:lnTo>
                    <a:pt x="7532" y="15758"/>
                  </a:lnTo>
                  <a:lnTo>
                    <a:pt x="7880" y="15634"/>
                  </a:lnTo>
                  <a:lnTo>
                    <a:pt x="8228" y="15510"/>
                  </a:lnTo>
                  <a:lnTo>
                    <a:pt x="8551" y="15361"/>
                  </a:lnTo>
                  <a:lnTo>
                    <a:pt x="8849" y="15211"/>
                  </a:lnTo>
                  <a:lnTo>
                    <a:pt x="9123" y="15062"/>
                  </a:lnTo>
                  <a:lnTo>
                    <a:pt x="9620" y="14764"/>
                  </a:lnTo>
                  <a:lnTo>
                    <a:pt x="10017" y="14441"/>
                  </a:lnTo>
                  <a:lnTo>
                    <a:pt x="10365" y="14118"/>
                  </a:lnTo>
                  <a:lnTo>
                    <a:pt x="10639" y="13795"/>
                  </a:lnTo>
                  <a:lnTo>
                    <a:pt x="10837" y="13521"/>
                  </a:lnTo>
                  <a:lnTo>
                    <a:pt x="11011" y="13248"/>
                  </a:lnTo>
                  <a:lnTo>
                    <a:pt x="11111" y="13049"/>
                  </a:lnTo>
                  <a:lnTo>
                    <a:pt x="11185" y="12875"/>
                  </a:lnTo>
                  <a:lnTo>
                    <a:pt x="11235" y="12726"/>
                  </a:lnTo>
                  <a:lnTo>
                    <a:pt x="11036" y="12502"/>
                  </a:lnTo>
                  <a:lnTo>
                    <a:pt x="10837" y="12279"/>
                  </a:lnTo>
                  <a:lnTo>
                    <a:pt x="10688" y="12005"/>
                  </a:lnTo>
                  <a:lnTo>
                    <a:pt x="10539" y="11707"/>
                  </a:lnTo>
                  <a:lnTo>
                    <a:pt x="10390" y="11384"/>
                  </a:lnTo>
                  <a:lnTo>
                    <a:pt x="10291" y="11036"/>
                  </a:lnTo>
                  <a:lnTo>
                    <a:pt x="10191" y="10688"/>
                  </a:lnTo>
                  <a:lnTo>
                    <a:pt x="10117" y="10290"/>
                  </a:lnTo>
                  <a:lnTo>
                    <a:pt x="10067" y="9892"/>
                  </a:lnTo>
                  <a:lnTo>
                    <a:pt x="10017" y="9495"/>
                  </a:lnTo>
                  <a:lnTo>
                    <a:pt x="9968" y="8625"/>
                  </a:lnTo>
                  <a:lnTo>
                    <a:pt x="9943" y="7730"/>
                  </a:lnTo>
                  <a:lnTo>
                    <a:pt x="9992" y="6811"/>
                  </a:lnTo>
                  <a:lnTo>
                    <a:pt x="10042" y="5866"/>
                  </a:lnTo>
                  <a:lnTo>
                    <a:pt x="10142" y="4922"/>
                  </a:lnTo>
                  <a:lnTo>
                    <a:pt x="10266" y="3977"/>
                  </a:lnTo>
                  <a:lnTo>
                    <a:pt x="10415" y="3082"/>
                  </a:lnTo>
                  <a:lnTo>
                    <a:pt x="10688" y="1392"/>
                  </a:lnTo>
                  <a:lnTo>
                    <a:pt x="10962" y="0"/>
                  </a:lnTo>
                  <a:close/>
                </a:path>
              </a:pathLst>
            </a:custGeom>
            <a:solidFill>
              <a:srgbClr val="B55B5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5243;p109">
              <a:extLst>
                <a:ext uri="{FF2B5EF4-FFF2-40B4-BE49-F238E27FC236}">
                  <a16:creationId xmlns:a16="http://schemas.microsoft.com/office/drawing/2014/main" id="{1D897510-800A-D90C-E663-DFE1392AA152}"/>
                </a:ext>
              </a:extLst>
            </p:cNvPr>
            <p:cNvSpPr/>
            <p:nvPr/>
          </p:nvSpPr>
          <p:spPr>
            <a:xfrm>
              <a:off x="5718500" y="585450"/>
              <a:ext cx="55325" cy="44775"/>
            </a:xfrm>
            <a:custGeom>
              <a:avLst/>
              <a:gdLst/>
              <a:ahLst/>
              <a:cxnLst/>
              <a:rect l="l" t="t" r="r" b="b"/>
              <a:pathLst>
                <a:path w="2213" h="1791" extrusionOk="0">
                  <a:moveTo>
                    <a:pt x="175" y="1"/>
                  </a:moveTo>
                  <a:lnTo>
                    <a:pt x="100" y="50"/>
                  </a:lnTo>
                  <a:lnTo>
                    <a:pt x="26" y="125"/>
                  </a:lnTo>
                  <a:lnTo>
                    <a:pt x="1" y="224"/>
                  </a:lnTo>
                  <a:lnTo>
                    <a:pt x="1" y="324"/>
                  </a:lnTo>
                  <a:lnTo>
                    <a:pt x="50" y="423"/>
                  </a:lnTo>
                  <a:lnTo>
                    <a:pt x="125" y="473"/>
                  </a:lnTo>
                  <a:lnTo>
                    <a:pt x="224" y="523"/>
                  </a:lnTo>
                  <a:lnTo>
                    <a:pt x="473" y="572"/>
                  </a:lnTo>
                  <a:lnTo>
                    <a:pt x="697" y="672"/>
                  </a:lnTo>
                  <a:lnTo>
                    <a:pt x="920" y="771"/>
                  </a:lnTo>
                  <a:lnTo>
                    <a:pt x="1119" y="920"/>
                  </a:lnTo>
                  <a:lnTo>
                    <a:pt x="1318" y="1070"/>
                  </a:lnTo>
                  <a:lnTo>
                    <a:pt x="1467" y="1244"/>
                  </a:lnTo>
                  <a:lnTo>
                    <a:pt x="1616" y="1442"/>
                  </a:lnTo>
                  <a:lnTo>
                    <a:pt x="1740" y="1666"/>
                  </a:lnTo>
                  <a:lnTo>
                    <a:pt x="1790" y="1716"/>
                  </a:lnTo>
                  <a:lnTo>
                    <a:pt x="1840" y="1741"/>
                  </a:lnTo>
                  <a:lnTo>
                    <a:pt x="1890" y="1765"/>
                  </a:lnTo>
                  <a:lnTo>
                    <a:pt x="1964" y="1790"/>
                  </a:lnTo>
                  <a:lnTo>
                    <a:pt x="2088" y="1790"/>
                  </a:lnTo>
                  <a:lnTo>
                    <a:pt x="2163" y="1716"/>
                  </a:lnTo>
                  <a:lnTo>
                    <a:pt x="2213" y="1616"/>
                  </a:lnTo>
                  <a:lnTo>
                    <a:pt x="2213" y="1517"/>
                  </a:lnTo>
                  <a:lnTo>
                    <a:pt x="2188" y="1417"/>
                  </a:lnTo>
                  <a:lnTo>
                    <a:pt x="2039" y="1144"/>
                  </a:lnTo>
                  <a:lnTo>
                    <a:pt x="1865" y="896"/>
                  </a:lnTo>
                  <a:lnTo>
                    <a:pt x="1641" y="672"/>
                  </a:lnTo>
                  <a:lnTo>
                    <a:pt x="1417" y="473"/>
                  </a:lnTo>
                  <a:lnTo>
                    <a:pt x="1169" y="299"/>
                  </a:lnTo>
                  <a:lnTo>
                    <a:pt x="895" y="175"/>
                  </a:lnTo>
                  <a:lnTo>
                    <a:pt x="597" y="50"/>
                  </a:lnTo>
                  <a:lnTo>
                    <a:pt x="274"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5244;p109">
              <a:extLst>
                <a:ext uri="{FF2B5EF4-FFF2-40B4-BE49-F238E27FC236}">
                  <a16:creationId xmlns:a16="http://schemas.microsoft.com/office/drawing/2014/main" id="{ACCA7EBE-F4CB-217C-DD2C-34AE75A03A39}"/>
                </a:ext>
              </a:extLst>
            </p:cNvPr>
            <p:cNvSpPr/>
            <p:nvPr/>
          </p:nvSpPr>
          <p:spPr>
            <a:xfrm>
              <a:off x="5678125" y="697300"/>
              <a:ext cx="47850" cy="79575"/>
            </a:xfrm>
            <a:custGeom>
              <a:avLst/>
              <a:gdLst/>
              <a:ahLst/>
              <a:cxnLst/>
              <a:rect l="l" t="t" r="r" b="b"/>
              <a:pathLst>
                <a:path w="1914" h="3183" extrusionOk="0">
                  <a:moveTo>
                    <a:pt x="1914" y="1"/>
                  </a:moveTo>
                  <a:lnTo>
                    <a:pt x="1516" y="721"/>
                  </a:lnTo>
                  <a:lnTo>
                    <a:pt x="1044" y="1417"/>
                  </a:lnTo>
                  <a:lnTo>
                    <a:pt x="547" y="2064"/>
                  </a:lnTo>
                  <a:lnTo>
                    <a:pt x="0" y="2685"/>
                  </a:lnTo>
                  <a:lnTo>
                    <a:pt x="174" y="2834"/>
                  </a:lnTo>
                  <a:lnTo>
                    <a:pt x="348" y="2933"/>
                  </a:lnTo>
                  <a:lnTo>
                    <a:pt x="547" y="3033"/>
                  </a:lnTo>
                  <a:lnTo>
                    <a:pt x="746" y="3107"/>
                  </a:lnTo>
                  <a:lnTo>
                    <a:pt x="945" y="3157"/>
                  </a:lnTo>
                  <a:lnTo>
                    <a:pt x="1143" y="3182"/>
                  </a:lnTo>
                  <a:lnTo>
                    <a:pt x="1367" y="3182"/>
                  </a:lnTo>
                  <a:lnTo>
                    <a:pt x="1566" y="3157"/>
                  </a:lnTo>
                  <a:lnTo>
                    <a:pt x="1914" y="1"/>
                  </a:lnTo>
                  <a:close/>
                </a:path>
              </a:pathLst>
            </a:custGeom>
            <a:solidFill>
              <a:srgbClr val="A0272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5245;p109">
              <a:extLst>
                <a:ext uri="{FF2B5EF4-FFF2-40B4-BE49-F238E27FC236}">
                  <a16:creationId xmlns:a16="http://schemas.microsoft.com/office/drawing/2014/main" id="{F1604B10-99ED-A65D-C6D2-B08E5838DD18}"/>
                </a:ext>
              </a:extLst>
            </p:cNvPr>
            <p:cNvSpPr/>
            <p:nvPr/>
          </p:nvSpPr>
          <p:spPr>
            <a:xfrm>
              <a:off x="5649525" y="541950"/>
              <a:ext cx="108775" cy="216275"/>
            </a:xfrm>
            <a:custGeom>
              <a:avLst/>
              <a:gdLst/>
              <a:ahLst/>
              <a:cxnLst/>
              <a:rect l="l" t="t" r="r" b="b"/>
              <a:pathLst>
                <a:path w="4351" h="8651" extrusionOk="0">
                  <a:moveTo>
                    <a:pt x="2188" y="175"/>
                  </a:moveTo>
                  <a:lnTo>
                    <a:pt x="2387" y="200"/>
                  </a:lnTo>
                  <a:lnTo>
                    <a:pt x="2586" y="249"/>
                  </a:lnTo>
                  <a:lnTo>
                    <a:pt x="2785" y="349"/>
                  </a:lnTo>
                  <a:lnTo>
                    <a:pt x="2959" y="498"/>
                  </a:lnTo>
                  <a:lnTo>
                    <a:pt x="3132" y="672"/>
                  </a:lnTo>
                  <a:lnTo>
                    <a:pt x="3306" y="871"/>
                  </a:lnTo>
                  <a:lnTo>
                    <a:pt x="3456" y="1119"/>
                  </a:lnTo>
                  <a:lnTo>
                    <a:pt x="3605" y="1393"/>
                  </a:lnTo>
                  <a:lnTo>
                    <a:pt x="3729" y="1691"/>
                  </a:lnTo>
                  <a:lnTo>
                    <a:pt x="3853" y="2014"/>
                  </a:lnTo>
                  <a:lnTo>
                    <a:pt x="3953" y="2362"/>
                  </a:lnTo>
                  <a:lnTo>
                    <a:pt x="4027" y="2710"/>
                  </a:lnTo>
                  <a:lnTo>
                    <a:pt x="4102" y="3108"/>
                  </a:lnTo>
                  <a:lnTo>
                    <a:pt x="4152" y="3505"/>
                  </a:lnTo>
                  <a:lnTo>
                    <a:pt x="4176" y="3903"/>
                  </a:lnTo>
                  <a:lnTo>
                    <a:pt x="4201" y="4326"/>
                  </a:lnTo>
                  <a:lnTo>
                    <a:pt x="4176" y="4773"/>
                  </a:lnTo>
                  <a:lnTo>
                    <a:pt x="4152" y="5171"/>
                  </a:lnTo>
                  <a:lnTo>
                    <a:pt x="4102" y="5568"/>
                  </a:lnTo>
                  <a:lnTo>
                    <a:pt x="4027" y="5966"/>
                  </a:lnTo>
                  <a:lnTo>
                    <a:pt x="3953" y="6314"/>
                  </a:lnTo>
                  <a:lnTo>
                    <a:pt x="3853" y="6662"/>
                  </a:lnTo>
                  <a:lnTo>
                    <a:pt x="3729" y="6985"/>
                  </a:lnTo>
                  <a:lnTo>
                    <a:pt x="3605" y="7283"/>
                  </a:lnTo>
                  <a:lnTo>
                    <a:pt x="3456" y="7557"/>
                  </a:lnTo>
                  <a:lnTo>
                    <a:pt x="3306" y="7780"/>
                  </a:lnTo>
                  <a:lnTo>
                    <a:pt x="3132" y="8004"/>
                  </a:lnTo>
                  <a:lnTo>
                    <a:pt x="2959" y="8178"/>
                  </a:lnTo>
                  <a:lnTo>
                    <a:pt x="2785" y="8302"/>
                  </a:lnTo>
                  <a:lnTo>
                    <a:pt x="2586" y="8427"/>
                  </a:lnTo>
                  <a:lnTo>
                    <a:pt x="2387" y="8476"/>
                  </a:lnTo>
                  <a:lnTo>
                    <a:pt x="2188" y="8501"/>
                  </a:lnTo>
                  <a:lnTo>
                    <a:pt x="1964" y="8476"/>
                  </a:lnTo>
                  <a:lnTo>
                    <a:pt x="1765" y="8427"/>
                  </a:lnTo>
                  <a:lnTo>
                    <a:pt x="1592" y="8302"/>
                  </a:lnTo>
                  <a:lnTo>
                    <a:pt x="1393" y="8178"/>
                  </a:lnTo>
                  <a:lnTo>
                    <a:pt x="1219" y="8004"/>
                  </a:lnTo>
                  <a:lnTo>
                    <a:pt x="1070" y="7780"/>
                  </a:lnTo>
                  <a:lnTo>
                    <a:pt x="896" y="7557"/>
                  </a:lnTo>
                  <a:lnTo>
                    <a:pt x="771" y="7283"/>
                  </a:lnTo>
                  <a:lnTo>
                    <a:pt x="622" y="6985"/>
                  </a:lnTo>
                  <a:lnTo>
                    <a:pt x="523" y="6662"/>
                  </a:lnTo>
                  <a:lnTo>
                    <a:pt x="423" y="6314"/>
                  </a:lnTo>
                  <a:lnTo>
                    <a:pt x="324" y="5941"/>
                  </a:lnTo>
                  <a:lnTo>
                    <a:pt x="274" y="5568"/>
                  </a:lnTo>
                  <a:lnTo>
                    <a:pt x="224" y="5171"/>
                  </a:lnTo>
                  <a:lnTo>
                    <a:pt x="175" y="4748"/>
                  </a:lnTo>
                  <a:lnTo>
                    <a:pt x="175" y="4326"/>
                  </a:lnTo>
                  <a:lnTo>
                    <a:pt x="175" y="3903"/>
                  </a:lnTo>
                  <a:lnTo>
                    <a:pt x="224" y="3505"/>
                  </a:lnTo>
                  <a:lnTo>
                    <a:pt x="274" y="3108"/>
                  </a:lnTo>
                  <a:lnTo>
                    <a:pt x="324" y="2710"/>
                  </a:lnTo>
                  <a:lnTo>
                    <a:pt x="423" y="2362"/>
                  </a:lnTo>
                  <a:lnTo>
                    <a:pt x="523" y="2014"/>
                  </a:lnTo>
                  <a:lnTo>
                    <a:pt x="622" y="1691"/>
                  </a:lnTo>
                  <a:lnTo>
                    <a:pt x="771" y="1393"/>
                  </a:lnTo>
                  <a:lnTo>
                    <a:pt x="896" y="1119"/>
                  </a:lnTo>
                  <a:lnTo>
                    <a:pt x="1070" y="871"/>
                  </a:lnTo>
                  <a:lnTo>
                    <a:pt x="1219" y="672"/>
                  </a:lnTo>
                  <a:lnTo>
                    <a:pt x="1393" y="498"/>
                  </a:lnTo>
                  <a:lnTo>
                    <a:pt x="1592" y="349"/>
                  </a:lnTo>
                  <a:lnTo>
                    <a:pt x="1765" y="249"/>
                  </a:lnTo>
                  <a:lnTo>
                    <a:pt x="1964" y="200"/>
                  </a:lnTo>
                  <a:lnTo>
                    <a:pt x="2188" y="175"/>
                  </a:lnTo>
                  <a:close/>
                  <a:moveTo>
                    <a:pt x="2188" y="1"/>
                  </a:moveTo>
                  <a:lnTo>
                    <a:pt x="1964" y="26"/>
                  </a:lnTo>
                  <a:lnTo>
                    <a:pt x="1741" y="100"/>
                  </a:lnTo>
                  <a:lnTo>
                    <a:pt x="1542" y="200"/>
                  </a:lnTo>
                  <a:lnTo>
                    <a:pt x="1343" y="349"/>
                  </a:lnTo>
                  <a:lnTo>
                    <a:pt x="1144" y="523"/>
                  </a:lnTo>
                  <a:lnTo>
                    <a:pt x="970" y="747"/>
                  </a:lnTo>
                  <a:lnTo>
                    <a:pt x="796" y="995"/>
                  </a:lnTo>
                  <a:lnTo>
                    <a:pt x="647" y="1269"/>
                  </a:lnTo>
                  <a:lnTo>
                    <a:pt x="498" y="1567"/>
                  </a:lnTo>
                  <a:lnTo>
                    <a:pt x="374" y="1915"/>
                  </a:lnTo>
                  <a:lnTo>
                    <a:pt x="274" y="2263"/>
                  </a:lnTo>
                  <a:lnTo>
                    <a:pt x="175" y="2636"/>
                  </a:lnTo>
                  <a:lnTo>
                    <a:pt x="100" y="3033"/>
                  </a:lnTo>
                  <a:lnTo>
                    <a:pt x="51" y="3456"/>
                  </a:lnTo>
                  <a:lnTo>
                    <a:pt x="26" y="3878"/>
                  </a:lnTo>
                  <a:lnTo>
                    <a:pt x="1" y="4326"/>
                  </a:lnTo>
                  <a:lnTo>
                    <a:pt x="26" y="4773"/>
                  </a:lnTo>
                  <a:lnTo>
                    <a:pt x="51" y="5220"/>
                  </a:lnTo>
                  <a:lnTo>
                    <a:pt x="100" y="5643"/>
                  </a:lnTo>
                  <a:lnTo>
                    <a:pt x="175" y="6041"/>
                  </a:lnTo>
                  <a:lnTo>
                    <a:pt x="274" y="6413"/>
                  </a:lnTo>
                  <a:lnTo>
                    <a:pt x="374" y="6761"/>
                  </a:lnTo>
                  <a:lnTo>
                    <a:pt x="498" y="7085"/>
                  </a:lnTo>
                  <a:lnTo>
                    <a:pt x="647" y="7408"/>
                  </a:lnTo>
                  <a:lnTo>
                    <a:pt x="796" y="7681"/>
                  </a:lnTo>
                  <a:lnTo>
                    <a:pt x="970" y="7930"/>
                  </a:lnTo>
                  <a:lnTo>
                    <a:pt x="1144" y="8153"/>
                  </a:lnTo>
                  <a:lnTo>
                    <a:pt x="1343" y="8327"/>
                  </a:lnTo>
                  <a:lnTo>
                    <a:pt x="1542" y="8476"/>
                  </a:lnTo>
                  <a:lnTo>
                    <a:pt x="1741" y="8576"/>
                  </a:lnTo>
                  <a:lnTo>
                    <a:pt x="1964" y="8650"/>
                  </a:lnTo>
                  <a:lnTo>
                    <a:pt x="2412" y="8650"/>
                  </a:lnTo>
                  <a:lnTo>
                    <a:pt x="2611" y="8576"/>
                  </a:lnTo>
                  <a:lnTo>
                    <a:pt x="2834" y="8476"/>
                  </a:lnTo>
                  <a:lnTo>
                    <a:pt x="3033" y="8327"/>
                  </a:lnTo>
                  <a:lnTo>
                    <a:pt x="3207" y="8153"/>
                  </a:lnTo>
                  <a:lnTo>
                    <a:pt x="3381" y="7930"/>
                  </a:lnTo>
                  <a:lnTo>
                    <a:pt x="3555" y="7681"/>
                  </a:lnTo>
                  <a:lnTo>
                    <a:pt x="3704" y="7408"/>
                  </a:lnTo>
                  <a:lnTo>
                    <a:pt x="3853" y="7085"/>
                  </a:lnTo>
                  <a:lnTo>
                    <a:pt x="3978" y="6761"/>
                  </a:lnTo>
                  <a:lnTo>
                    <a:pt x="4077" y="6413"/>
                  </a:lnTo>
                  <a:lnTo>
                    <a:pt x="4176" y="6041"/>
                  </a:lnTo>
                  <a:lnTo>
                    <a:pt x="4251" y="5643"/>
                  </a:lnTo>
                  <a:lnTo>
                    <a:pt x="4301" y="5220"/>
                  </a:lnTo>
                  <a:lnTo>
                    <a:pt x="4350" y="4773"/>
                  </a:lnTo>
                  <a:lnTo>
                    <a:pt x="4350" y="4326"/>
                  </a:lnTo>
                  <a:lnTo>
                    <a:pt x="4350" y="3878"/>
                  </a:lnTo>
                  <a:lnTo>
                    <a:pt x="4301" y="3456"/>
                  </a:lnTo>
                  <a:lnTo>
                    <a:pt x="4251" y="3033"/>
                  </a:lnTo>
                  <a:lnTo>
                    <a:pt x="4176" y="2636"/>
                  </a:lnTo>
                  <a:lnTo>
                    <a:pt x="4077" y="2263"/>
                  </a:lnTo>
                  <a:lnTo>
                    <a:pt x="3978" y="1915"/>
                  </a:lnTo>
                  <a:lnTo>
                    <a:pt x="3853" y="1567"/>
                  </a:lnTo>
                  <a:lnTo>
                    <a:pt x="3704" y="1269"/>
                  </a:lnTo>
                  <a:lnTo>
                    <a:pt x="3555" y="995"/>
                  </a:lnTo>
                  <a:lnTo>
                    <a:pt x="3381" y="747"/>
                  </a:lnTo>
                  <a:lnTo>
                    <a:pt x="3207" y="523"/>
                  </a:lnTo>
                  <a:lnTo>
                    <a:pt x="3008" y="349"/>
                  </a:lnTo>
                  <a:lnTo>
                    <a:pt x="2809" y="200"/>
                  </a:lnTo>
                  <a:lnTo>
                    <a:pt x="2611" y="100"/>
                  </a:lnTo>
                  <a:lnTo>
                    <a:pt x="2387" y="26"/>
                  </a:lnTo>
                  <a:lnTo>
                    <a:pt x="2188"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5246;p109">
              <a:extLst>
                <a:ext uri="{FF2B5EF4-FFF2-40B4-BE49-F238E27FC236}">
                  <a16:creationId xmlns:a16="http://schemas.microsoft.com/office/drawing/2014/main" id="{B1E40655-606F-D491-A5D4-F01E5E891735}"/>
                </a:ext>
              </a:extLst>
            </p:cNvPr>
            <p:cNvSpPr/>
            <p:nvPr/>
          </p:nvSpPr>
          <p:spPr>
            <a:xfrm>
              <a:off x="5711675" y="657525"/>
              <a:ext cx="27350" cy="40425"/>
            </a:xfrm>
            <a:custGeom>
              <a:avLst/>
              <a:gdLst/>
              <a:ahLst/>
              <a:cxnLst/>
              <a:rect l="l" t="t" r="r" b="b"/>
              <a:pathLst>
                <a:path w="1094" h="1617" extrusionOk="0">
                  <a:moveTo>
                    <a:pt x="522" y="1"/>
                  </a:moveTo>
                  <a:lnTo>
                    <a:pt x="423" y="26"/>
                  </a:lnTo>
                  <a:lnTo>
                    <a:pt x="323" y="100"/>
                  </a:lnTo>
                  <a:lnTo>
                    <a:pt x="224" y="200"/>
                  </a:lnTo>
                  <a:lnTo>
                    <a:pt x="149" y="299"/>
                  </a:lnTo>
                  <a:lnTo>
                    <a:pt x="75" y="448"/>
                  </a:lnTo>
                  <a:lnTo>
                    <a:pt x="25" y="597"/>
                  </a:lnTo>
                  <a:lnTo>
                    <a:pt x="0" y="747"/>
                  </a:lnTo>
                  <a:lnTo>
                    <a:pt x="0" y="921"/>
                  </a:lnTo>
                  <a:lnTo>
                    <a:pt x="0" y="1070"/>
                  </a:lnTo>
                  <a:lnTo>
                    <a:pt x="50" y="1219"/>
                  </a:lnTo>
                  <a:lnTo>
                    <a:pt x="100" y="1343"/>
                  </a:lnTo>
                  <a:lnTo>
                    <a:pt x="149" y="1442"/>
                  </a:lnTo>
                  <a:lnTo>
                    <a:pt x="249" y="1542"/>
                  </a:lnTo>
                  <a:lnTo>
                    <a:pt x="323" y="1592"/>
                  </a:lnTo>
                  <a:lnTo>
                    <a:pt x="448" y="1616"/>
                  </a:lnTo>
                  <a:lnTo>
                    <a:pt x="547" y="1616"/>
                  </a:lnTo>
                  <a:lnTo>
                    <a:pt x="646" y="1567"/>
                  </a:lnTo>
                  <a:lnTo>
                    <a:pt x="746" y="1517"/>
                  </a:lnTo>
                  <a:lnTo>
                    <a:pt x="845" y="1418"/>
                  </a:lnTo>
                  <a:lnTo>
                    <a:pt x="920" y="1318"/>
                  </a:lnTo>
                  <a:lnTo>
                    <a:pt x="994" y="1169"/>
                  </a:lnTo>
                  <a:lnTo>
                    <a:pt x="1044" y="1020"/>
                  </a:lnTo>
                  <a:lnTo>
                    <a:pt x="1069" y="871"/>
                  </a:lnTo>
                  <a:lnTo>
                    <a:pt x="1094" y="697"/>
                  </a:lnTo>
                  <a:lnTo>
                    <a:pt x="1069" y="548"/>
                  </a:lnTo>
                  <a:lnTo>
                    <a:pt x="1044" y="399"/>
                  </a:lnTo>
                  <a:lnTo>
                    <a:pt x="994" y="274"/>
                  </a:lnTo>
                  <a:lnTo>
                    <a:pt x="920" y="150"/>
                  </a:lnTo>
                  <a:lnTo>
                    <a:pt x="845" y="75"/>
                  </a:lnTo>
                  <a:lnTo>
                    <a:pt x="746" y="26"/>
                  </a:lnTo>
                  <a:lnTo>
                    <a:pt x="646"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5247;p109">
              <a:extLst>
                <a:ext uri="{FF2B5EF4-FFF2-40B4-BE49-F238E27FC236}">
                  <a16:creationId xmlns:a16="http://schemas.microsoft.com/office/drawing/2014/main" id="{FB8DE20B-DFC9-1AE1-1564-A7FD239CE973}"/>
                </a:ext>
              </a:extLst>
            </p:cNvPr>
            <p:cNvSpPr/>
            <p:nvPr/>
          </p:nvSpPr>
          <p:spPr>
            <a:xfrm>
              <a:off x="5704825" y="648225"/>
              <a:ext cx="26125" cy="13675"/>
            </a:xfrm>
            <a:custGeom>
              <a:avLst/>
              <a:gdLst/>
              <a:ahLst/>
              <a:cxnLst/>
              <a:rect l="l" t="t" r="r" b="b"/>
              <a:pathLst>
                <a:path w="1045" h="547" extrusionOk="0">
                  <a:moveTo>
                    <a:pt x="1" y="0"/>
                  </a:moveTo>
                  <a:lnTo>
                    <a:pt x="75" y="124"/>
                  </a:lnTo>
                  <a:lnTo>
                    <a:pt x="175" y="249"/>
                  </a:lnTo>
                  <a:lnTo>
                    <a:pt x="299" y="373"/>
                  </a:lnTo>
                  <a:lnTo>
                    <a:pt x="448" y="497"/>
                  </a:lnTo>
                  <a:lnTo>
                    <a:pt x="548" y="522"/>
                  </a:lnTo>
                  <a:lnTo>
                    <a:pt x="622" y="547"/>
                  </a:lnTo>
                  <a:lnTo>
                    <a:pt x="821" y="547"/>
                  </a:lnTo>
                  <a:lnTo>
                    <a:pt x="920" y="497"/>
                  </a:lnTo>
                  <a:lnTo>
                    <a:pt x="1045" y="423"/>
                  </a:lnTo>
                  <a:lnTo>
                    <a:pt x="1"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5248;p109">
              <a:extLst>
                <a:ext uri="{FF2B5EF4-FFF2-40B4-BE49-F238E27FC236}">
                  <a16:creationId xmlns:a16="http://schemas.microsoft.com/office/drawing/2014/main" id="{DB7051D9-8F56-E019-7284-DF9F84F3F1BE}"/>
                </a:ext>
              </a:extLst>
            </p:cNvPr>
            <p:cNvSpPr/>
            <p:nvPr/>
          </p:nvSpPr>
          <p:spPr>
            <a:xfrm>
              <a:off x="5800525" y="4735575"/>
              <a:ext cx="270950" cy="343025"/>
            </a:xfrm>
            <a:custGeom>
              <a:avLst/>
              <a:gdLst/>
              <a:ahLst/>
              <a:cxnLst/>
              <a:rect l="l" t="t" r="r" b="b"/>
              <a:pathLst>
                <a:path w="10838" h="13721" extrusionOk="0">
                  <a:moveTo>
                    <a:pt x="5170" y="0"/>
                  </a:moveTo>
                  <a:lnTo>
                    <a:pt x="0" y="2411"/>
                  </a:lnTo>
                  <a:lnTo>
                    <a:pt x="5643" y="13720"/>
                  </a:lnTo>
                  <a:lnTo>
                    <a:pt x="10837" y="11284"/>
                  </a:lnTo>
                  <a:lnTo>
                    <a:pt x="5170" y="0"/>
                  </a:lnTo>
                  <a:close/>
                </a:path>
              </a:pathLst>
            </a:custGeom>
            <a:solidFill>
              <a:srgbClr val="B55B5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5249;p109">
              <a:extLst>
                <a:ext uri="{FF2B5EF4-FFF2-40B4-BE49-F238E27FC236}">
                  <a16:creationId xmlns:a16="http://schemas.microsoft.com/office/drawing/2014/main" id="{750B2671-D1D7-DE4E-3B3C-816259DABC01}"/>
                </a:ext>
              </a:extLst>
            </p:cNvPr>
            <p:cNvSpPr/>
            <p:nvPr/>
          </p:nvSpPr>
          <p:spPr>
            <a:xfrm>
              <a:off x="5800525" y="4735575"/>
              <a:ext cx="270950" cy="343025"/>
            </a:xfrm>
            <a:custGeom>
              <a:avLst/>
              <a:gdLst/>
              <a:ahLst/>
              <a:cxnLst/>
              <a:rect l="l" t="t" r="r" b="b"/>
              <a:pathLst>
                <a:path w="10838" h="13721" fill="none" extrusionOk="0">
                  <a:moveTo>
                    <a:pt x="10837" y="11284"/>
                  </a:moveTo>
                  <a:lnTo>
                    <a:pt x="5643" y="13720"/>
                  </a:lnTo>
                  <a:lnTo>
                    <a:pt x="0" y="2411"/>
                  </a:lnTo>
                  <a:lnTo>
                    <a:pt x="5170" y="0"/>
                  </a:lnTo>
                  <a:lnTo>
                    <a:pt x="10837" y="11284"/>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5250;p109">
              <a:extLst>
                <a:ext uri="{FF2B5EF4-FFF2-40B4-BE49-F238E27FC236}">
                  <a16:creationId xmlns:a16="http://schemas.microsoft.com/office/drawing/2014/main" id="{3380CDBF-CF27-8A1A-5988-89A7EF506488}"/>
                </a:ext>
              </a:extLst>
            </p:cNvPr>
            <p:cNvSpPr/>
            <p:nvPr/>
          </p:nvSpPr>
          <p:spPr>
            <a:xfrm>
              <a:off x="6114325" y="4830650"/>
              <a:ext cx="155350" cy="323750"/>
            </a:xfrm>
            <a:custGeom>
              <a:avLst/>
              <a:gdLst/>
              <a:ahLst/>
              <a:cxnLst/>
              <a:rect l="l" t="t" r="r" b="b"/>
              <a:pathLst>
                <a:path w="6214" h="12950" extrusionOk="0">
                  <a:moveTo>
                    <a:pt x="621" y="0"/>
                  </a:moveTo>
                  <a:lnTo>
                    <a:pt x="0" y="12949"/>
                  </a:lnTo>
                  <a:lnTo>
                    <a:pt x="5592" y="12949"/>
                  </a:lnTo>
                  <a:lnTo>
                    <a:pt x="6214" y="0"/>
                  </a:lnTo>
                  <a:close/>
                </a:path>
              </a:pathLst>
            </a:custGeom>
            <a:solidFill>
              <a:srgbClr val="B55B5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5251;p109">
              <a:extLst>
                <a:ext uri="{FF2B5EF4-FFF2-40B4-BE49-F238E27FC236}">
                  <a16:creationId xmlns:a16="http://schemas.microsoft.com/office/drawing/2014/main" id="{3E8DCE65-1F24-C69A-C4B0-1CFDFA7CE181}"/>
                </a:ext>
              </a:extLst>
            </p:cNvPr>
            <p:cNvSpPr/>
            <p:nvPr/>
          </p:nvSpPr>
          <p:spPr>
            <a:xfrm>
              <a:off x="6114325" y="4830650"/>
              <a:ext cx="155350" cy="323750"/>
            </a:xfrm>
            <a:custGeom>
              <a:avLst/>
              <a:gdLst/>
              <a:ahLst/>
              <a:cxnLst/>
              <a:rect l="l" t="t" r="r" b="b"/>
              <a:pathLst>
                <a:path w="6214" h="12950" fill="none" extrusionOk="0">
                  <a:moveTo>
                    <a:pt x="5592" y="12949"/>
                  </a:moveTo>
                  <a:lnTo>
                    <a:pt x="0" y="12949"/>
                  </a:lnTo>
                  <a:lnTo>
                    <a:pt x="621" y="0"/>
                  </a:lnTo>
                  <a:lnTo>
                    <a:pt x="6214" y="0"/>
                  </a:lnTo>
                  <a:lnTo>
                    <a:pt x="5592" y="12949"/>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5252;p109">
              <a:extLst>
                <a:ext uri="{FF2B5EF4-FFF2-40B4-BE49-F238E27FC236}">
                  <a16:creationId xmlns:a16="http://schemas.microsoft.com/office/drawing/2014/main" id="{37909B27-A839-C1B7-26A8-F6968402898A}"/>
                </a:ext>
              </a:extLst>
            </p:cNvPr>
            <p:cNvSpPr/>
            <p:nvPr/>
          </p:nvSpPr>
          <p:spPr>
            <a:xfrm>
              <a:off x="5899325" y="5138225"/>
              <a:ext cx="387750" cy="159075"/>
            </a:xfrm>
            <a:custGeom>
              <a:avLst/>
              <a:gdLst/>
              <a:ahLst/>
              <a:cxnLst/>
              <a:rect l="l" t="t" r="r" b="b"/>
              <a:pathLst>
                <a:path w="15510" h="6363" extrusionOk="0">
                  <a:moveTo>
                    <a:pt x="8153" y="0"/>
                  </a:moveTo>
                  <a:lnTo>
                    <a:pt x="7879" y="25"/>
                  </a:lnTo>
                  <a:lnTo>
                    <a:pt x="7631" y="75"/>
                  </a:lnTo>
                  <a:lnTo>
                    <a:pt x="7407" y="174"/>
                  </a:lnTo>
                  <a:lnTo>
                    <a:pt x="7183" y="323"/>
                  </a:lnTo>
                  <a:lnTo>
                    <a:pt x="6661" y="796"/>
                  </a:lnTo>
                  <a:lnTo>
                    <a:pt x="6139" y="1268"/>
                  </a:lnTo>
                  <a:lnTo>
                    <a:pt x="5593" y="1715"/>
                  </a:lnTo>
                  <a:lnTo>
                    <a:pt x="5294" y="1964"/>
                  </a:lnTo>
                  <a:lnTo>
                    <a:pt x="4971" y="2187"/>
                  </a:lnTo>
                  <a:lnTo>
                    <a:pt x="4623" y="2411"/>
                  </a:lnTo>
                  <a:lnTo>
                    <a:pt x="4226" y="2610"/>
                  </a:lnTo>
                  <a:lnTo>
                    <a:pt x="3778" y="2834"/>
                  </a:lnTo>
                  <a:lnTo>
                    <a:pt x="3256" y="3032"/>
                  </a:lnTo>
                  <a:lnTo>
                    <a:pt x="2710" y="3231"/>
                  </a:lnTo>
                  <a:lnTo>
                    <a:pt x="2088" y="3430"/>
                  </a:lnTo>
                  <a:lnTo>
                    <a:pt x="1367" y="3629"/>
                  </a:lnTo>
                  <a:lnTo>
                    <a:pt x="597" y="3803"/>
                  </a:lnTo>
                  <a:lnTo>
                    <a:pt x="423" y="3878"/>
                  </a:lnTo>
                  <a:lnTo>
                    <a:pt x="274" y="3977"/>
                  </a:lnTo>
                  <a:lnTo>
                    <a:pt x="174" y="4126"/>
                  </a:lnTo>
                  <a:lnTo>
                    <a:pt x="75" y="4300"/>
                  </a:lnTo>
                  <a:lnTo>
                    <a:pt x="25" y="4499"/>
                  </a:lnTo>
                  <a:lnTo>
                    <a:pt x="0" y="4723"/>
                  </a:lnTo>
                  <a:lnTo>
                    <a:pt x="25" y="4946"/>
                  </a:lnTo>
                  <a:lnTo>
                    <a:pt x="75" y="5170"/>
                  </a:lnTo>
                  <a:lnTo>
                    <a:pt x="174" y="5394"/>
                  </a:lnTo>
                  <a:lnTo>
                    <a:pt x="299" y="5617"/>
                  </a:lnTo>
                  <a:lnTo>
                    <a:pt x="473" y="5816"/>
                  </a:lnTo>
                  <a:lnTo>
                    <a:pt x="696" y="5990"/>
                  </a:lnTo>
                  <a:lnTo>
                    <a:pt x="970" y="6139"/>
                  </a:lnTo>
                  <a:lnTo>
                    <a:pt x="1268" y="6264"/>
                  </a:lnTo>
                  <a:lnTo>
                    <a:pt x="1641" y="6338"/>
                  </a:lnTo>
                  <a:lnTo>
                    <a:pt x="2063" y="6363"/>
                  </a:lnTo>
                  <a:lnTo>
                    <a:pt x="3828" y="6338"/>
                  </a:lnTo>
                  <a:lnTo>
                    <a:pt x="5568" y="6264"/>
                  </a:lnTo>
                  <a:lnTo>
                    <a:pt x="7183" y="6214"/>
                  </a:lnTo>
                  <a:lnTo>
                    <a:pt x="8600" y="6164"/>
                  </a:lnTo>
                  <a:lnTo>
                    <a:pt x="10390" y="6189"/>
                  </a:lnTo>
                  <a:lnTo>
                    <a:pt x="11806" y="6239"/>
                  </a:lnTo>
                  <a:lnTo>
                    <a:pt x="13124" y="6288"/>
                  </a:lnTo>
                  <a:lnTo>
                    <a:pt x="14590" y="6338"/>
                  </a:lnTo>
                  <a:lnTo>
                    <a:pt x="14665" y="6338"/>
                  </a:lnTo>
                  <a:lnTo>
                    <a:pt x="14839" y="6313"/>
                  </a:lnTo>
                  <a:lnTo>
                    <a:pt x="15013" y="6239"/>
                  </a:lnTo>
                  <a:lnTo>
                    <a:pt x="15162" y="6139"/>
                  </a:lnTo>
                  <a:lnTo>
                    <a:pt x="15286" y="6015"/>
                  </a:lnTo>
                  <a:lnTo>
                    <a:pt x="15385" y="5866"/>
                  </a:lnTo>
                  <a:lnTo>
                    <a:pt x="15460" y="5717"/>
                  </a:lnTo>
                  <a:lnTo>
                    <a:pt x="15510" y="5543"/>
                  </a:lnTo>
                  <a:lnTo>
                    <a:pt x="15510" y="5344"/>
                  </a:lnTo>
                  <a:lnTo>
                    <a:pt x="14863" y="373"/>
                  </a:lnTo>
                  <a:lnTo>
                    <a:pt x="14863" y="298"/>
                  </a:lnTo>
                  <a:lnTo>
                    <a:pt x="14814" y="224"/>
                  </a:lnTo>
                  <a:lnTo>
                    <a:pt x="14714" y="100"/>
                  </a:lnTo>
                  <a:lnTo>
                    <a:pt x="14590" y="25"/>
                  </a:lnTo>
                  <a:lnTo>
                    <a:pt x="14516" y="0"/>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5253;p109">
              <a:extLst>
                <a:ext uri="{FF2B5EF4-FFF2-40B4-BE49-F238E27FC236}">
                  <a16:creationId xmlns:a16="http://schemas.microsoft.com/office/drawing/2014/main" id="{25C78CB5-2B73-BB70-7E37-D2F33A295941}"/>
                </a:ext>
              </a:extLst>
            </p:cNvPr>
            <p:cNvSpPr/>
            <p:nvPr/>
          </p:nvSpPr>
          <p:spPr>
            <a:xfrm>
              <a:off x="5810475" y="4951800"/>
              <a:ext cx="358550" cy="345500"/>
            </a:xfrm>
            <a:custGeom>
              <a:avLst/>
              <a:gdLst/>
              <a:ahLst/>
              <a:cxnLst/>
              <a:rect l="l" t="t" r="r" b="b"/>
              <a:pathLst>
                <a:path w="14342" h="13820" extrusionOk="0">
                  <a:moveTo>
                    <a:pt x="10439" y="1"/>
                  </a:moveTo>
                  <a:lnTo>
                    <a:pt x="10290" y="26"/>
                  </a:lnTo>
                  <a:lnTo>
                    <a:pt x="10215" y="50"/>
                  </a:lnTo>
                  <a:lnTo>
                    <a:pt x="10141" y="100"/>
                  </a:lnTo>
                  <a:lnTo>
                    <a:pt x="4996" y="3928"/>
                  </a:lnTo>
                  <a:lnTo>
                    <a:pt x="4797" y="4102"/>
                  </a:lnTo>
                  <a:lnTo>
                    <a:pt x="4623" y="4301"/>
                  </a:lnTo>
                  <a:lnTo>
                    <a:pt x="4499" y="4524"/>
                  </a:lnTo>
                  <a:lnTo>
                    <a:pt x="4424" y="4773"/>
                  </a:lnTo>
                  <a:lnTo>
                    <a:pt x="4225" y="5494"/>
                  </a:lnTo>
                  <a:lnTo>
                    <a:pt x="3977" y="6239"/>
                  </a:lnTo>
                  <a:lnTo>
                    <a:pt x="3654" y="7035"/>
                  </a:lnTo>
                  <a:lnTo>
                    <a:pt x="3480" y="7457"/>
                  </a:lnTo>
                  <a:lnTo>
                    <a:pt x="3256" y="7905"/>
                  </a:lnTo>
                  <a:lnTo>
                    <a:pt x="3008" y="8352"/>
                  </a:lnTo>
                  <a:lnTo>
                    <a:pt x="2734" y="8824"/>
                  </a:lnTo>
                  <a:lnTo>
                    <a:pt x="2411" y="9321"/>
                  </a:lnTo>
                  <a:lnTo>
                    <a:pt x="2063" y="9843"/>
                  </a:lnTo>
                  <a:lnTo>
                    <a:pt x="1665" y="10390"/>
                  </a:lnTo>
                  <a:lnTo>
                    <a:pt x="1218" y="10962"/>
                  </a:lnTo>
                  <a:lnTo>
                    <a:pt x="721" y="11558"/>
                  </a:lnTo>
                  <a:lnTo>
                    <a:pt x="174" y="12180"/>
                  </a:lnTo>
                  <a:lnTo>
                    <a:pt x="75" y="12329"/>
                  </a:lnTo>
                  <a:lnTo>
                    <a:pt x="0" y="12503"/>
                  </a:lnTo>
                  <a:lnTo>
                    <a:pt x="0" y="12677"/>
                  </a:lnTo>
                  <a:lnTo>
                    <a:pt x="25" y="12876"/>
                  </a:lnTo>
                  <a:lnTo>
                    <a:pt x="100" y="13074"/>
                  </a:lnTo>
                  <a:lnTo>
                    <a:pt x="199" y="13248"/>
                  </a:lnTo>
                  <a:lnTo>
                    <a:pt x="348" y="13397"/>
                  </a:lnTo>
                  <a:lnTo>
                    <a:pt x="522" y="13547"/>
                  </a:lnTo>
                  <a:lnTo>
                    <a:pt x="721" y="13671"/>
                  </a:lnTo>
                  <a:lnTo>
                    <a:pt x="969" y="13770"/>
                  </a:lnTo>
                  <a:lnTo>
                    <a:pt x="1218" y="13820"/>
                  </a:lnTo>
                  <a:lnTo>
                    <a:pt x="1491" y="13820"/>
                  </a:lnTo>
                  <a:lnTo>
                    <a:pt x="1815" y="13770"/>
                  </a:lnTo>
                  <a:lnTo>
                    <a:pt x="2138" y="13671"/>
                  </a:lnTo>
                  <a:lnTo>
                    <a:pt x="2486" y="13522"/>
                  </a:lnTo>
                  <a:lnTo>
                    <a:pt x="2834" y="13273"/>
                  </a:lnTo>
                  <a:lnTo>
                    <a:pt x="4399" y="12080"/>
                  </a:lnTo>
                  <a:lnTo>
                    <a:pt x="6090" y="10763"/>
                  </a:lnTo>
                  <a:lnTo>
                    <a:pt x="7655" y="9520"/>
                  </a:lnTo>
                  <a:lnTo>
                    <a:pt x="8948" y="8526"/>
                  </a:lnTo>
                  <a:lnTo>
                    <a:pt x="10414" y="7457"/>
                  </a:lnTo>
                  <a:lnTo>
                    <a:pt x="11607" y="6637"/>
                  </a:lnTo>
                  <a:lnTo>
                    <a:pt x="12726" y="5866"/>
                  </a:lnTo>
                  <a:lnTo>
                    <a:pt x="13968" y="4997"/>
                  </a:lnTo>
                  <a:lnTo>
                    <a:pt x="14018" y="4947"/>
                  </a:lnTo>
                  <a:lnTo>
                    <a:pt x="14142" y="4823"/>
                  </a:lnTo>
                  <a:lnTo>
                    <a:pt x="14242" y="4673"/>
                  </a:lnTo>
                  <a:lnTo>
                    <a:pt x="14316" y="4499"/>
                  </a:lnTo>
                  <a:lnTo>
                    <a:pt x="14341" y="4326"/>
                  </a:lnTo>
                  <a:lnTo>
                    <a:pt x="14341" y="4152"/>
                  </a:lnTo>
                  <a:lnTo>
                    <a:pt x="14316" y="3978"/>
                  </a:lnTo>
                  <a:lnTo>
                    <a:pt x="14242" y="3828"/>
                  </a:lnTo>
                  <a:lnTo>
                    <a:pt x="14142" y="3654"/>
                  </a:lnTo>
                  <a:lnTo>
                    <a:pt x="10737" y="125"/>
                  </a:lnTo>
                  <a:lnTo>
                    <a:pt x="10663" y="75"/>
                  </a:lnTo>
                  <a:lnTo>
                    <a:pt x="10588" y="50"/>
                  </a:lnTo>
                  <a:lnTo>
                    <a:pt x="10439" y="1"/>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5254;p109">
              <a:extLst>
                <a:ext uri="{FF2B5EF4-FFF2-40B4-BE49-F238E27FC236}">
                  <a16:creationId xmlns:a16="http://schemas.microsoft.com/office/drawing/2014/main" id="{F56F4129-D567-8077-9D3D-3098D2D5C5FB}"/>
                </a:ext>
              </a:extLst>
            </p:cNvPr>
            <p:cNvSpPr/>
            <p:nvPr/>
          </p:nvSpPr>
          <p:spPr>
            <a:xfrm>
              <a:off x="5929775" y="4735575"/>
              <a:ext cx="73350" cy="145425"/>
            </a:xfrm>
            <a:custGeom>
              <a:avLst/>
              <a:gdLst/>
              <a:ahLst/>
              <a:cxnLst/>
              <a:rect l="l" t="t" r="r" b="b"/>
              <a:pathLst>
                <a:path w="2934" h="5817" extrusionOk="0">
                  <a:moveTo>
                    <a:pt x="0" y="0"/>
                  </a:moveTo>
                  <a:lnTo>
                    <a:pt x="2933" y="5816"/>
                  </a:lnTo>
                  <a:lnTo>
                    <a:pt x="25" y="0"/>
                  </a:lnTo>
                  <a:close/>
                </a:path>
              </a:pathLst>
            </a:custGeom>
            <a:solidFill>
              <a:srgbClr val="CCCCC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5255;p109">
              <a:extLst>
                <a:ext uri="{FF2B5EF4-FFF2-40B4-BE49-F238E27FC236}">
                  <a16:creationId xmlns:a16="http://schemas.microsoft.com/office/drawing/2014/main" id="{C708C6DD-5B5E-A97B-106F-C66D7AE4D476}"/>
                </a:ext>
              </a:extLst>
            </p:cNvPr>
            <p:cNvSpPr/>
            <p:nvPr/>
          </p:nvSpPr>
          <p:spPr>
            <a:xfrm>
              <a:off x="5847125" y="4890300"/>
              <a:ext cx="29225" cy="57175"/>
            </a:xfrm>
            <a:custGeom>
              <a:avLst/>
              <a:gdLst/>
              <a:ahLst/>
              <a:cxnLst/>
              <a:rect l="l" t="t" r="r" b="b"/>
              <a:pathLst>
                <a:path w="1169" h="2287" fill="none" extrusionOk="0">
                  <a:moveTo>
                    <a:pt x="1" y="0"/>
                  </a:moveTo>
                  <a:lnTo>
                    <a:pt x="1169" y="2287"/>
                  </a:lnTo>
                  <a:lnTo>
                    <a:pt x="1169" y="2287"/>
                  </a:lnTo>
                  <a:lnTo>
                    <a:pt x="1"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5256;p109">
              <a:extLst>
                <a:ext uri="{FF2B5EF4-FFF2-40B4-BE49-F238E27FC236}">
                  <a16:creationId xmlns:a16="http://schemas.microsoft.com/office/drawing/2014/main" id="{8A80F96F-7369-0EC4-905B-B41698BD5549}"/>
                </a:ext>
              </a:extLst>
            </p:cNvPr>
            <p:cNvSpPr/>
            <p:nvPr/>
          </p:nvSpPr>
          <p:spPr>
            <a:xfrm>
              <a:off x="5929775" y="4735575"/>
              <a:ext cx="73350" cy="145425"/>
            </a:xfrm>
            <a:custGeom>
              <a:avLst/>
              <a:gdLst/>
              <a:ahLst/>
              <a:cxnLst/>
              <a:rect l="l" t="t" r="r" b="b"/>
              <a:pathLst>
                <a:path w="2934" h="5817" fill="none" extrusionOk="0">
                  <a:moveTo>
                    <a:pt x="25" y="0"/>
                  </a:moveTo>
                  <a:lnTo>
                    <a:pt x="0" y="0"/>
                  </a:lnTo>
                  <a:lnTo>
                    <a:pt x="2933" y="5816"/>
                  </a:lnTo>
                  <a:lnTo>
                    <a:pt x="2933" y="5816"/>
                  </a:lnTo>
                  <a:lnTo>
                    <a:pt x="25"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5257;p109">
              <a:extLst>
                <a:ext uri="{FF2B5EF4-FFF2-40B4-BE49-F238E27FC236}">
                  <a16:creationId xmlns:a16="http://schemas.microsoft.com/office/drawing/2014/main" id="{BB6F7626-FE63-F82D-45CD-AE5671DFCD24}"/>
                </a:ext>
              </a:extLst>
            </p:cNvPr>
            <p:cNvSpPr/>
            <p:nvPr/>
          </p:nvSpPr>
          <p:spPr>
            <a:xfrm>
              <a:off x="5800525" y="4735575"/>
              <a:ext cx="202600" cy="211900"/>
            </a:xfrm>
            <a:custGeom>
              <a:avLst/>
              <a:gdLst/>
              <a:ahLst/>
              <a:cxnLst/>
              <a:rect l="l" t="t" r="r" b="b"/>
              <a:pathLst>
                <a:path w="8104" h="8476" extrusionOk="0">
                  <a:moveTo>
                    <a:pt x="5170" y="0"/>
                  </a:moveTo>
                  <a:lnTo>
                    <a:pt x="0" y="2436"/>
                  </a:lnTo>
                  <a:lnTo>
                    <a:pt x="1865" y="6189"/>
                  </a:lnTo>
                  <a:lnTo>
                    <a:pt x="3033" y="8476"/>
                  </a:lnTo>
                  <a:lnTo>
                    <a:pt x="8103" y="5816"/>
                  </a:lnTo>
                  <a:lnTo>
                    <a:pt x="5170" y="0"/>
                  </a:lnTo>
                  <a:close/>
                </a:path>
              </a:pathLst>
            </a:custGeom>
            <a:solidFill>
              <a:srgbClr val="91494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5258;p109">
              <a:extLst>
                <a:ext uri="{FF2B5EF4-FFF2-40B4-BE49-F238E27FC236}">
                  <a16:creationId xmlns:a16="http://schemas.microsoft.com/office/drawing/2014/main" id="{3227297A-D7C8-058F-9774-AF040E1D5A4C}"/>
                </a:ext>
              </a:extLst>
            </p:cNvPr>
            <p:cNvSpPr/>
            <p:nvPr/>
          </p:nvSpPr>
          <p:spPr>
            <a:xfrm>
              <a:off x="5800525" y="4735575"/>
              <a:ext cx="202600" cy="211900"/>
            </a:xfrm>
            <a:custGeom>
              <a:avLst/>
              <a:gdLst/>
              <a:ahLst/>
              <a:cxnLst/>
              <a:rect l="l" t="t" r="r" b="b"/>
              <a:pathLst>
                <a:path w="8104" h="8476" fill="none" extrusionOk="0">
                  <a:moveTo>
                    <a:pt x="5170" y="0"/>
                  </a:moveTo>
                  <a:lnTo>
                    <a:pt x="0" y="2436"/>
                  </a:lnTo>
                  <a:lnTo>
                    <a:pt x="1865" y="6189"/>
                  </a:lnTo>
                  <a:lnTo>
                    <a:pt x="3033" y="8476"/>
                  </a:lnTo>
                  <a:lnTo>
                    <a:pt x="8103" y="5816"/>
                  </a:lnTo>
                  <a:lnTo>
                    <a:pt x="5170"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5259;p109">
              <a:extLst>
                <a:ext uri="{FF2B5EF4-FFF2-40B4-BE49-F238E27FC236}">
                  <a16:creationId xmlns:a16="http://schemas.microsoft.com/office/drawing/2014/main" id="{F33D2839-98A5-DB9A-1866-A1F432B731E9}"/>
                </a:ext>
              </a:extLst>
            </p:cNvPr>
            <p:cNvSpPr/>
            <p:nvPr/>
          </p:nvSpPr>
          <p:spPr>
            <a:xfrm>
              <a:off x="6261575" y="4965475"/>
              <a:ext cx="1900" cy="32350"/>
            </a:xfrm>
            <a:custGeom>
              <a:avLst/>
              <a:gdLst/>
              <a:ahLst/>
              <a:cxnLst/>
              <a:rect l="l" t="t" r="r" b="b"/>
              <a:pathLst>
                <a:path w="76" h="1294" extrusionOk="0">
                  <a:moveTo>
                    <a:pt x="75" y="1"/>
                  </a:moveTo>
                  <a:lnTo>
                    <a:pt x="75" y="1"/>
                  </a:lnTo>
                  <a:lnTo>
                    <a:pt x="1" y="1293"/>
                  </a:lnTo>
                  <a:lnTo>
                    <a:pt x="1" y="1293"/>
                  </a:lnTo>
                  <a:lnTo>
                    <a:pt x="75" y="1"/>
                  </a:lnTo>
                  <a:close/>
                </a:path>
              </a:pathLst>
            </a:custGeom>
            <a:solidFill>
              <a:srgbClr val="CCCCC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5260;p109">
              <a:extLst>
                <a:ext uri="{FF2B5EF4-FFF2-40B4-BE49-F238E27FC236}">
                  <a16:creationId xmlns:a16="http://schemas.microsoft.com/office/drawing/2014/main" id="{E1815D43-A2F9-4458-D3F6-1BD757A2F856}"/>
                </a:ext>
              </a:extLst>
            </p:cNvPr>
            <p:cNvSpPr/>
            <p:nvPr/>
          </p:nvSpPr>
          <p:spPr>
            <a:xfrm>
              <a:off x="6261575" y="4965475"/>
              <a:ext cx="1900" cy="32350"/>
            </a:xfrm>
            <a:custGeom>
              <a:avLst/>
              <a:gdLst/>
              <a:ahLst/>
              <a:cxnLst/>
              <a:rect l="l" t="t" r="r" b="b"/>
              <a:pathLst>
                <a:path w="76" h="1294" fill="none" extrusionOk="0">
                  <a:moveTo>
                    <a:pt x="75" y="1"/>
                  </a:moveTo>
                  <a:lnTo>
                    <a:pt x="75" y="1"/>
                  </a:lnTo>
                  <a:lnTo>
                    <a:pt x="1" y="1293"/>
                  </a:lnTo>
                  <a:lnTo>
                    <a:pt x="1" y="1293"/>
                  </a:lnTo>
                  <a:lnTo>
                    <a:pt x="75"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5261;p109">
              <a:extLst>
                <a:ext uri="{FF2B5EF4-FFF2-40B4-BE49-F238E27FC236}">
                  <a16:creationId xmlns:a16="http://schemas.microsoft.com/office/drawing/2014/main" id="{BEBCC501-2771-4BB1-F0FE-CF523AA8CA2A}"/>
                </a:ext>
              </a:extLst>
            </p:cNvPr>
            <p:cNvSpPr/>
            <p:nvPr/>
          </p:nvSpPr>
          <p:spPr>
            <a:xfrm>
              <a:off x="6121775" y="4965475"/>
              <a:ext cx="141700" cy="32350"/>
            </a:xfrm>
            <a:custGeom>
              <a:avLst/>
              <a:gdLst/>
              <a:ahLst/>
              <a:cxnLst/>
              <a:rect l="l" t="t" r="r" b="b"/>
              <a:pathLst>
                <a:path w="5668" h="1294" extrusionOk="0">
                  <a:moveTo>
                    <a:pt x="75" y="1"/>
                  </a:moveTo>
                  <a:lnTo>
                    <a:pt x="0" y="1293"/>
                  </a:lnTo>
                  <a:lnTo>
                    <a:pt x="5593" y="1293"/>
                  </a:lnTo>
                  <a:lnTo>
                    <a:pt x="5667" y="1"/>
                  </a:lnTo>
                  <a:close/>
                </a:path>
              </a:pathLst>
            </a:custGeom>
            <a:solidFill>
              <a:srgbClr val="91494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4" name="Google Shape;5262;p109">
              <a:extLst>
                <a:ext uri="{FF2B5EF4-FFF2-40B4-BE49-F238E27FC236}">
                  <a16:creationId xmlns:a16="http://schemas.microsoft.com/office/drawing/2014/main" id="{0DB42801-B179-8BCE-63CB-22AE080D5584}"/>
                </a:ext>
              </a:extLst>
            </p:cNvPr>
            <p:cNvSpPr/>
            <p:nvPr/>
          </p:nvSpPr>
          <p:spPr>
            <a:xfrm>
              <a:off x="6121775" y="4965475"/>
              <a:ext cx="141700" cy="32350"/>
            </a:xfrm>
            <a:custGeom>
              <a:avLst/>
              <a:gdLst/>
              <a:ahLst/>
              <a:cxnLst/>
              <a:rect l="l" t="t" r="r" b="b"/>
              <a:pathLst>
                <a:path w="5668" h="1294" fill="none" extrusionOk="0">
                  <a:moveTo>
                    <a:pt x="5667" y="1"/>
                  </a:moveTo>
                  <a:lnTo>
                    <a:pt x="75" y="1"/>
                  </a:lnTo>
                  <a:lnTo>
                    <a:pt x="0" y="1293"/>
                  </a:lnTo>
                  <a:lnTo>
                    <a:pt x="5593" y="1293"/>
                  </a:lnTo>
                  <a:lnTo>
                    <a:pt x="5667"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5" name="Google Shape;5263;p109">
              <a:extLst>
                <a:ext uri="{FF2B5EF4-FFF2-40B4-BE49-F238E27FC236}">
                  <a16:creationId xmlns:a16="http://schemas.microsoft.com/office/drawing/2014/main" id="{3505B7FD-7D2D-D718-9ECE-28D692636F96}"/>
                </a:ext>
              </a:extLst>
            </p:cNvPr>
            <p:cNvSpPr/>
            <p:nvPr/>
          </p:nvSpPr>
          <p:spPr>
            <a:xfrm>
              <a:off x="6152850" y="1157725"/>
              <a:ext cx="277150" cy="398950"/>
            </a:xfrm>
            <a:custGeom>
              <a:avLst/>
              <a:gdLst/>
              <a:ahLst/>
              <a:cxnLst/>
              <a:rect l="l" t="t" r="r" b="b"/>
              <a:pathLst>
                <a:path w="11086" h="15958" extrusionOk="0">
                  <a:moveTo>
                    <a:pt x="5468" y="1"/>
                  </a:moveTo>
                  <a:lnTo>
                    <a:pt x="5220" y="26"/>
                  </a:lnTo>
                  <a:lnTo>
                    <a:pt x="4996" y="51"/>
                  </a:lnTo>
                  <a:lnTo>
                    <a:pt x="4747" y="100"/>
                  </a:lnTo>
                  <a:lnTo>
                    <a:pt x="4524" y="175"/>
                  </a:lnTo>
                  <a:lnTo>
                    <a:pt x="4275" y="250"/>
                  </a:lnTo>
                  <a:lnTo>
                    <a:pt x="4051" y="324"/>
                  </a:lnTo>
                  <a:lnTo>
                    <a:pt x="3828" y="448"/>
                  </a:lnTo>
                  <a:lnTo>
                    <a:pt x="3405" y="697"/>
                  </a:lnTo>
                  <a:lnTo>
                    <a:pt x="2983" y="995"/>
                  </a:lnTo>
                  <a:lnTo>
                    <a:pt x="2585" y="1343"/>
                  </a:lnTo>
                  <a:lnTo>
                    <a:pt x="2212" y="1741"/>
                  </a:lnTo>
                  <a:lnTo>
                    <a:pt x="1864" y="2188"/>
                  </a:lnTo>
                  <a:lnTo>
                    <a:pt x="1516" y="2636"/>
                  </a:lnTo>
                  <a:lnTo>
                    <a:pt x="1193" y="3133"/>
                  </a:lnTo>
                  <a:lnTo>
                    <a:pt x="895" y="3655"/>
                  </a:lnTo>
                  <a:lnTo>
                    <a:pt x="621" y="4201"/>
                  </a:lnTo>
                  <a:lnTo>
                    <a:pt x="373" y="4748"/>
                  </a:lnTo>
                  <a:lnTo>
                    <a:pt x="149" y="5320"/>
                  </a:lnTo>
                  <a:lnTo>
                    <a:pt x="75" y="5593"/>
                  </a:lnTo>
                  <a:lnTo>
                    <a:pt x="25" y="5916"/>
                  </a:lnTo>
                  <a:lnTo>
                    <a:pt x="0" y="6239"/>
                  </a:lnTo>
                  <a:lnTo>
                    <a:pt x="25" y="6612"/>
                  </a:lnTo>
                  <a:lnTo>
                    <a:pt x="75" y="6985"/>
                  </a:lnTo>
                  <a:lnTo>
                    <a:pt x="149" y="7358"/>
                  </a:lnTo>
                  <a:lnTo>
                    <a:pt x="249" y="7780"/>
                  </a:lnTo>
                  <a:lnTo>
                    <a:pt x="373" y="8203"/>
                  </a:lnTo>
                  <a:lnTo>
                    <a:pt x="522" y="8626"/>
                  </a:lnTo>
                  <a:lnTo>
                    <a:pt x="696" y="9073"/>
                  </a:lnTo>
                  <a:lnTo>
                    <a:pt x="1069" y="9943"/>
                  </a:lnTo>
                  <a:lnTo>
                    <a:pt x="1491" y="10838"/>
                  </a:lnTo>
                  <a:lnTo>
                    <a:pt x="1939" y="11708"/>
                  </a:lnTo>
                  <a:lnTo>
                    <a:pt x="2411" y="12553"/>
                  </a:lnTo>
                  <a:lnTo>
                    <a:pt x="2883" y="13348"/>
                  </a:lnTo>
                  <a:lnTo>
                    <a:pt x="3728" y="14690"/>
                  </a:lnTo>
                  <a:lnTo>
                    <a:pt x="4325" y="15610"/>
                  </a:lnTo>
                  <a:lnTo>
                    <a:pt x="4573" y="15958"/>
                  </a:lnTo>
                  <a:lnTo>
                    <a:pt x="11085" y="8849"/>
                  </a:lnTo>
                  <a:lnTo>
                    <a:pt x="10986" y="8476"/>
                  </a:lnTo>
                  <a:lnTo>
                    <a:pt x="10663" y="7532"/>
                  </a:lnTo>
                  <a:lnTo>
                    <a:pt x="10166" y="6190"/>
                  </a:lnTo>
                  <a:lnTo>
                    <a:pt x="9867" y="5419"/>
                  </a:lnTo>
                  <a:lnTo>
                    <a:pt x="9544" y="4624"/>
                  </a:lnTo>
                  <a:lnTo>
                    <a:pt x="9171" y="3829"/>
                  </a:lnTo>
                  <a:lnTo>
                    <a:pt x="8799" y="3058"/>
                  </a:lnTo>
                  <a:lnTo>
                    <a:pt x="8401" y="2312"/>
                  </a:lnTo>
                  <a:lnTo>
                    <a:pt x="7978" y="1641"/>
                  </a:lnTo>
                  <a:lnTo>
                    <a:pt x="7755" y="1343"/>
                  </a:lnTo>
                  <a:lnTo>
                    <a:pt x="7556" y="1070"/>
                  </a:lnTo>
                  <a:lnTo>
                    <a:pt x="7332" y="796"/>
                  </a:lnTo>
                  <a:lnTo>
                    <a:pt x="7109" y="597"/>
                  </a:lnTo>
                  <a:lnTo>
                    <a:pt x="6885" y="399"/>
                  </a:lnTo>
                  <a:lnTo>
                    <a:pt x="6661" y="250"/>
                  </a:lnTo>
                  <a:lnTo>
                    <a:pt x="6437" y="150"/>
                  </a:lnTo>
                  <a:lnTo>
                    <a:pt x="6239" y="76"/>
                  </a:lnTo>
                  <a:lnTo>
                    <a:pt x="5965" y="51"/>
                  </a:lnTo>
                  <a:lnTo>
                    <a:pt x="5717" y="26"/>
                  </a:lnTo>
                  <a:lnTo>
                    <a:pt x="5468" y="1"/>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6" name="Google Shape;5264;p109">
              <a:extLst>
                <a:ext uri="{FF2B5EF4-FFF2-40B4-BE49-F238E27FC236}">
                  <a16:creationId xmlns:a16="http://schemas.microsoft.com/office/drawing/2014/main" id="{6DC93EFD-75E7-FC4D-23EA-B6F972AC689E}"/>
                </a:ext>
              </a:extLst>
            </p:cNvPr>
            <p:cNvSpPr/>
            <p:nvPr/>
          </p:nvSpPr>
          <p:spPr>
            <a:xfrm>
              <a:off x="6152850" y="1157725"/>
              <a:ext cx="277150" cy="398950"/>
            </a:xfrm>
            <a:custGeom>
              <a:avLst/>
              <a:gdLst/>
              <a:ahLst/>
              <a:cxnLst/>
              <a:rect l="l" t="t" r="r" b="b"/>
              <a:pathLst>
                <a:path w="11086" h="15958" fill="none" extrusionOk="0">
                  <a:moveTo>
                    <a:pt x="6239" y="76"/>
                  </a:moveTo>
                  <a:lnTo>
                    <a:pt x="6239" y="76"/>
                  </a:lnTo>
                  <a:lnTo>
                    <a:pt x="6437" y="150"/>
                  </a:lnTo>
                  <a:lnTo>
                    <a:pt x="6661" y="250"/>
                  </a:lnTo>
                  <a:lnTo>
                    <a:pt x="6885" y="399"/>
                  </a:lnTo>
                  <a:lnTo>
                    <a:pt x="7109" y="597"/>
                  </a:lnTo>
                  <a:lnTo>
                    <a:pt x="7332" y="796"/>
                  </a:lnTo>
                  <a:lnTo>
                    <a:pt x="7556" y="1070"/>
                  </a:lnTo>
                  <a:lnTo>
                    <a:pt x="7755" y="1343"/>
                  </a:lnTo>
                  <a:lnTo>
                    <a:pt x="7978" y="1641"/>
                  </a:lnTo>
                  <a:lnTo>
                    <a:pt x="8401" y="2312"/>
                  </a:lnTo>
                  <a:lnTo>
                    <a:pt x="8799" y="3058"/>
                  </a:lnTo>
                  <a:lnTo>
                    <a:pt x="9171" y="3829"/>
                  </a:lnTo>
                  <a:lnTo>
                    <a:pt x="9544" y="4624"/>
                  </a:lnTo>
                  <a:lnTo>
                    <a:pt x="9867" y="5419"/>
                  </a:lnTo>
                  <a:lnTo>
                    <a:pt x="10166" y="6190"/>
                  </a:lnTo>
                  <a:lnTo>
                    <a:pt x="10663" y="7532"/>
                  </a:lnTo>
                  <a:lnTo>
                    <a:pt x="10986" y="8476"/>
                  </a:lnTo>
                  <a:lnTo>
                    <a:pt x="11085" y="8849"/>
                  </a:lnTo>
                  <a:lnTo>
                    <a:pt x="4573" y="15958"/>
                  </a:lnTo>
                  <a:lnTo>
                    <a:pt x="4573" y="15958"/>
                  </a:lnTo>
                  <a:lnTo>
                    <a:pt x="4325" y="15610"/>
                  </a:lnTo>
                  <a:lnTo>
                    <a:pt x="3728" y="14690"/>
                  </a:lnTo>
                  <a:lnTo>
                    <a:pt x="2883" y="13348"/>
                  </a:lnTo>
                  <a:lnTo>
                    <a:pt x="2411" y="12553"/>
                  </a:lnTo>
                  <a:lnTo>
                    <a:pt x="1939" y="11708"/>
                  </a:lnTo>
                  <a:lnTo>
                    <a:pt x="1491" y="10838"/>
                  </a:lnTo>
                  <a:lnTo>
                    <a:pt x="1069" y="9943"/>
                  </a:lnTo>
                  <a:lnTo>
                    <a:pt x="696" y="9073"/>
                  </a:lnTo>
                  <a:lnTo>
                    <a:pt x="522" y="8626"/>
                  </a:lnTo>
                  <a:lnTo>
                    <a:pt x="373" y="8203"/>
                  </a:lnTo>
                  <a:lnTo>
                    <a:pt x="249" y="7780"/>
                  </a:lnTo>
                  <a:lnTo>
                    <a:pt x="149" y="7358"/>
                  </a:lnTo>
                  <a:lnTo>
                    <a:pt x="75" y="6985"/>
                  </a:lnTo>
                  <a:lnTo>
                    <a:pt x="25" y="6612"/>
                  </a:lnTo>
                  <a:lnTo>
                    <a:pt x="0" y="6239"/>
                  </a:lnTo>
                  <a:lnTo>
                    <a:pt x="25" y="5916"/>
                  </a:lnTo>
                  <a:lnTo>
                    <a:pt x="75" y="5593"/>
                  </a:lnTo>
                  <a:lnTo>
                    <a:pt x="149" y="5320"/>
                  </a:lnTo>
                  <a:lnTo>
                    <a:pt x="149" y="5320"/>
                  </a:lnTo>
                  <a:lnTo>
                    <a:pt x="373" y="4748"/>
                  </a:lnTo>
                  <a:lnTo>
                    <a:pt x="621" y="4201"/>
                  </a:lnTo>
                  <a:lnTo>
                    <a:pt x="895" y="3655"/>
                  </a:lnTo>
                  <a:lnTo>
                    <a:pt x="1193" y="3133"/>
                  </a:lnTo>
                  <a:lnTo>
                    <a:pt x="1516" y="2636"/>
                  </a:lnTo>
                  <a:lnTo>
                    <a:pt x="1864" y="2188"/>
                  </a:lnTo>
                  <a:lnTo>
                    <a:pt x="2212" y="1741"/>
                  </a:lnTo>
                  <a:lnTo>
                    <a:pt x="2585" y="1343"/>
                  </a:lnTo>
                  <a:lnTo>
                    <a:pt x="2983" y="995"/>
                  </a:lnTo>
                  <a:lnTo>
                    <a:pt x="3405" y="697"/>
                  </a:lnTo>
                  <a:lnTo>
                    <a:pt x="3828" y="448"/>
                  </a:lnTo>
                  <a:lnTo>
                    <a:pt x="4051" y="324"/>
                  </a:lnTo>
                  <a:lnTo>
                    <a:pt x="4275" y="250"/>
                  </a:lnTo>
                  <a:lnTo>
                    <a:pt x="4524" y="175"/>
                  </a:lnTo>
                  <a:lnTo>
                    <a:pt x="4747" y="100"/>
                  </a:lnTo>
                  <a:lnTo>
                    <a:pt x="4996" y="51"/>
                  </a:lnTo>
                  <a:lnTo>
                    <a:pt x="5220" y="26"/>
                  </a:lnTo>
                  <a:lnTo>
                    <a:pt x="5468" y="1"/>
                  </a:lnTo>
                  <a:lnTo>
                    <a:pt x="5717" y="26"/>
                  </a:lnTo>
                  <a:lnTo>
                    <a:pt x="5965" y="51"/>
                  </a:lnTo>
                  <a:lnTo>
                    <a:pt x="6239" y="76"/>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7" name="Google Shape;5265;p109">
              <a:extLst>
                <a:ext uri="{FF2B5EF4-FFF2-40B4-BE49-F238E27FC236}">
                  <a16:creationId xmlns:a16="http://schemas.microsoft.com/office/drawing/2014/main" id="{4ACD97CF-6735-F127-A5B7-9D430248DE4D}"/>
                </a:ext>
              </a:extLst>
            </p:cNvPr>
            <p:cNvSpPr/>
            <p:nvPr/>
          </p:nvSpPr>
          <p:spPr>
            <a:xfrm>
              <a:off x="6237350" y="1511925"/>
              <a:ext cx="13075" cy="19900"/>
            </a:xfrm>
            <a:custGeom>
              <a:avLst/>
              <a:gdLst/>
              <a:ahLst/>
              <a:cxnLst/>
              <a:rect l="l" t="t" r="r" b="b"/>
              <a:pathLst>
                <a:path w="523" h="796" extrusionOk="0">
                  <a:moveTo>
                    <a:pt x="0" y="0"/>
                  </a:moveTo>
                  <a:lnTo>
                    <a:pt x="0" y="0"/>
                  </a:lnTo>
                  <a:lnTo>
                    <a:pt x="0" y="0"/>
                  </a:lnTo>
                  <a:lnTo>
                    <a:pt x="0" y="0"/>
                  </a:lnTo>
                  <a:lnTo>
                    <a:pt x="522" y="795"/>
                  </a:lnTo>
                  <a:lnTo>
                    <a:pt x="522" y="795"/>
                  </a:lnTo>
                  <a:lnTo>
                    <a:pt x="0" y="0"/>
                  </a:lnTo>
                  <a:close/>
                </a:path>
              </a:pathLst>
            </a:custGeom>
            <a:solidFill>
              <a:srgbClr val="99999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8" name="Google Shape;5266;p109">
              <a:extLst>
                <a:ext uri="{FF2B5EF4-FFF2-40B4-BE49-F238E27FC236}">
                  <a16:creationId xmlns:a16="http://schemas.microsoft.com/office/drawing/2014/main" id="{482B6FF7-9035-91C5-1D1E-03EEDC6EDF31}"/>
                </a:ext>
              </a:extLst>
            </p:cNvPr>
            <p:cNvSpPr/>
            <p:nvPr/>
          </p:nvSpPr>
          <p:spPr>
            <a:xfrm>
              <a:off x="6237350" y="1511925"/>
              <a:ext cx="13075" cy="19900"/>
            </a:xfrm>
            <a:custGeom>
              <a:avLst/>
              <a:gdLst/>
              <a:ahLst/>
              <a:cxnLst/>
              <a:rect l="l" t="t" r="r" b="b"/>
              <a:pathLst>
                <a:path w="523" h="796" fill="none" extrusionOk="0">
                  <a:moveTo>
                    <a:pt x="0" y="0"/>
                  </a:moveTo>
                  <a:lnTo>
                    <a:pt x="0" y="0"/>
                  </a:lnTo>
                  <a:lnTo>
                    <a:pt x="0" y="0"/>
                  </a:lnTo>
                  <a:lnTo>
                    <a:pt x="0" y="0"/>
                  </a:lnTo>
                  <a:lnTo>
                    <a:pt x="522" y="795"/>
                  </a:lnTo>
                  <a:lnTo>
                    <a:pt x="522" y="795"/>
                  </a:lnTo>
                  <a:lnTo>
                    <a:pt x="0"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9" name="Google Shape;5267;p109">
              <a:extLst>
                <a:ext uri="{FF2B5EF4-FFF2-40B4-BE49-F238E27FC236}">
                  <a16:creationId xmlns:a16="http://schemas.microsoft.com/office/drawing/2014/main" id="{CEC45E8F-31EC-2857-26A4-593E26677410}"/>
                </a:ext>
              </a:extLst>
            </p:cNvPr>
            <p:cNvSpPr/>
            <p:nvPr/>
          </p:nvSpPr>
          <p:spPr>
            <a:xfrm>
              <a:off x="6237350" y="1378950"/>
              <a:ext cx="29225" cy="157850"/>
            </a:xfrm>
            <a:custGeom>
              <a:avLst/>
              <a:gdLst/>
              <a:ahLst/>
              <a:cxnLst/>
              <a:rect l="l" t="t" r="r" b="b"/>
              <a:pathLst>
                <a:path w="1169" h="6314" extrusionOk="0">
                  <a:moveTo>
                    <a:pt x="970" y="0"/>
                  </a:moveTo>
                  <a:lnTo>
                    <a:pt x="448" y="2784"/>
                  </a:lnTo>
                  <a:lnTo>
                    <a:pt x="0" y="5319"/>
                  </a:lnTo>
                  <a:lnTo>
                    <a:pt x="522" y="6114"/>
                  </a:lnTo>
                  <a:lnTo>
                    <a:pt x="647" y="6313"/>
                  </a:lnTo>
                  <a:lnTo>
                    <a:pt x="796" y="5717"/>
                  </a:lnTo>
                  <a:lnTo>
                    <a:pt x="920" y="5021"/>
                  </a:lnTo>
                  <a:lnTo>
                    <a:pt x="1019" y="4275"/>
                  </a:lnTo>
                  <a:lnTo>
                    <a:pt x="1119" y="3455"/>
                  </a:lnTo>
                  <a:lnTo>
                    <a:pt x="1169" y="2610"/>
                  </a:lnTo>
                  <a:lnTo>
                    <a:pt x="1144" y="1740"/>
                  </a:lnTo>
                  <a:lnTo>
                    <a:pt x="1144" y="1293"/>
                  </a:lnTo>
                  <a:lnTo>
                    <a:pt x="1094" y="870"/>
                  </a:lnTo>
                  <a:lnTo>
                    <a:pt x="1044" y="423"/>
                  </a:lnTo>
                  <a:lnTo>
                    <a:pt x="970" y="0"/>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0" name="Google Shape;5268;p109">
              <a:extLst>
                <a:ext uri="{FF2B5EF4-FFF2-40B4-BE49-F238E27FC236}">
                  <a16:creationId xmlns:a16="http://schemas.microsoft.com/office/drawing/2014/main" id="{60DC66D9-D89A-6EB2-9C06-DE091036F822}"/>
                </a:ext>
              </a:extLst>
            </p:cNvPr>
            <p:cNvSpPr/>
            <p:nvPr/>
          </p:nvSpPr>
          <p:spPr>
            <a:xfrm>
              <a:off x="6237350" y="1378950"/>
              <a:ext cx="29225" cy="157850"/>
            </a:xfrm>
            <a:custGeom>
              <a:avLst/>
              <a:gdLst/>
              <a:ahLst/>
              <a:cxnLst/>
              <a:rect l="l" t="t" r="r" b="b"/>
              <a:pathLst>
                <a:path w="1169" h="6314" fill="none" extrusionOk="0">
                  <a:moveTo>
                    <a:pt x="970" y="0"/>
                  </a:moveTo>
                  <a:lnTo>
                    <a:pt x="970" y="0"/>
                  </a:lnTo>
                  <a:lnTo>
                    <a:pt x="448" y="2784"/>
                  </a:lnTo>
                  <a:lnTo>
                    <a:pt x="0" y="5319"/>
                  </a:lnTo>
                  <a:lnTo>
                    <a:pt x="0" y="5319"/>
                  </a:lnTo>
                  <a:lnTo>
                    <a:pt x="522" y="6114"/>
                  </a:lnTo>
                  <a:lnTo>
                    <a:pt x="522" y="6114"/>
                  </a:lnTo>
                  <a:lnTo>
                    <a:pt x="647" y="6313"/>
                  </a:lnTo>
                  <a:lnTo>
                    <a:pt x="647" y="6313"/>
                  </a:lnTo>
                  <a:lnTo>
                    <a:pt x="796" y="5717"/>
                  </a:lnTo>
                  <a:lnTo>
                    <a:pt x="920" y="5021"/>
                  </a:lnTo>
                  <a:lnTo>
                    <a:pt x="1019" y="4275"/>
                  </a:lnTo>
                  <a:lnTo>
                    <a:pt x="1119" y="3455"/>
                  </a:lnTo>
                  <a:lnTo>
                    <a:pt x="1169" y="2610"/>
                  </a:lnTo>
                  <a:lnTo>
                    <a:pt x="1144" y="1740"/>
                  </a:lnTo>
                  <a:lnTo>
                    <a:pt x="1144" y="1293"/>
                  </a:lnTo>
                  <a:lnTo>
                    <a:pt x="1094" y="870"/>
                  </a:lnTo>
                  <a:lnTo>
                    <a:pt x="1044" y="423"/>
                  </a:lnTo>
                  <a:lnTo>
                    <a:pt x="970"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1" name="Google Shape;5269;p109">
              <a:extLst>
                <a:ext uri="{FF2B5EF4-FFF2-40B4-BE49-F238E27FC236}">
                  <a16:creationId xmlns:a16="http://schemas.microsoft.com/office/drawing/2014/main" id="{FE30D449-958E-1311-CF53-62781988E025}"/>
                </a:ext>
              </a:extLst>
            </p:cNvPr>
            <p:cNvSpPr/>
            <p:nvPr/>
          </p:nvSpPr>
          <p:spPr>
            <a:xfrm>
              <a:off x="5556325" y="1130400"/>
              <a:ext cx="751875" cy="889825"/>
            </a:xfrm>
            <a:custGeom>
              <a:avLst/>
              <a:gdLst/>
              <a:ahLst/>
              <a:cxnLst/>
              <a:rect l="l" t="t" r="r" b="b"/>
              <a:pathLst>
                <a:path w="30075" h="35593" extrusionOk="0">
                  <a:moveTo>
                    <a:pt x="16529" y="0"/>
                  </a:moveTo>
                  <a:lnTo>
                    <a:pt x="15237" y="25"/>
                  </a:lnTo>
                  <a:lnTo>
                    <a:pt x="13944" y="50"/>
                  </a:lnTo>
                  <a:lnTo>
                    <a:pt x="12676" y="100"/>
                  </a:lnTo>
                  <a:lnTo>
                    <a:pt x="11384" y="199"/>
                  </a:lnTo>
                  <a:lnTo>
                    <a:pt x="10092" y="299"/>
                  </a:lnTo>
                  <a:lnTo>
                    <a:pt x="8849" y="448"/>
                  </a:lnTo>
                  <a:lnTo>
                    <a:pt x="7581" y="622"/>
                  </a:lnTo>
                  <a:lnTo>
                    <a:pt x="6363" y="821"/>
                  </a:lnTo>
                  <a:lnTo>
                    <a:pt x="5170" y="1019"/>
                  </a:lnTo>
                  <a:lnTo>
                    <a:pt x="3083" y="1417"/>
                  </a:lnTo>
                  <a:lnTo>
                    <a:pt x="1517" y="1715"/>
                  </a:lnTo>
                  <a:lnTo>
                    <a:pt x="1268" y="1790"/>
                  </a:lnTo>
                  <a:lnTo>
                    <a:pt x="1044" y="1914"/>
                  </a:lnTo>
                  <a:lnTo>
                    <a:pt x="846" y="2038"/>
                  </a:lnTo>
                  <a:lnTo>
                    <a:pt x="647" y="2212"/>
                  </a:lnTo>
                  <a:lnTo>
                    <a:pt x="498" y="2411"/>
                  </a:lnTo>
                  <a:lnTo>
                    <a:pt x="373" y="2610"/>
                  </a:lnTo>
                  <a:lnTo>
                    <a:pt x="274" y="2859"/>
                  </a:lnTo>
                  <a:lnTo>
                    <a:pt x="224" y="3107"/>
                  </a:lnTo>
                  <a:lnTo>
                    <a:pt x="125" y="3604"/>
                  </a:lnTo>
                  <a:lnTo>
                    <a:pt x="75" y="4275"/>
                  </a:lnTo>
                  <a:lnTo>
                    <a:pt x="25" y="5071"/>
                  </a:lnTo>
                  <a:lnTo>
                    <a:pt x="1" y="6015"/>
                  </a:lnTo>
                  <a:lnTo>
                    <a:pt x="25" y="7159"/>
                  </a:lnTo>
                  <a:lnTo>
                    <a:pt x="50" y="8501"/>
                  </a:lnTo>
                  <a:lnTo>
                    <a:pt x="150" y="10017"/>
                  </a:lnTo>
                  <a:lnTo>
                    <a:pt x="274" y="11781"/>
                  </a:lnTo>
                  <a:lnTo>
                    <a:pt x="448" y="13770"/>
                  </a:lnTo>
                  <a:lnTo>
                    <a:pt x="672" y="16032"/>
                  </a:lnTo>
                  <a:lnTo>
                    <a:pt x="970" y="18517"/>
                  </a:lnTo>
                  <a:lnTo>
                    <a:pt x="1318" y="21326"/>
                  </a:lnTo>
                  <a:lnTo>
                    <a:pt x="1765" y="24408"/>
                  </a:lnTo>
                  <a:lnTo>
                    <a:pt x="2262" y="27788"/>
                  </a:lnTo>
                  <a:lnTo>
                    <a:pt x="2834" y="31516"/>
                  </a:lnTo>
                  <a:lnTo>
                    <a:pt x="3530" y="35592"/>
                  </a:lnTo>
                  <a:lnTo>
                    <a:pt x="26247" y="35145"/>
                  </a:lnTo>
                  <a:lnTo>
                    <a:pt x="26098" y="31814"/>
                  </a:lnTo>
                  <a:lnTo>
                    <a:pt x="26073" y="30199"/>
                  </a:lnTo>
                  <a:lnTo>
                    <a:pt x="26048" y="28608"/>
                  </a:lnTo>
                  <a:lnTo>
                    <a:pt x="26073" y="26993"/>
                  </a:lnTo>
                  <a:lnTo>
                    <a:pt x="26123" y="25352"/>
                  </a:lnTo>
                  <a:lnTo>
                    <a:pt x="26222" y="23637"/>
                  </a:lnTo>
                  <a:lnTo>
                    <a:pt x="26371" y="21823"/>
                  </a:lnTo>
                  <a:lnTo>
                    <a:pt x="26595" y="19909"/>
                  </a:lnTo>
                  <a:lnTo>
                    <a:pt x="26844" y="17846"/>
                  </a:lnTo>
                  <a:lnTo>
                    <a:pt x="27192" y="15634"/>
                  </a:lnTo>
                  <a:lnTo>
                    <a:pt x="27589" y="13223"/>
                  </a:lnTo>
                  <a:lnTo>
                    <a:pt x="28086" y="10588"/>
                  </a:lnTo>
                  <a:lnTo>
                    <a:pt x="28658" y="7730"/>
                  </a:lnTo>
                  <a:lnTo>
                    <a:pt x="29304" y="4598"/>
                  </a:lnTo>
                  <a:lnTo>
                    <a:pt x="30075" y="1169"/>
                  </a:lnTo>
                  <a:lnTo>
                    <a:pt x="28857" y="970"/>
                  </a:lnTo>
                  <a:lnTo>
                    <a:pt x="27664" y="771"/>
                  </a:lnTo>
                  <a:lnTo>
                    <a:pt x="26471" y="597"/>
                  </a:lnTo>
                  <a:lnTo>
                    <a:pt x="25253" y="473"/>
                  </a:lnTo>
                  <a:lnTo>
                    <a:pt x="24060" y="348"/>
                  </a:lnTo>
                  <a:lnTo>
                    <a:pt x="22842" y="224"/>
                  </a:lnTo>
                  <a:lnTo>
                    <a:pt x="21624" y="149"/>
                  </a:lnTo>
                  <a:lnTo>
                    <a:pt x="20406" y="100"/>
                  </a:lnTo>
                  <a:lnTo>
                    <a:pt x="19114" y="50"/>
                  </a:lnTo>
                  <a:lnTo>
                    <a:pt x="17821" y="0"/>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2" name="Google Shape;5270;p109">
              <a:extLst>
                <a:ext uri="{FF2B5EF4-FFF2-40B4-BE49-F238E27FC236}">
                  <a16:creationId xmlns:a16="http://schemas.microsoft.com/office/drawing/2014/main" id="{4C0CA7AA-6D54-9AA5-C41A-816E34B8A2E8}"/>
                </a:ext>
              </a:extLst>
            </p:cNvPr>
            <p:cNvSpPr/>
            <p:nvPr/>
          </p:nvSpPr>
          <p:spPr>
            <a:xfrm>
              <a:off x="5556325" y="1130400"/>
              <a:ext cx="751875" cy="889825"/>
            </a:xfrm>
            <a:custGeom>
              <a:avLst/>
              <a:gdLst/>
              <a:ahLst/>
              <a:cxnLst/>
              <a:rect l="l" t="t" r="r" b="b"/>
              <a:pathLst>
                <a:path w="30075" h="35593" fill="none" extrusionOk="0">
                  <a:moveTo>
                    <a:pt x="224" y="3107"/>
                  </a:moveTo>
                  <a:lnTo>
                    <a:pt x="224" y="3107"/>
                  </a:lnTo>
                  <a:lnTo>
                    <a:pt x="125" y="3604"/>
                  </a:lnTo>
                  <a:lnTo>
                    <a:pt x="75" y="4275"/>
                  </a:lnTo>
                  <a:lnTo>
                    <a:pt x="25" y="5071"/>
                  </a:lnTo>
                  <a:lnTo>
                    <a:pt x="1" y="6015"/>
                  </a:lnTo>
                  <a:lnTo>
                    <a:pt x="25" y="7159"/>
                  </a:lnTo>
                  <a:lnTo>
                    <a:pt x="50" y="8501"/>
                  </a:lnTo>
                  <a:lnTo>
                    <a:pt x="150" y="10017"/>
                  </a:lnTo>
                  <a:lnTo>
                    <a:pt x="274" y="11781"/>
                  </a:lnTo>
                  <a:lnTo>
                    <a:pt x="448" y="13770"/>
                  </a:lnTo>
                  <a:lnTo>
                    <a:pt x="672" y="16032"/>
                  </a:lnTo>
                  <a:lnTo>
                    <a:pt x="970" y="18517"/>
                  </a:lnTo>
                  <a:lnTo>
                    <a:pt x="1318" y="21326"/>
                  </a:lnTo>
                  <a:lnTo>
                    <a:pt x="1765" y="24408"/>
                  </a:lnTo>
                  <a:lnTo>
                    <a:pt x="2262" y="27788"/>
                  </a:lnTo>
                  <a:lnTo>
                    <a:pt x="2834" y="31516"/>
                  </a:lnTo>
                  <a:lnTo>
                    <a:pt x="3530" y="35592"/>
                  </a:lnTo>
                  <a:lnTo>
                    <a:pt x="26247" y="35145"/>
                  </a:lnTo>
                  <a:lnTo>
                    <a:pt x="26247" y="35145"/>
                  </a:lnTo>
                  <a:lnTo>
                    <a:pt x="26098" y="31814"/>
                  </a:lnTo>
                  <a:lnTo>
                    <a:pt x="26073" y="30199"/>
                  </a:lnTo>
                  <a:lnTo>
                    <a:pt x="26048" y="28608"/>
                  </a:lnTo>
                  <a:lnTo>
                    <a:pt x="26073" y="26993"/>
                  </a:lnTo>
                  <a:lnTo>
                    <a:pt x="26123" y="25352"/>
                  </a:lnTo>
                  <a:lnTo>
                    <a:pt x="26222" y="23637"/>
                  </a:lnTo>
                  <a:lnTo>
                    <a:pt x="26371" y="21823"/>
                  </a:lnTo>
                  <a:lnTo>
                    <a:pt x="26595" y="19909"/>
                  </a:lnTo>
                  <a:lnTo>
                    <a:pt x="26844" y="17846"/>
                  </a:lnTo>
                  <a:lnTo>
                    <a:pt x="27192" y="15634"/>
                  </a:lnTo>
                  <a:lnTo>
                    <a:pt x="27589" y="13223"/>
                  </a:lnTo>
                  <a:lnTo>
                    <a:pt x="28086" y="10588"/>
                  </a:lnTo>
                  <a:lnTo>
                    <a:pt x="28658" y="7730"/>
                  </a:lnTo>
                  <a:lnTo>
                    <a:pt x="29304" y="4598"/>
                  </a:lnTo>
                  <a:lnTo>
                    <a:pt x="30075" y="1169"/>
                  </a:lnTo>
                  <a:lnTo>
                    <a:pt x="30075" y="1169"/>
                  </a:lnTo>
                  <a:lnTo>
                    <a:pt x="28857" y="970"/>
                  </a:lnTo>
                  <a:lnTo>
                    <a:pt x="27664" y="771"/>
                  </a:lnTo>
                  <a:lnTo>
                    <a:pt x="26471" y="597"/>
                  </a:lnTo>
                  <a:lnTo>
                    <a:pt x="25253" y="473"/>
                  </a:lnTo>
                  <a:lnTo>
                    <a:pt x="24060" y="348"/>
                  </a:lnTo>
                  <a:lnTo>
                    <a:pt x="22842" y="224"/>
                  </a:lnTo>
                  <a:lnTo>
                    <a:pt x="21624" y="149"/>
                  </a:lnTo>
                  <a:lnTo>
                    <a:pt x="20406" y="100"/>
                  </a:lnTo>
                  <a:lnTo>
                    <a:pt x="20406" y="100"/>
                  </a:lnTo>
                  <a:lnTo>
                    <a:pt x="19114" y="50"/>
                  </a:lnTo>
                  <a:lnTo>
                    <a:pt x="17821" y="0"/>
                  </a:lnTo>
                  <a:lnTo>
                    <a:pt x="16529" y="0"/>
                  </a:lnTo>
                  <a:lnTo>
                    <a:pt x="15237" y="25"/>
                  </a:lnTo>
                  <a:lnTo>
                    <a:pt x="13944" y="50"/>
                  </a:lnTo>
                  <a:lnTo>
                    <a:pt x="12676" y="100"/>
                  </a:lnTo>
                  <a:lnTo>
                    <a:pt x="11384" y="199"/>
                  </a:lnTo>
                  <a:lnTo>
                    <a:pt x="10092" y="299"/>
                  </a:lnTo>
                  <a:lnTo>
                    <a:pt x="10092" y="299"/>
                  </a:lnTo>
                  <a:lnTo>
                    <a:pt x="8849" y="448"/>
                  </a:lnTo>
                  <a:lnTo>
                    <a:pt x="7581" y="622"/>
                  </a:lnTo>
                  <a:lnTo>
                    <a:pt x="6363" y="821"/>
                  </a:lnTo>
                  <a:lnTo>
                    <a:pt x="5170" y="1019"/>
                  </a:lnTo>
                  <a:lnTo>
                    <a:pt x="3083" y="1417"/>
                  </a:lnTo>
                  <a:lnTo>
                    <a:pt x="1517" y="1715"/>
                  </a:lnTo>
                  <a:lnTo>
                    <a:pt x="1517" y="1715"/>
                  </a:lnTo>
                  <a:lnTo>
                    <a:pt x="1268" y="1790"/>
                  </a:lnTo>
                  <a:lnTo>
                    <a:pt x="1044" y="1914"/>
                  </a:lnTo>
                  <a:lnTo>
                    <a:pt x="846" y="2038"/>
                  </a:lnTo>
                  <a:lnTo>
                    <a:pt x="647" y="2212"/>
                  </a:lnTo>
                  <a:lnTo>
                    <a:pt x="498" y="2411"/>
                  </a:lnTo>
                  <a:lnTo>
                    <a:pt x="373" y="2610"/>
                  </a:lnTo>
                  <a:lnTo>
                    <a:pt x="274" y="2859"/>
                  </a:lnTo>
                  <a:lnTo>
                    <a:pt x="224" y="3107"/>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3" name="Google Shape;5271;p109">
              <a:extLst>
                <a:ext uri="{FF2B5EF4-FFF2-40B4-BE49-F238E27FC236}">
                  <a16:creationId xmlns:a16="http://schemas.microsoft.com/office/drawing/2014/main" id="{B5C6C980-B8D8-0BA4-4E32-299E33F32FAF}"/>
                </a:ext>
              </a:extLst>
            </p:cNvPr>
            <p:cNvSpPr/>
            <p:nvPr/>
          </p:nvSpPr>
          <p:spPr>
            <a:xfrm>
              <a:off x="5710425" y="456825"/>
              <a:ext cx="412625" cy="528200"/>
            </a:xfrm>
            <a:custGeom>
              <a:avLst/>
              <a:gdLst/>
              <a:ahLst/>
              <a:cxnLst/>
              <a:rect l="l" t="t" r="r" b="b"/>
              <a:pathLst>
                <a:path w="16505" h="21128" extrusionOk="0">
                  <a:moveTo>
                    <a:pt x="9122" y="1"/>
                  </a:moveTo>
                  <a:lnTo>
                    <a:pt x="8749" y="26"/>
                  </a:lnTo>
                  <a:lnTo>
                    <a:pt x="8377" y="51"/>
                  </a:lnTo>
                  <a:lnTo>
                    <a:pt x="8004" y="75"/>
                  </a:lnTo>
                  <a:lnTo>
                    <a:pt x="7631" y="150"/>
                  </a:lnTo>
                  <a:lnTo>
                    <a:pt x="7258" y="225"/>
                  </a:lnTo>
                  <a:lnTo>
                    <a:pt x="6885" y="324"/>
                  </a:lnTo>
                  <a:lnTo>
                    <a:pt x="6363" y="498"/>
                  </a:lnTo>
                  <a:lnTo>
                    <a:pt x="5866" y="722"/>
                  </a:lnTo>
                  <a:lnTo>
                    <a:pt x="5394" y="945"/>
                  </a:lnTo>
                  <a:lnTo>
                    <a:pt x="4947" y="1219"/>
                  </a:lnTo>
                  <a:lnTo>
                    <a:pt x="4524" y="1542"/>
                  </a:lnTo>
                  <a:lnTo>
                    <a:pt x="4126" y="1865"/>
                  </a:lnTo>
                  <a:lnTo>
                    <a:pt x="3729" y="2238"/>
                  </a:lnTo>
                  <a:lnTo>
                    <a:pt x="3356" y="2611"/>
                  </a:lnTo>
                  <a:lnTo>
                    <a:pt x="3033" y="3033"/>
                  </a:lnTo>
                  <a:lnTo>
                    <a:pt x="2710" y="3456"/>
                  </a:lnTo>
                  <a:lnTo>
                    <a:pt x="2387" y="3903"/>
                  </a:lnTo>
                  <a:lnTo>
                    <a:pt x="2113" y="4375"/>
                  </a:lnTo>
                  <a:lnTo>
                    <a:pt x="1840" y="4872"/>
                  </a:lnTo>
                  <a:lnTo>
                    <a:pt x="1591" y="5394"/>
                  </a:lnTo>
                  <a:lnTo>
                    <a:pt x="1368" y="5891"/>
                  </a:lnTo>
                  <a:lnTo>
                    <a:pt x="1169" y="6438"/>
                  </a:lnTo>
                  <a:lnTo>
                    <a:pt x="970" y="6960"/>
                  </a:lnTo>
                  <a:lnTo>
                    <a:pt x="796" y="7532"/>
                  </a:lnTo>
                  <a:lnTo>
                    <a:pt x="647" y="8079"/>
                  </a:lnTo>
                  <a:lnTo>
                    <a:pt x="523" y="8625"/>
                  </a:lnTo>
                  <a:lnTo>
                    <a:pt x="398" y="9197"/>
                  </a:lnTo>
                  <a:lnTo>
                    <a:pt x="299" y="9769"/>
                  </a:lnTo>
                  <a:lnTo>
                    <a:pt x="199" y="10340"/>
                  </a:lnTo>
                  <a:lnTo>
                    <a:pt x="125" y="10887"/>
                  </a:lnTo>
                  <a:lnTo>
                    <a:pt x="75" y="11459"/>
                  </a:lnTo>
                  <a:lnTo>
                    <a:pt x="50" y="12006"/>
                  </a:lnTo>
                  <a:lnTo>
                    <a:pt x="1" y="13099"/>
                  </a:lnTo>
                  <a:lnTo>
                    <a:pt x="50" y="14143"/>
                  </a:lnTo>
                  <a:lnTo>
                    <a:pt x="75" y="14640"/>
                  </a:lnTo>
                  <a:lnTo>
                    <a:pt x="125" y="15137"/>
                  </a:lnTo>
                  <a:lnTo>
                    <a:pt x="199" y="15659"/>
                  </a:lnTo>
                  <a:lnTo>
                    <a:pt x="324" y="16156"/>
                  </a:lnTo>
                  <a:lnTo>
                    <a:pt x="448" y="16629"/>
                  </a:lnTo>
                  <a:lnTo>
                    <a:pt x="622" y="17076"/>
                  </a:lnTo>
                  <a:lnTo>
                    <a:pt x="846" y="17523"/>
                  </a:lnTo>
                  <a:lnTo>
                    <a:pt x="1069" y="17921"/>
                  </a:lnTo>
                  <a:lnTo>
                    <a:pt x="1318" y="18319"/>
                  </a:lnTo>
                  <a:lnTo>
                    <a:pt x="1591" y="18692"/>
                  </a:lnTo>
                  <a:lnTo>
                    <a:pt x="1890" y="19040"/>
                  </a:lnTo>
                  <a:lnTo>
                    <a:pt x="2237" y="19363"/>
                  </a:lnTo>
                  <a:lnTo>
                    <a:pt x="2561" y="19636"/>
                  </a:lnTo>
                  <a:lnTo>
                    <a:pt x="2933" y="19909"/>
                  </a:lnTo>
                  <a:lnTo>
                    <a:pt x="3306" y="20158"/>
                  </a:lnTo>
                  <a:lnTo>
                    <a:pt x="3704" y="20382"/>
                  </a:lnTo>
                  <a:lnTo>
                    <a:pt x="4126" y="20581"/>
                  </a:lnTo>
                  <a:lnTo>
                    <a:pt x="4549" y="20730"/>
                  </a:lnTo>
                  <a:lnTo>
                    <a:pt x="4971" y="20879"/>
                  </a:lnTo>
                  <a:lnTo>
                    <a:pt x="5419" y="20978"/>
                  </a:lnTo>
                  <a:lnTo>
                    <a:pt x="5891" y="21053"/>
                  </a:lnTo>
                  <a:lnTo>
                    <a:pt x="6339" y="21103"/>
                  </a:lnTo>
                  <a:lnTo>
                    <a:pt x="6811" y="21127"/>
                  </a:lnTo>
                  <a:lnTo>
                    <a:pt x="7283" y="21127"/>
                  </a:lnTo>
                  <a:lnTo>
                    <a:pt x="7755" y="21078"/>
                  </a:lnTo>
                  <a:lnTo>
                    <a:pt x="8227" y="21028"/>
                  </a:lnTo>
                  <a:lnTo>
                    <a:pt x="8725" y="20904"/>
                  </a:lnTo>
                  <a:lnTo>
                    <a:pt x="9197" y="20779"/>
                  </a:lnTo>
                  <a:lnTo>
                    <a:pt x="9669" y="20605"/>
                  </a:lnTo>
                  <a:lnTo>
                    <a:pt x="10141" y="20407"/>
                  </a:lnTo>
                  <a:lnTo>
                    <a:pt x="10614" y="20183"/>
                  </a:lnTo>
                  <a:lnTo>
                    <a:pt x="11086" y="19909"/>
                  </a:lnTo>
                  <a:lnTo>
                    <a:pt x="11533" y="19586"/>
                  </a:lnTo>
                  <a:lnTo>
                    <a:pt x="11981" y="19263"/>
                  </a:lnTo>
                  <a:lnTo>
                    <a:pt x="12527" y="18791"/>
                  </a:lnTo>
                  <a:lnTo>
                    <a:pt x="13024" y="18319"/>
                  </a:lnTo>
                  <a:lnTo>
                    <a:pt x="13447" y="17822"/>
                  </a:lnTo>
                  <a:lnTo>
                    <a:pt x="13845" y="17349"/>
                  </a:lnTo>
                  <a:lnTo>
                    <a:pt x="14168" y="16827"/>
                  </a:lnTo>
                  <a:lnTo>
                    <a:pt x="14491" y="16306"/>
                  </a:lnTo>
                  <a:lnTo>
                    <a:pt x="14739" y="15759"/>
                  </a:lnTo>
                  <a:lnTo>
                    <a:pt x="14963" y="15187"/>
                  </a:lnTo>
                  <a:lnTo>
                    <a:pt x="15187" y="14566"/>
                  </a:lnTo>
                  <a:lnTo>
                    <a:pt x="15361" y="13919"/>
                  </a:lnTo>
                  <a:lnTo>
                    <a:pt x="15535" y="13224"/>
                  </a:lnTo>
                  <a:lnTo>
                    <a:pt x="15709" y="12478"/>
                  </a:lnTo>
                  <a:lnTo>
                    <a:pt x="16032" y="10838"/>
                  </a:lnTo>
                  <a:lnTo>
                    <a:pt x="16380" y="8924"/>
                  </a:lnTo>
                  <a:lnTo>
                    <a:pt x="16454" y="8476"/>
                  </a:lnTo>
                  <a:lnTo>
                    <a:pt x="16504" y="8004"/>
                  </a:lnTo>
                  <a:lnTo>
                    <a:pt x="16504" y="7557"/>
                  </a:lnTo>
                  <a:lnTo>
                    <a:pt x="16504" y="7109"/>
                  </a:lnTo>
                  <a:lnTo>
                    <a:pt x="16479" y="6662"/>
                  </a:lnTo>
                  <a:lnTo>
                    <a:pt x="16405" y="6215"/>
                  </a:lnTo>
                  <a:lnTo>
                    <a:pt x="16305" y="5767"/>
                  </a:lnTo>
                  <a:lnTo>
                    <a:pt x="16206" y="5320"/>
                  </a:lnTo>
                  <a:lnTo>
                    <a:pt x="16082" y="4947"/>
                  </a:lnTo>
                  <a:lnTo>
                    <a:pt x="15932" y="4599"/>
                  </a:lnTo>
                  <a:lnTo>
                    <a:pt x="15783" y="4251"/>
                  </a:lnTo>
                  <a:lnTo>
                    <a:pt x="15609" y="3928"/>
                  </a:lnTo>
                  <a:lnTo>
                    <a:pt x="15435" y="3605"/>
                  </a:lnTo>
                  <a:lnTo>
                    <a:pt x="15236" y="3282"/>
                  </a:lnTo>
                  <a:lnTo>
                    <a:pt x="15013" y="2983"/>
                  </a:lnTo>
                  <a:lnTo>
                    <a:pt x="14789" y="2710"/>
                  </a:lnTo>
                  <a:lnTo>
                    <a:pt x="14565" y="2437"/>
                  </a:lnTo>
                  <a:lnTo>
                    <a:pt x="14292" y="2163"/>
                  </a:lnTo>
                  <a:lnTo>
                    <a:pt x="14043" y="1915"/>
                  </a:lnTo>
                  <a:lnTo>
                    <a:pt x="13770" y="1691"/>
                  </a:lnTo>
                  <a:lnTo>
                    <a:pt x="13472" y="1467"/>
                  </a:lnTo>
                  <a:lnTo>
                    <a:pt x="13198" y="1268"/>
                  </a:lnTo>
                  <a:lnTo>
                    <a:pt x="12875" y="1070"/>
                  </a:lnTo>
                  <a:lnTo>
                    <a:pt x="12577" y="896"/>
                  </a:lnTo>
                  <a:lnTo>
                    <a:pt x="12254" y="746"/>
                  </a:lnTo>
                  <a:lnTo>
                    <a:pt x="11931" y="597"/>
                  </a:lnTo>
                  <a:lnTo>
                    <a:pt x="11583" y="448"/>
                  </a:lnTo>
                  <a:lnTo>
                    <a:pt x="11260" y="349"/>
                  </a:lnTo>
                  <a:lnTo>
                    <a:pt x="10912" y="249"/>
                  </a:lnTo>
                  <a:lnTo>
                    <a:pt x="10564" y="175"/>
                  </a:lnTo>
                  <a:lnTo>
                    <a:pt x="10191" y="100"/>
                  </a:lnTo>
                  <a:lnTo>
                    <a:pt x="9843" y="51"/>
                  </a:lnTo>
                  <a:lnTo>
                    <a:pt x="9470" y="26"/>
                  </a:lnTo>
                  <a:lnTo>
                    <a:pt x="9122" y="1"/>
                  </a:lnTo>
                  <a:close/>
                </a:path>
              </a:pathLst>
            </a:custGeom>
            <a:solidFill>
              <a:srgbClr val="B55B5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4" name="Google Shape;5272;p109">
              <a:extLst>
                <a:ext uri="{FF2B5EF4-FFF2-40B4-BE49-F238E27FC236}">
                  <a16:creationId xmlns:a16="http://schemas.microsoft.com/office/drawing/2014/main" id="{3789460D-13D4-F273-837E-D9E3C8E2DCD2}"/>
                </a:ext>
              </a:extLst>
            </p:cNvPr>
            <p:cNvSpPr/>
            <p:nvPr/>
          </p:nvSpPr>
          <p:spPr>
            <a:xfrm>
              <a:off x="5734050" y="238125"/>
              <a:ext cx="710225" cy="746275"/>
            </a:xfrm>
            <a:custGeom>
              <a:avLst/>
              <a:gdLst/>
              <a:ahLst/>
              <a:cxnLst/>
              <a:rect l="l" t="t" r="r" b="b"/>
              <a:pathLst>
                <a:path w="28409" h="29851" extrusionOk="0">
                  <a:moveTo>
                    <a:pt x="14242" y="0"/>
                  </a:moveTo>
                  <a:lnTo>
                    <a:pt x="14093" y="25"/>
                  </a:lnTo>
                  <a:lnTo>
                    <a:pt x="13968" y="50"/>
                  </a:lnTo>
                  <a:lnTo>
                    <a:pt x="13844" y="75"/>
                  </a:lnTo>
                  <a:lnTo>
                    <a:pt x="13695" y="99"/>
                  </a:lnTo>
                  <a:lnTo>
                    <a:pt x="13571" y="124"/>
                  </a:lnTo>
                  <a:lnTo>
                    <a:pt x="13446" y="149"/>
                  </a:lnTo>
                  <a:lnTo>
                    <a:pt x="13322" y="199"/>
                  </a:lnTo>
                  <a:lnTo>
                    <a:pt x="13173" y="224"/>
                  </a:lnTo>
                  <a:lnTo>
                    <a:pt x="13049" y="199"/>
                  </a:lnTo>
                  <a:lnTo>
                    <a:pt x="12924" y="149"/>
                  </a:lnTo>
                  <a:lnTo>
                    <a:pt x="12775" y="99"/>
                  </a:lnTo>
                  <a:lnTo>
                    <a:pt x="12651" y="75"/>
                  </a:lnTo>
                  <a:lnTo>
                    <a:pt x="12378" y="124"/>
                  </a:lnTo>
                  <a:lnTo>
                    <a:pt x="12129" y="149"/>
                  </a:lnTo>
                  <a:lnTo>
                    <a:pt x="11856" y="174"/>
                  </a:lnTo>
                  <a:lnTo>
                    <a:pt x="11607" y="224"/>
                  </a:lnTo>
                  <a:lnTo>
                    <a:pt x="11210" y="224"/>
                  </a:lnTo>
                  <a:lnTo>
                    <a:pt x="11085" y="249"/>
                  </a:lnTo>
                  <a:lnTo>
                    <a:pt x="10961" y="273"/>
                  </a:lnTo>
                  <a:lnTo>
                    <a:pt x="10688" y="273"/>
                  </a:lnTo>
                  <a:lnTo>
                    <a:pt x="10563" y="298"/>
                  </a:lnTo>
                  <a:lnTo>
                    <a:pt x="10439" y="323"/>
                  </a:lnTo>
                  <a:lnTo>
                    <a:pt x="10166" y="323"/>
                  </a:lnTo>
                  <a:lnTo>
                    <a:pt x="10041" y="348"/>
                  </a:lnTo>
                  <a:lnTo>
                    <a:pt x="9917" y="373"/>
                  </a:lnTo>
                  <a:lnTo>
                    <a:pt x="9793" y="398"/>
                  </a:lnTo>
                  <a:lnTo>
                    <a:pt x="8973" y="398"/>
                  </a:lnTo>
                  <a:lnTo>
                    <a:pt x="8451" y="547"/>
                  </a:lnTo>
                  <a:lnTo>
                    <a:pt x="8401" y="572"/>
                  </a:lnTo>
                  <a:lnTo>
                    <a:pt x="8351" y="621"/>
                  </a:lnTo>
                  <a:lnTo>
                    <a:pt x="8227" y="721"/>
                  </a:lnTo>
                  <a:lnTo>
                    <a:pt x="8128" y="820"/>
                  </a:lnTo>
                  <a:lnTo>
                    <a:pt x="8078" y="870"/>
                  </a:lnTo>
                  <a:lnTo>
                    <a:pt x="8003" y="895"/>
                  </a:lnTo>
                  <a:lnTo>
                    <a:pt x="7879" y="895"/>
                  </a:lnTo>
                  <a:lnTo>
                    <a:pt x="7730" y="845"/>
                  </a:lnTo>
                  <a:lnTo>
                    <a:pt x="7556" y="820"/>
                  </a:lnTo>
                  <a:lnTo>
                    <a:pt x="7432" y="820"/>
                  </a:lnTo>
                  <a:lnTo>
                    <a:pt x="7307" y="895"/>
                  </a:lnTo>
                  <a:lnTo>
                    <a:pt x="7208" y="969"/>
                  </a:lnTo>
                  <a:lnTo>
                    <a:pt x="7108" y="1069"/>
                  </a:lnTo>
                  <a:lnTo>
                    <a:pt x="6984" y="1143"/>
                  </a:lnTo>
                  <a:lnTo>
                    <a:pt x="6860" y="1193"/>
                  </a:lnTo>
                  <a:lnTo>
                    <a:pt x="6587" y="1193"/>
                  </a:lnTo>
                  <a:lnTo>
                    <a:pt x="6437" y="1243"/>
                  </a:lnTo>
                  <a:lnTo>
                    <a:pt x="6388" y="1268"/>
                  </a:lnTo>
                  <a:lnTo>
                    <a:pt x="6338" y="1317"/>
                  </a:lnTo>
                  <a:lnTo>
                    <a:pt x="6263" y="1442"/>
                  </a:lnTo>
                  <a:lnTo>
                    <a:pt x="6164" y="1591"/>
                  </a:lnTo>
                  <a:lnTo>
                    <a:pt x="6114" y="1640"/>
                  </a:lnTo>
                  <a:lnTo>
                    <a:pt x="6065" y="1665"/>
                  </a:lnTo>
                  <a:lnTo>
                    <a:pt x="5841" y="1790"/>
                  </a:lnTo>
                  <a:lnTo>
                    <a:pt x="5617" y="1939"/>
                  </a:lnTo>
                  <a:lnTo>
                    <a:pt x="5170" y="2212"/>
                  </a:lnTo>
                  <a:lnTo>
                    <a:pt x="5120" y="2237"/>
                  </a:lnTo>
                  <a:lnTo>
                    <a:pt x="5046" y="2262"/>
                  </a:lnTo>
                  <a:lnTo>
                    <a:pt x="4872" y="2237"/>
                  </a:lnTo>
                  <a:lnTo>
                    <a:pt x="4648" y="2237"/>
                  </a:lnTo>
                  <a:lnTo>
                    <a:pt x="4573" y="2262"/>
                  </a:lnTo>
                  <a:lnTo>
                    <a:pt x="4474" y="2361"/>
                  </a:lnTo>
                  <a:lnTo>
                    <a:pt x="4399" y="2485"/>
                  </a:lnTo>
                  <a:lnTo>
                    <a:pt x="4325" y="2585"/>
                  </a:lnTo>
                  <a:lnTo>
                    <a:pt x="4225" y="2684"/>
                  </a:lnTo>
                  <a:lnTo>
                    <a:pt x="4126" y="2759"/>
                  </a:lnTo>
                  <a:lnTo>
                    <a:pt x="4002" y="2809"/>
                  </a:lnTo>
                  <a:lnTo>
                    <a:pt x="3877" y="2883"/>
                  </a:lnTo>
                  <a:lnTo>
                    <a:pt x="3778" y="2958"/>
                  </a:lnTo>
                  <a:lnTo>
                    <a:pt x="3554" y="3107"/>
                  </a:lnTo>
                  <a:lnTo>
                    <a:pt x="3331" y="3256"/>
                  </a:lnTo>
                  <a:lnTo>
                    <a:pt x="3281" y="3306"/>
                  </a:lnTo>
                  <a:lnTo>
                    <a:pt x="3256" y="3380"/>
                  </a:lnTo>
                  <a:lnTo>
                    <a:pt x="3206" y="3529"/>
                  </a:lnTo>
                  <a:lnTo>
                    <a:pt x="3157" y="3654"/>
                  </a:lnTo>
                  <a:lnTo>
                    <a:pt x="3132" y="3728"/>
                  </a:lnTo>
                  <a:lnTo>
                    <a:pt x="3082" y="3778"/>
                  </a:lnTo>
                  <a:lnTo>
                    <a:pt x="2983" y="3852"/>
                  </a:lnTo>
                  <a:lnTo>
                    <a:pt x="2858" y="3927"/>
                  </a:lnTo>
                  <a:lnTo>
                    <a:pt x="2734" y="3977"/>
                  </a:lnTo>
                  <a:lnTo>
                    <a:pt x="2635" y="4076"/>
                  </a:lnTo>
                  <a:lnTo>
                    <a:pt x="2436" y="4250"/>
                  </a:lnTo>
                  <a:lnTo>
                    <a:pt x="2336" y="4350"/>
                  </a:lnTo>
                  <a:lnTo>
                    <a:pt x="2237" y="4449"/>
                  </a:lnTo>
                  <a:lnTo>
                    <a:pt x="2162" y="4548"/>
                  </a:lnTo>
                  <a:lnTo>
                    <a:pt x="2088" y="4673"/>
                  </a:lnTo>
                  <a:lnTo>
                    <a:pt x="1964" y="4896"/>
                  </a:lnTo>
                  <a:lnTo>
                    <a:pt x="1864" y="4996"/>
                  </a:lnTo>
                  <a:lnTo>
                    <a:pt x="1765" y="5070"/>
                  </a:lnTo>
                  <a:lnTo>
                    <a:pt x="1640" y="5170"/>
                  </a:lnTo>
                  <a:lnTo>
                    <a:pt x="1566" y="5269"/>
                  </a:lnTo>
                  <a:lnTo>
                    <a:pt x="1541" y="5344"/>
                  </a:lnTo>
                  <a:lnTo>
                    <a:pt x="1541" y="5393"/>
                  </a:lnTo>
                  <a:lnTo>
                    <a:pt x="1541" y="5567"/>
                  </a:lnTo>
                  <a:lnTo>
                    <a:pt x="1541" y="5717"/>
                  </a:lnTo>
                  <a:lnTo>
                    <a:pt x="1516" y="5791"/>
                  </a:lnTo>
                  <a:lnTo>
                    <a:pt x="1491" y="5841"/>
                  </a:lnTo>
                  <a:lnTo>
                    <a:pt x="1392" y="5940"/>
                  </a:lnTo>
                  <a:lnTo>
                    <a:pt x="1268" y="6040"/>
                  </a:lnTo>
                  <a:lnTo>
                    <a:pt x="1143" y="6114"/>
                  </a:lnTo>
                  <a:lnTo>
                    <a:pt x="1094" y="6164"/>
                  </a:lnTo>
                  <a:lnTo>
                    <a:pt x="1069" y="6214"/>
                  </a:lnTo>
                  <a:lnTo>
                    <a:pt x="1019" y="6338"/>
                  </a:lnTo>
                  <a:lnTo>
                    <a:pt x="994" y="6487"/>
                  </a:lnTo>
                  <a:lnTo>
                    <a:pt x="994" y="6611"/>
                  </a:lnTo>
                  <a:lnTo>
                    <a:pt x="945" y="6760"/>
                  </a:lnTo>
                  <a:lnTo>
                    <a:pt x="746" y="7233"/>
                  </a:lnTo>
                  <a:lnTo>
                    <a:pt x="671" y="7357"/>
                  </a:lnTo>
                  <a:lnTo>
                    <a:pt x="597" y="7456"/>
                  </a:lnTo>
                  <a:lnTo>
                    <a:pt x="522" y="7581"/>
                  </a:lnTo>
                  <a:lnTo>
                    <a:pt x="447" y="7680"/>
                  </a:lnTo>
                  <a:lnTo>
                    <a:pt x="348" y="7929"/>
                  </a:lnTo>
                  <a:lnTo>
                    <a:pt x="273" y="8177"/>
                  </a:lnTo>
                  <a:lnTo>
                    <a:pt x="249" y="8326"/>
                  </a:lnTo>
                  <a:lnTo>
                    <a:pt x="273" y="8475"/>
                  </a:lnTo>
                  <a:lnTo>
                    <a:pt x="298" y="8600"/>
                  </a:lnTo>
                  <a:lnTo>
                    <a:pt x="298" y="8749"/>
                  </a:lnTo>
                  <a:lnTo>
                    <a:pt x="249" y="8873"/>
                  </a:lnTo>
                  <a:lnTo>
                    <a:pt x="174" y="8997"/>
                  </a:lnTo>
                  <a:lnTo>
                    <a:pt x="99" y="9122"/>
                  </a:lnTo>
                  <a:lnTo>
                    <a:pt x="75" y="9246"/>
                  </a:lnTo>
                  <a:lnTo>
                    <a:pt x="99" y="9519"/>
                  </a:lnTo>
                  <a:lnTo>
                    <a:pt x="75" y="9768"/>
                  </a:lnTo>
                  <a:lnTo>
                    <a:pt x="50" y="10041"/>
                  </a:lnTo>
                  <a:lnTo>
                    <a:pt x="0" y="10290"/>
                  </a:lnTo>
                  <a:lnTo>
                    <a:pt x="25" y="10439"/>
                  </a:lnTo>
                  <a:lnTo>
                    <a:pt x="50" y="10563"/>
                  </a:lnTo>
                  <a:lnTo>
                    <a:pt x="99" y="10688"/>
                  </a:lnTo>
                  <a:lnTo>
                    <a:pt x="99" y="10837"/>
                  </a:lnTo>
                  <a:lnTo>
                    <a:pt x="124" y="10961"/>
                  </a:lnTo>
                  <a:lnTo>
                    <a:pt x="174" y="11085"/>
                  </a:lnTo>
                  <a:lnTo>
                    <a:pt x="224" y="11234"/>
                  </a:lnTo>
                  <a:lnTo>
                    <a:pt x="249" y="11359"/>
                  </a:lnTo>
                  <a:lnTo>
                    <a:pt x="249" y="11433"/>
                  </a:lnTo>
                  <a:lnTo>
                    <a:pt x="224" y="11508"/>
                  </a:lnTo>
                  <a:lnTo>
                    <a:pt x="149" y="11657"/>
                  </a:lnTo>
                  <a:lnTo>
                    <a:pt x="50" y="11781"/>
                  </a:lnTo>
                  <a:lnTo>
                    <a:pt x="25" y="11856"/>
                  </a:lnTo>
                  <a:lnTo>
                    <a:pt x="25" y="11930"/>
                  </a:lnTo>
                  <a:lnTo>
                    <a:pt x="0" y="12204"/>
                  </a:lnTo>
                  <a:lnTo>
                    <a:pt x="25" y="12477"/>
                  </a:lnTo>
                  <a:lnTo>
                    <a:pt x="50" y="12552"/>
                  </a:lnTo>
                  <a:lnTo>
                    <a:pt x="75" y="12626"/>
                  </a:lnTo>
                  <a:lnTo>
                    <a:pt x="149" y="12750"/>
                  </a:lnTo>
                  <a:lnTo>
                    <a:pt x="249" y="12875"/>
                  </a:lnTo>
                  <a:lnTo>
                    <a:pt x="298" y="12999"/>
                  </a:lnTo>
                  <a:lnTo>
                    <a:pt x="373" y="13272"/>
                  </a:lnTo>
                  <a:lnTo>
                    <a:pt x="447" y="13521"/>
                  </a:lnTo>
                  <a:lnTo>
                    <a:pt x="472" y="13645"/>
                  </a:lnTo>
                  <a:lnTo>
                    <a:pt x="522" y="13770"/>
                  </a:lnTo>
                  <a:lnTo>
                    <a:pt x="621" y="14018"/>
                  </a:lnTo>
                  <a:lnTo>
                    <a:pt x="696" y="14291"/>
                  </a:lnTo>
                  <a:lnTo>
                    <a:pt x="795" y="14540"/>
                  </a:lnTo>
                  <a:lnTo>
                    <a:pt x="895" y="14789"/>
                  </a:lnTo>
                  <a:lnTo>
                    <a:pt x="1019" y="15037"/>
                  </a:lnTo>
                  <a:lnTo>
                    <a:pt x="1268" y="15509"/>
                  </a:lnTo>
                  <a:lnTo>
                    <a:pt x="1292" y="15634"/>
                  </a:lnTo>
                  <a:lnTo>
                    <a:pt x="1317" y="15783"/>
                  </a:lnTo>
                  <a:lnTo>
                    <a:pt x="1342" y="15932"/>
                  </a:lnTo>
                  <a:lnTo>
                    <a:pt x="1392" y="16056"/>
                  </a:lnTo>
                  <a:lnTo>
                    <a:pt x="1491" y="16156"/>
                  </a:lnTo>
                  <a:lnTo>
                    <a:pt x="1591" y="16230"/>
                  </a:lnTo>
                  <a:lnTo>
                    <a:pt x="1715" y="16330"/>
                  </a:lnTo>
                  <a:lnTo>
                    <a:pt x="1814" y="16429"/>
                  </a:lnTo>
                  <a:lnTo>
                    <a:pt x="1988" y="16628"/>
                  </a:lnTo>
                  <a:lnTo>
                    <a:pt x="2162" y="16827"/>
                  </a:lnTo>
                  <a:lnTo>
                    <a:pt x="2237" y="16951"/>
                  </a:lnTo>
                  <a:lnTo>
                    <a:pt x="2287" y="17100"/>
                  </a:lnTo>
                  <a:lnTo>
                    <a:pt x="2336" y="17249"/>
                  </a:lnTo>
                  <a:lnTo>
                    <a:pt x="2361" y="17324"/>
                  </a:lnTo>
                  <a:lnTo>
                    <a:pt x="2411" y="17373"/>
                  </a:lnTo>
                  <a:lnTo>
                    <a:pt x="2510" y="17448"/>
                  </a:lnTo>
                  <a:lnTo>
                    <a:pt x="2635" y="17523"/>
                  </a:lnTo>
                  <a:lnTo>
                    <a:pt x="2734" y="17597"/>
                  </a:lnTo>
                  <a:lnTo>
                    <a:pt x="2858" y="17672"/>
                  </a:lnTo>
                  <a:lnTo>
                    <a:pt x="2759" y="17920"/>
                  </a:lnTo>
                  <a:lnTo>
                    <a:pt x="2709" y="18045"/>
                  </a:lnTo>
                  <a:lnTo>
                    <a:pt x="2709" y="18144"/>
                  </a:lnTo>
                  <a:lnTo>
                    <a:pt x="2684" y="18392"/>
                  </a:lnTo>
                  <a:lnTo>
                    <a:pt x="2709" y="18641"/>
                  </a:lnTo>
                  <a:lnTo>
                    <a:pt x="2659" y="18890"/>
                  </a:lnTo>
                  <a:lnTo>
                    <a:pt x="2659" y="19014"/>
                  </a:lnTo>
                  <a:lnTo>
                    <a:pt x="2659" y="19113"/>
                  </a:lnTo>
                  <a:lnTo>
                    <a:pt x="2684" y="19362"/>
                  </a:lnTo>
                  <a:lnTo>
                    <a:pt x="2684" y="19610"/>
                  </a:lnTo>
                  <a:lnTo>
                    <a:pt x="2709" y="19660"/>
                  </a:lnTo>
                  <a:lnTo>
                    <a:pt x="2734" y="19710"/>
                  </a:lnTo>
                  <a:lnTo>
                    <a:pt x="2833" y="19834"/>
                  </a:lnTo>
                  <a:lnTo>
                    <a:pt x="2908" y="19958"/>
                  </a:lnTo>
                  <a:lnTo>
                    <a:pt x="2933" y="20033"/>
                  </a:lnTo>
                  <a:lnTo>
                    <a:pt x="2958" y="20083"/>
                  </a:lnTo>
                  <a:lnTo>
                    <a:pt x="2958" y="20356"/>
                  </a:lnTo>
                  <a:lnTo>
                    <a:pt x="2983" y="20605"/>
                  </a:lnTo>
                  <a:lnTo>
                    <a:pt x="2983" y="20679"/>
                  </a:lnTo>
                  <a:lnTo>
                    <a:pt x="2958" y="20754"/>
                  </a:lnTo>
                  <a:lnTo>
                    <a:pt x="2858" y="20878"/>
                  </a:lnTo>
                  <a:lnTo>
                    <a:pt x="2784" y="21027"/>
                  </a:lnTo>
                  <a:lnTo>
                    <a:pt x="2759" y="21102"/>
                  </a:lnTo>
                  <a:lnTo>
                    <a:pt x="2759" y="21151"/>
                  </a:lnTo>
                  <a:lnTo>
                    <a:pt x="2784" y="21300"/>
                  </a:lnTo>
                  <a:lnTo>
                    <a:pt x="2858" y="21425"/>
                  </a:lnTo>
                  <a:lnTo>
                    <a:pt x="2908" y="21549"/>
                  </a:lnTo>
                  <a:lnTo>
                    <a:pt x="2933" y="21673"/>
                  </a:lnTo>
                  <a:lnTo>
                    <a:pt x="2958" y="21822"/>
                  </a:lnTo>
                  <a:lnTo>
                    <a:pt x="2933" y="21972"/>
                  </a:lnTo>
                  <a:lnTo>
                    <a:pt x="2908" y="22096"/>
                  </a:lnTo>
                  <a:lnTo>
                    <a:pt x="2908" y="22245"/>
                  </a:lnTo>
                  <a:lnTo>
                    <a:pt x="2933" y="22295"/>
                  </a:lnTo>
                  <a:lnTo>
                    <a:pt x="2983" y="22369"/>
                  </a:lnTo>
                  <a:lnTo>
                    <a:pt x="3107" y="22469"/>
                  </a:lnTo>
                  <a:lnTo>
                    <a:pt x="3231" y="22568"/>
                  </a:lnTo>
                  <a:lnTo>
                    <a:pt x="3281" y="22643"/>
                  </a:lnTo>
                  <a:lnTo>
                    <a:pt x="3306" y="22692"/>
                  </a:lnTo>
                  <a:lnTo>
                    <a:pt x="3355" y="22941"/>
                  </a:lnTo>
                  <a:lnTo>
                    <a:pt x="3430" y="23214"/>
                  </a:lnTo>
                  <a:lnTo>
                    <a:pt x="3455" y="23339"/>
                  </a:lnTo>
                  <a:lnTo>
                    <a:pt x="3455" y="23488"/>
                  </a:lnTo>
                  <a:lnTo>
                    <a:pt x="3480" y="23612"/>
                  </a:lnTo>
                  <a:lnTo>
                    <a:pt x="3529" y="23736"/>
                  </a:lnTo>
                  <a:lnTo>
                    <a:pt x="3579" y="23861"/>
                  </a:lnTo>
                  <a:lnTo>
                    <a:pt x="3679" y="23960"/>
                  </a:lnTo>
                  <a:lnTo>
                    <a:pt x="3753" y="24059"/>
                  </a:lnTo>
                  <a:lnTo>
                    <a:pt x="3828" y="24184"/>
                  </a:lnTo>
                  <a:lnTo>
                    <a:pt x="3902" y="24308"/>
                  </a:lnTo>
                  <a:lnTo>
                    <a:pt x="4002" y="24407"/>
                  </a:lnTo>
                  <a:lnTo>
                    <a:pt x="4101" y="24507"/>
                  </a:lnTo>
                  <a:lnTo>
                    <a:pt x="4151" y="24606"/>
                  </a:lnTo>
                  <a:lnTo>
                    <a:pt x="4176" y="24681"/>
                  </a:lnTo>
                  <a:lnTo>
                    <a:pt x="4176" y="24755"/>
                  </a:lnTo>
                  <a:lnTo>
                    <a:pt x="4151" y="24904"/>
                  </a:lnTo>
                  <a:lnTo>
                    <a:pt x="4126" y="25078"/>
                  </a:lnTo>
                  <a:lnTo>
                    <a:pt x="4126" y="25153"/>
                  </a:lnTo>
                  <a:lnTo>
                    <a:pt x="4151" y="25203"/>
                  </a:lnTo>
                  <a:lnTo>
                    <a:pt x="4325" y="25426"/>
                  </a:lnTo>
                  <a:lnTo>
                    <a:pt x="4474" y="25650"/>
                  </a:lnTo>
                  <a:lnTo>
                    <a:pt x="4524" y="25700"/>
                  </a:lnTo>
                  <a:lnTo>
                    <a:pt x="4598" y="25749"/>
                  </a:lnTo>
                  <a:lnTo>
                    <a:pt x="4722" y="25799"/>
                  </a:lnTo>
                  <a:lnTo>
                    <a:pt x="4872" y="25874"/>
                  </a:lnTo>
                  <a:lnTo>
                    <a:pt x="4971" y="25948"/>
                  </a:lnTo>
                  <a:lnTo>
                    <a:pt x="4996" y="26023"/>
                  </a:lnTo>
                  <a:lnTo>
                    <a:pt x="5021" y="26073"/>
                  </a:lnTo>
                  <a:lnTo>
                    <a:pt x="5046" y="26247"/>
                  </a:lnTo>
                  <a:lnTo>
                    <a:pt x="5070" y="26396"/>
                  </a:lnTo>
                  <a:lnTo>
                    <a:pt x="5095" y="26470"/>
                  </a:lnTo>
                  <a:lnTo>
                    <a:pt x="5120" y="26520"/>
                  </a:lnTo>
                  <a:lnTo>
                    <a:pt x="5195" y="26570"/>
                  </a:lnTo>
                  <a:lnTo>
                    <a:pt x="5244" y="26595"/>
                  </a:lnTo>
                  <a:lnTo>
                    <a:pt x="5418" y="26619"/>
                  </a:lnTo>
                  <a:lnTo>
                    <a:pt x="5592" y="26644"/>
                  </a:lnTo>
                  <a:lnTo>
                    <a:pt x="5667" y="26669"/>
                  </a:lnTo>
                  <a:lnTo>
                    <a:pt x="5717" y="26694"/>
                  </a:lnTo>
                  <a:lnTo>
                    <a:pt x="6089" y="27067"/>
                  </a:lnTo>
                  <a:lnTo>
                    <a:pt x="6189" y="27166"/>
                  </a:lnTo>
                  <a:lnTo>
                    <a:pt x="6263" y="27290"/>
                  </a:lnTo>
                  <a:lnTo>
                    <a:pt x="6338" y="27390"/>
                  </a:lnTo>
                  <a:lnTo>
                    <a:pt x="6437" y="27489"/>
                  </a:lnTo>
                  <a:lnTo>
                    <a:pt x="6537" y="27564"/>
                  </a:lnTo>
                  <a:lnTo>
                    <a:pt x="6686" y="27614"/>
                  </a:lnTo>
                  <a:lnTo>
                    <a:pt x="6810" y="27638"/>
                  </a:lnTo>
                  <a:lnTo>
                    <a:pt x="6934" y="27713"/>
                  </a:lnTo>
                  <a:lnTo>
                    <a:pt x="6984" y="27763"/>
                  </a:lnTo>
                  <a:lnTo>
                    <a:pt x="7009" y="27812"/>
                  </a:lnTo>
                  <a:lnTo>
                    <a:pt x="7084" y="27962"/>
                  </a:lnTo>
                  <a:lnTo>
                    <a:pt x="7133" y="28111"/>
                  </a:lnTo>
                  <a:lnTo>
                    <a:pt x="7183" y="28160"/>
                  </a:lnTo>
                  <a:lnTo>
                    <a:pt x="7233" y="28210"/>
                  </a:lnTo>
                  <a:lnTo>
                    <a:pt x="7357" y="28260"/>
                  </a:lnTo>
                  <a:lnTo>
                    <a:pt x="7506" y="28285"/>
                  </a:lnTo>
                  <a:lnTo>
                    <a:pt x="7630" y="28310"/>
                  </a:lnTo>
                  <a:lnTo>
                    <a:pt x="7755" y="28359"/>
                  </a:lnTo>
                  <a:lnTo>
                    <a:pt x="7879" y="28459"/>
                  </a:lnTo>
                  <a:lnTo>
                    <a:pt x="7978" y="28558"/>
                  </a:lnTo>
                  <a:lnTo>
                    <a:pt x="8053" y="28682"/>
                  </a:lnTo>
                  <a:lnTo>
                    <a:pt x="8177" y="28757"/>
                  </a:lnTo>
                  <a:lnTo>
                    <a:pt x="8302" y="28807"/>
                  </a:lnTo>
                  <a:lnTo>
                    <a:pt x="8426" y="28831"/>
                  </a:lnTo>
                  <a:lnTo>
                    <a:pt x="8575" y="28856"/>
                  </a:lnTo>
                  <a:lnTo>
                    <a:pt x="8699" y="28881"/>
                  </a:lnTo>
                  <a:lnTo>
                    <a:pt x="8823" y="28931"/>
                  </a:lnTo>
                  <a:lnTo>
                    <a:pt x="8973" y="28956"/>
                  </a:lnTo>
                  <a:lnTo>
                    <a:pt x="9097" y="28981"/>
                  </a:lnTo>
                  <a:lnTo>
                    <a:pt x="9221" y="29005"/>
                  </a:lnTo>
                  <a:lnTo>
                    <a:pt x="9345" y="29080"/>
                  </a:lnTo>
                  <a:lnTo>
                    <a:pt x="9445" y="29155"/>
                  </a:lnTo>
                  <a:lnTo>
                    <a:pt x="9569" y="29254"/>
                  </a:lnTo>
                  <a:lnTo>
                    <a:pt x="9693" y="29304"/>
                  </a:lnTo>
                  <a:lnTo>
                    <a:pt x="9942" y="29378"/>
                  </a:lnTo>
                  <a:lnTo>
                    <a:pt x="10190" y="29478"/>
                  </a:lnTo>
                  <a:lnTo>
                    <a:pt x="10340" y="29478"/>
                  </a:lnTo>
                  <a:lnTo>
                    <a:pt x="10489" y="29453"/>
                  </a:lnTo>
                  <a:lnTo>
                    <a:pt x="10638" y="29403"/>
                  </a:lnTo>
                  <a:lnTo>
                    <a:pt x="10762" y="29403"/>
                  </a:lnTo>
                  <a:lnTo>
                    <a:pt x="11011" y="29478"/>
                  </a:lnTo>
                  <a:lnTo>
                    <a:pt x="11135" y="29527"/>
                  </a:lnTo>
                  <a:lnTo>
                    <a:pt x="11284" y="29552"/>
                  </a:lnTo>
                  <a:lnTo>
                    <a:pt x="11408" y="29602"/>
                  </a:lnTo>
                  <a:lnTo>
                    <a:pt x="11533" y="29677"/>
                  </a:lnTo>
                  <a:lnTo>
                    <a:pt x="11657" y="29751"/>
                  </a:lnTo>
                  <a:lnTo>
                    <a:pt x="11781" y="29801"/>
                  </a:lnTo>
                  <a:lnTo>
                    <a:pt x="11856" y="29801"/>
                  </a:lnTo>
                  <a:lnTo>
                    <a:pt x="11930" y="29751"/>
                  </a:lnTo>
                  <a:lnTo>
                    <a:pt x="12055" y="29677"/>
                  </a:lnTo>
                  <a:lnTo>
                    <a:pt x="12204" y="29577"/>
                  </a:lnTo>
                  <a:lnTo>
                    <a:pt x="12278" y="29552"/>
                  </a:lnTo>
                  <a:lnTo>
                    <a:pt x="12328" y="29552"/>
                  </a:lnTo>
                  <a:lnTo>
                    <a:pt x="12452" y="29577"/>
                  </a:lnTo>
                  <a:lnTo>
                    <a:pt x="12577" y="29602"/>
                  </a:lnTo>
                  <a:lnTo>
                    <a:pt x="12701" y="29652"/>
                  </a:lnTo>
                  <a:lnTo>
                    <a:pt x="12875" y="29652"/>
                  </a:lnTo>
                  <a:lnTo>
                    <a:pt x="13223" y="29677"/>
                  </a:lnTo>
                  <a:lnTo>
                    <a:pt x="13571" y="29701"/>
                  </a:lnTo>
                  <a:lnTo>
                    <a:pt x="13571" y="29627"/>
                  </a:lnTo>
                  <a:lnTo>
                    <a:pt x="13620" y="29652"/>
                  </a:lnTo>
                  <a:lnTo>
                    <a:pt x="13695" y="29677"/>
                  </a:lnTo>
                  <a:lnTo>
                    <a:pt x="13819" y="29751"/>
                  </a:lnTo>
                  <a:lnTo>
                    <a:pt x="13968" y="29826"/>
                  </a:lnTo>
                  <a:lnTo>
                    <a:pt x="14018" y="29851"/>
                  </a:lnTo>
                  <a:lnTo>
                    <a:pt x="14167" y="29851"/>
                  </a:lnTo>
                  <a:lnTo>
                    <a:pt x="14217" y="29801"/>
                  </a:lnTo>
                  <a:lnTo>
                    <a:pt x="14341" y="29701"/>
                  </a:lnTo>
                  <a:lnTo>
                    <a:pt x="14465" y="29602"/>
                  </a:lnTo>
                  <a:lnTo>
                    <a:pt x="14540" y="29552"/>
                  </a:lnTo>
                  <a:lnTo>
                    <a:pt x="14615" y="29527"/>
                  </a:lnTo>
                  <a:lnTo>
                    <a:pt x="15137" y="29478"/>
                  </a:lnTo>
                  <a:lnTo>
                    <a:pt x="15261" y="29478"/>
                  </a:lnTo>
                  <a:lnTo>
                    <a:pt x="15410" y="29503"/>
                  </a:lnTo>
                  <a:lnTo>
                    <a:pt x="15534" y="29527"/>
                  </a:lnTo>
                  <a:lnTo>
                    <a:pt x="15658" y="29503"/>
                  </a:lnTo>
                  <a:lnTo>
                    <a:pt x="16180" y="29428"/>
                  </a:lnTo>
                  <a:lnTo>
                    <a:pt x="16305" y="29378"/>
                  </a:lnTo>
                  <a:lnTo>
                    <a:pt x="16429" y="29304"/>
                  </a:lnTo>
                  <a:lnTo>
                    <a:pt x="16553" y="29204"/>
                  </a:lnTo>
                  <a:lnTo>
                    <a:pt x="16678" y="29155"/>
                  </a:lnTo>
                  <a:lnTo>
                    <a:pt x="16752" y="29155"/>
                  </a:lnTo>
                  <a:lnTo>
                    <a:pt x="16827" y="29179"/>
                  </a:lnTo>
                  <a:lnTo>
                    <a:pt x="16976" y="29254"/>
                  </a:lnTo>
                  <a:lnTo>
                    <a:pt x="17125" y="29304"/>
                  </a:lnTo>
                  <a:lnTo>
                    <a:pt x="17199" y="29329"/>
                  </a:lnTo>
                  <a:lnTo>
                    <a:pt x="17274" y="29329"/>
                  </a:lnTo>
                  <a:lnTo>
                    <a:pt x="17324" y="29279"/>
                  </a:lnTo>
                  <a:lnTo>
                    <a:pt x="17398" y="29254"/>
                  </a:lnTo>
                  <a:lnTo>
                    <a:pt x="17498" y="29130"/>
                  </a:lnTo>
                  <a:lnTo>
                    <a:pt x="17597" y="29005"/>
                  </a:lnTo>
                  <a:lnTo>
                    <a:pt x="17647" y="28981"/>
                  </a:lnTo>
                  <a:lnTo>
                    <a:pt x="17697" y="28931"/>
                  </a:lnTo>
                  <a:lnTo>
                    <a:pt x="18219" y="28782"/>
                  </a:lnTo>
                  <a:lnTo>
                    <a:pt x="18343" y="28757"/>
                  </a:lnTo>
                  <a:lnTo>
                    <a:pt x="18641" y="28757"/>
                  </a:lnTo>
                  <a:lnTo>
                    <a:pt x="18765" y="28732"/>
                  </a:lnTo>
                  <a:lnTo>
                    <a:pt x="19014" y="28657"/>
                  </a:lnTo>
                  <a:lnTo>
                    <a:pt x="19287" y="28558"/>
                  </a:lnTo>
                  <a:lnTo>
                    <a:pt x="19387" y="28483"/>
                  </a:lnTo>
                  <a:lnTo>
                    <a:pt x="19486" y="28384"/>
                  </a:lnTo>
                  <a:lnTo>
                    <a:pt x="19586" y="28260"/>
                  </a:lnTo>
                  <a:lnTo>
                    <a:pt x="19685" y="28185"/>
                  </a:lnTo>
                  <a:lnTo>
                    <a:pt x="19909" y="28036"/>
                  </a:lnTo>
                  <a:lnTo>
                    <a:pt x="20132" y="27887"/>
                  </a:lnTo>
                  <a:lnTo>
                    <a:pt x="20257" y="27862"/>
                  </a:lnTo>
                  <a:lnTo>
                    <a:pt x="20406" y="27837"/>
                  </a:lnTo>
                  <a:lnTo>
                    <a:pt x="20555" y="27812"/>
                  </a:lnTo>
                  <a:lnTo>
                    <a:pt x="20679" y="27763"/>
                  </a:lnTo>
                  <a:lnTo>
                    <a:pt x="20729" y="27713"/>
                  </a:lnTo>
                  <a:lnTo>
                    <a:pt x="20779" y="27663"/>
                  </a:lnTo>
                  <a:lnTo>
                    <a:pt x="20853" y="27539"/>
                  </a:lnTo>
                  <a:lnTo>
                    <a:pt x="20928" y="27415"/>
                  </a:lnTo>
                  <a:lnTo>
                    <a:pt x="21002" y="27315"/>
                  </a:lnTo>
                  <a:lnTo>
                    <a:pt x="21127" y="27241"/>
                  </a:lnTo>
                  <a:lnTo>
                    <a:pt x="21276" y="27216"/>
                  </a:lnTo>
                  <a:lnTo>
                    <a:pt x="21400" y="27166"/>
                  </a:lnTo>
                  <a:lnTo>
                    <a:pt x="21524" y="27116"/>
                  </a:lnTo>
                  <a:lnTo>
                    <a:pt x="21648" y="27042"/>
                  </a:lnTo>
                  <a:lnTo>
                    <a:pt x="21773" y="26992"/>
                  </a:lnTo>
                  <a:lnTo>
                    <a:pt x="21897" y="26942"/>
                  </a:lnTo>
                  <a:lnTo>
                    <a:pt x="22021" y="26893"/>
                  </a:lnTo>
                  <a:lnTo>
                    <a:pt x="22121" y="26793"/>
                  </a:lnTo>
                  <a:lnTo>
                    <a:pt x="22170" y="26644"/>
                  </a:lnTo>
                  <a:lnTo>
                    <a:pt x="22245" y="26520"/>
                  </a:lnTo>
                  <a:lnTo>
                    <a:pt x="22344" y="26421"/>
                  </a:lnTo>
                  <a:lnTo>
                    <a:pt x="22444" y="26346"/>
                  </a:lnTo>
                  <a:lnTo>
                    <a:pt x="22568" y="26271"/>
                  </a:lnTo>
                  <a:lnTo>
                    <a:pt x="22692" y="26222"/>
                  </a:lnTo>
                  <a:lnTo>
                    <a:pt x="22792" y="26147"/>
                  </a:lnTo>
                  <a:lnTo>
                    <a:pt x="22891" y="26073"/>
                  </a:lnTo>
                  <a:lnTo>
                    <a:pt x="23015" y="25998"/>
                  </a:lnTo>
                  <a:lnTo>
                    <a:pt x="23140" y="25923"/>
                  </a:lnTo>
                  <a:lnTo>
                    <a:pt x="23239" y="25849"/>
                  </a:lnTo>
                  <a:lnTo>
                    <a:pt x="23438" y="25650"/>
                  </a:lnTo>
                  <a:lnTo>
                    <a:pt x="23612" y="25426"/>
                  </a:lnTo>
                  <a:lnTo>
                    <a:pt x="23711" y="25352"/>
                  </a:lnTo>
                  <a:lnTo>
                    <a:pt x="23811" y="25277"/>
                  </a:lnTo>
                  <a:lnTo>
                    <a:pt x="23935" y="25203"/>
                  </a:lnTo>
                  <a:lnTo>
                    <a:pt x="24035" y="25128"/>
                  </a:lnTo>
                  <a:lnTo>
                    <a:pt x="24109" y="25004"/>
                  </a:lnTo>
                  <a:lnTo>
                    <a:pt x="24184" y="24880"/>
                  </a:lnTo>
                  <a:lnTo>
                    <a:pt x="24233" y="24755"/>
                  </a:lnTo>
                  <a:lnTo>
                    <a:pt x="24308" y="24656"/>
                  </a:lnTo>
                  <a:lnTo>
                    <a:pt x="24407" y="24556"/>
                  </a:lnTo>
                  <a:lnTo>
                    <a:pt x="24532" y="24482"/>
                  </a:lnTo>
                  <a:lnTo>
                    <a:pt x="24656" y="24407"/>
                  </a:lnTo>
                  <a:lnTo>
                    <a:pt x="24755" y="24308"/>
                  </a:lnTo>
                  <a:lnTo>
                    <a:pt x="24830" y="24208"/>
                  </a:lnTo>
                  <a:lnTo>
                    <a:pt x="24880" y="24059"/>
                  </a:lnTo>
                  <a:lnTo>
                    <a:pt x="24929" y="23935"/>
                  </a:lnTo>
                  <a:lnTo>
                    <a:pt x="24979" y="23811"/>
                  </a:lnTo>
                  <a:lnTo>
                    <a:pt x="25054" y="23711"/>
                  </a:lnTo>
                  <a:lnTo>
                    <a:pt x="25078" y="23562"/>
                  </a:lnTo>
                  <a:lnTo>
                    <a:pt x="25128" y="23438"/>
                  </a:lnTo>
                  <a:lnTo>
                    <a:pt x="25178" y="23314"/>
                  </a:lnTo>
                  <a:lnTo>
                    <a:pt x="25277" y="23189"/>
                  </a:lnTo>
                  <a:lnTo>
                    <a:pt x="25352" y="23115"/>
                  </a:lnTo>
                  <a:lnTo>
                    <a:pt x="25451" y="23015"/>
                  </a:lnTo>
                  <a:lnTo>
                    <a:pt x="25551" y="22916"/>
                  </a:lnTo>
                  <a:lnTo>
                    <a:pt x="25600" y="22792"/>
                  </a:lnTo>
                  <a:lnTo>
                    <a:pt x="25650" y="22667"/>
                  </a:lnTo>
                  <a:lnTo>
                    <a:pt x="25700" y="22543"/>
                  </a:lnTo>
                  <a:lnTo>
                    <a:pt x="25749" y="22419"/>
                  </a:lnTo>
                  <a:lnTo>
                    <a:pt x="25824" y="22320"/>
                  </a:lnTo>
                  <a:lnTo>
                    <a:pt x="25923" y="22220"/>
                  </a:lnTo>
                  <a:lnTo>
                    <a:pt x="26048" y="22121"/>
                  </a:lnTo>
                  <a:lnTo>
                    <a:pt x="26122" y="22021"/>
                  </a:lnTo>
                  <a:lnTo>
                    <a:pt x="26222" y="21922"/>
                  </a:lnTo>
                  <a:lnTo>
                    <a:pt x="26321" y="21822"/>
                  </a:lnTo>
                  <a:lnTo>
                    <a:pt x="26421" y="21723"/>
                  </a:lnTo>
                  <a:lnTo>
                    <a:pt x="26520" y="21624"/>
                  </a:lnTo>
                  <a:lnTo>
                    <a:pt x="26570" y="21499"/>
                  </a:lnTo>
                  <a:lnTo>
                    <a:pt x="26595" y="21375"/>
                  </a:lnTo>
                  <a:lnTo>
                    <a:pt x="26619" y="21226"/>
                  </a:lnTo>
                  <a:lnTo>
                    <a:pt x="26669" y="21102"/>
                  </a:lnTo>
                  <a:lnTo>
                    <a:pt x="26719" y="20977"/>
                  </a:lnTo>
                  <a:lnTo>
                    <a:pt x="26818" y="20878"/>
                  </a:lnTo>
                  <a:lnTo>
                    <a:pt x="26893" y="20779"/>
                  </a:lnTo>
                  <a:lnTo>
                    <a:pt x="26967" y="20654"/>
                  </a:lnTo>
                  <a:lnTo>
                    <a:pt x="27092" y="20406"/>
                  </a:lnTo>
                  <a:lnTo>
                    <a:pt x="27191" y="20157"/>
                  </a:lnTo>
                  <a:lnTo>
                    <a:pt x="27191" y="20033"/>
                  </a:lnTo>
                  <a:lnTo>
                    <a:pt x="27191" y="19884"/>
                  </a:lnTo>
                  <a:lnTo>
                    <a:pt x="27166" y="19735"/>
                  </a:lnTo>
                  <a:lnTo>
                    <a:pt x="27191" y="19586"/>
                  </a:lnTo>
                  <a:lnTo>
                    <a:pt x="27241" y="19486"/>
                  </a:lnTo>
                  <a:lnTo>
                    <a:pt x="27315" y="19362"/>
                  </a:lnTo>
                  <a:lnTo>
                    <a:pt x="27390" y="19238"/>
                  </a:lnTo>
                  <a:lnTo>
                    <a:pt x="27440" y="19113"/>
                  </a:lnTo>
                  <a:lnTo>
                    <a:pt x="27464" y="18989"/>
                  </a:lnTo>
                  <a:lnTo>
                    <a:pt x="27464" y="18865"/>
                  </a:lnTo>
                  <a:lnTo>
                    <a:pt x="27464" y="18716"/>
                  </a:lnTo>
                  <a:lnTo>
                    <a:pt x="27489" y="18591"/>
                  </a:lnTo>
                  <a:lnTo>
                    <a:pt x="27539" y="18467"/>
                  </a:lnTo>
                  <a:lnTo>
                    <a:pt x="27614" y="18343"/>
                  </a:lnTo>
                  <a:lnTo>
                    <a:pt x="27713" y="18218"/>
                  </a:lnTo>
                  <a:lnTo>
                    <a:pt x="27763" y="18094"/>
                  </a:lnTo>
                  <a:lnTo>
                    <a:pt x="27812" y="17970"/>
                  </a:lnTo>
                  <a:lnTo>
                    <a:pt x="27887" y="17846"/>
                  </a:lnTo>
                  <a:lnTo>
                    <a:pt x="27937" y="17746"/>
                  </a:lnTo>
                  <a:lnTo>
                    <a:pt x="27962" y="17597"/>
                  </a:lnTo>
                  <a:lnTo>
                    <a:pt x="27962" y="17349"/>
                  </a:lnTo>
                  <a:lnTo>
                    <a:pt x="27962" y="17199"/>
                  </a:lnTo>
                  <a:lnTo>
                    <a:pt x="27962" y="17075"/>
                  </a:lnTo>
                  <a:lnTo>
                    <a:pt x="28011" y="16802"/>
                  </a:lnTo>
                  <a:lnTo>
                    <a:pt x="28061" y="16553"/>
                  </a:lnTo>
                  <a:lnTo>
                    <a:pt x="28086" y="16404"/>
                  </a:lnTo>
                  <a:lnTo>
                    <a:pt x="28086" y="16280"/>
                  </a:lnTo>
                  <a:lnTo>
                    <a:pt x="28111" y="16006"/>
                  </a:lnTo>
                  <a:lnTo>
                    <a:pt x="28136" y="15882"/>
                  </a:lnTo>
                  <a:lnTo>
                    <a:pt x="28210" y="15758"/>
                  </a:lnTo>
                  <a:lnTo>
                    <a:pt x="28285" y="15634"/>
                  </a:lnTo>
                  <a:lnTo>
                    <a:pt x="28310" y="15509"/>
                  </a:lnTo>
                  <a:lnTo>
                    <a:pt x="28334" y="15236"/>
                  </a:lnTo>
                  <a:lnTo>
                    <a:pt x="28384" y="14963"/>
                  </a:lnTo>
                  <a:lnTo>
                    <a:pt x="28409" y="14689"/>
                  </a:lnTo>
                  <a:lnTo>
                    <a:pt x="28409" y="14416"/>
                  </a:lnTo>
                  <a:lnTo>
                    <a:pt x="28409" y="14366"/>
                  </a:lnTo>
                  <a:lnTo>
                    <a:pt x="28384" y="14291"/>
                  </a:lnTo>
                  <a:lnTo>
                    <a:pt x="28285" y="14167"/>
                  </a:lnTo>
                  <a:lnTo>
                    <a:pt x="28210" y="14018"/>
                  </a:lnTo>
                  <a:lnTo>
                    <a:pt x="28185" y="13968"/>
                  </a:lnTo>
                  <a:lnTo>
                    <a:pt x="28160" y="13894"/>
                  </a:lnTo>
                  <a:lnTo>
                    <a:pt x="28160" y="13770"/>
                  </a:lnTo>
                  <a:lnTo>
                    <a:pt x="28111" y="13620"/>
                  </a:lnTo>
                  <a:lnTo>
                    <a:pt x="28086" y="13496"/>
                  </a:lnTo>
                  <a:lnTo>
                    <a:pt x="28061" y="13372"/>
                  </a:lnTo>
                  <a:lnTo>
                    <a:pt x="28086" y="13098"/>
                  </a:lnTo>
                  <a:lnTo>
                    <a:pt x="28086" y="12974"/>
                  </a:lnTo>
                  <a:lnTo>
                    <a:pt x="28061" y="12850"/>
                  </a:lnTo>
                  <a:lnTo>
                    <a:pt x="28061" y="12726"/>
                  </a:lnTo>
                  <a:lnTo>
                    <a:pt x="28061" y="12576"/>
                  </a:lnTo>
                  <a:lnTo>
                    <a:pt x="28086" y="12452"/>
                  </a:lnTo>
                  <a:lnTo>
                    <a:pt x="28061" y="12328"/>
                  </a:lnTo>
                  <a:lnTo>
                    <a:pt x="28036" y="12204"/>
                  </a:lnTo>
                  <a:lnTo>
                    <a:pt x="28011" y="12079"/>
                  </a:lnTo>
                  <a:lnTo>
                    <a:pt x="27962" y="11955"/>
                  </a:lnTo>
                  <a:lnTo>
                    <a:pt x="27937" y="11831"/>
                  </a:lnTo>
                  <a:lnTo>
                    <a:pt x="27937" y="11756"/>
                  </a:lnTo>
                  <a:lnTo>
                    <a:pt x="27962" y="11682"/>
                  </a:lnTo>
                  <a:lnTo>
                    <a:pt x="28036" y="11533"/>
                  </a:lnTo>
                  <a:lnTo>
                    <a:pt x="28111" y="11383"/>
                  </a:lnTo>
                  <a:lnTo>
                    <a:pt x="28136" y="11309"/>
                  </a:lnTo>
                  <a:lnTo>
                    <a:pt x="28136" y="11259"/>
                  </a:lnTo>
                  <a:lnTo>
                    <a:pt x="28111" y="11185"/>
                  </a:lnTo>
                  <a:lnTo>
                    <a:pt x="28061" y="11135"/>
                  </a:lnTo>
                  <a:lnTo>
                    <a:pt x="27962" y="11035"/>
                  </a:lnTo>
                  <a:lnTo>
                    <a:pt x="27837" y="10911"/>
                  </a:lnTo>
                  <a:lnTo>
                    <a:pt x="27788" y="10862"/>
                  </a:lnTo>
                  <a:lnTo>
                    <a:pt x="27738" y="10812"/>
                  </a:lnTo>
                  <a:lnTo>
                    <a:pt x="27738" y="10663"/>
                  </a:lnTo>
                  <a:lnTo>
                    <a:pt x="27738" y="10538"/>
                  </a:lnTo>
                  <a:lnTo>
                    <a:pt x="27763" y="10389"/>
                  </a:lnTo>
                  <a:lnTo>
                    <a:pt x="27738" y="10265"/>
                  </a:lnTo>
                  <a:lnTo>
                    <a:pt x="27688" y="9992"/>
                  </a:lnTo>
                  <a:lnTo>
                    <a:pt x="27638" y="9743"/>
                  </a:lnTo>
                  <a:lnTo>
                    <a:pt x="27514" y="9246"/>
                  </a:lnTo>
                  <a:lnTo>
                    <a:pt x="27315" y="8749"/>
                  </a:lnTo>
                  <a:lnTo>
                    <a:pt x="27290" y="8625"/>
                  </a:lnTo>
                  <a:lnTo>
                    <a:pt x="27266" y="8475"/>
                  </a:lnTo>
                  <a:lnTo>
                    <a:pt x="27241" y="8351"/>
                  </a:lnTo>
                  <a:lnTo>
                    <a:pt x="27216" y="8227"/>
                  </a:lnTo>
                  <a:lnTo>
                    <a:pt x="27166" y="8103"/>
                  </a:lnTo>
                  <a:lnTo>
                    <a:pt x="27092" y="8003"/>
                  </a:lnTo>
                  <a:lnTo>
                    <a:pt x="26967" y="7780"/>
                  </a:lnTo>
                  <a:lnTo>
                    <a:pt x="26893" y="7655"/>
                  </a:lnTo>
                  <a:lnTo>
                    <a:pt x="26769" y="7556"/>
                  </a:lnTo>
                  <a:lnTo>
                    <a:pt x="26669" y="7456"/>
                  </a:lnTo>
                  <a:lnTo>
                    <a:pt x="26595" y="7357"/>
                  </a:lnTo>
                  <a:lnTo>
                    <a:pt x="26346" y="6910"/>
                  </a:lnTo>
                  <a:lnTo>
                    <a:pt x="26296" y="6785"/>
                  </a:lnTo>
                  <a:lnTo>
                    <a:pt x="26271" y="6636"/>
                  </a:lnTo>
                  <a:lnTo>
                    <a:pt x="26247" y="6512"/>
                  </a:lnTo>
                  <a:lnTo>
                    <a:pt x="26222" y="6388"/>
                  </a:lnTo>
                  <a:lnTo>
                    <a:pt x="26172" y="6338"/>
                  </a:lnTo>
                  <a:lnTo>
                    <a:pt x="26122" y="6288"/>
                  </a:lnTo>
                  <a:lnTo>
                    <a:pt x="25998" y="6214"/>
                  </a:lnTo>
                  <a:lnTo>
                    <a:pt x="25849" y="6139"/>
                  </a:lnTo>
                  <a:lnTo>
                    <a:pt x="25749" y="6040"/>
                  </a:lnTo>
                  <a:lnTo>
                    <a:pt x="25725" y="5990"/>
                  </a:lnTo>
                  <a:lnTo>
                    <a:pt x="25725" y="5915"/>
                  </a:lnTo>
                  <a:lnTo>
                    <a:pt x="25700" y="5766"/>
                  </a:lnTo>
                  <a:lnTo>
                    <a:pt x="25675" y="5642"/>
                  </a:lnTo>
                  <a:lnTo>
                    <a:pt x="25675" y="5567"/>
                  </a:lnTo>
                  <a:lnTo>
                    <a:pt x="25625" y="5518"/>
                  </a:lnTo>
                  <a:lnTo>
                    <a:pt x="25551" y="5418"/>
                  </a:lnTo>
                  <a:lnTo>
                    <a:pt x="25451" y="5319"/>
                  </a:lnTo>
                  <a:lnTo>
                    <a:pt x="25352" y="5244"/>
                  </a:lnTo>
                  <a:lnTo>
                    <a:pt x="25252" y="5145"/>
                  </a:lnTo>
                  <a:lnTo>
                    <a:pt x="25178" y="5046"/>
                  </a:lnTo>
                  <a:lnTo>
                    <a:pt x="25078" y="4971"/>
                  </a:lnTo>
                  <a:lnTo>
                    <a:pt x="24979" y="4872"/>
                  </a:lnTo>
                  <a:lnTo>
                    <a:pt x="24880" y="4772"/>
                  </a:lnTo>
                  <a:lnTo>
                    <a:pt x="24780" y="4698"/>
                  </a:lnTo>
                  <a:lnTo>
                    <a:pt x="24681" y="4598"/>
                  </a:lnTo>
                  <a:lnTo>
                    <a:pt x="24482" y="4424"/>
                  </a:lnTo>
                  <a:lnTo>
                    <a:pt x="24407" y="4325"/>
                  </a:lnTo>
                  <a:lnTo>
                    <a:pt x="24382" y="4176"/>
                  </a:lnTo>
                  <a:lnTo>
                    <a:pt x="24333" y="4051"/>
                  </a:lnTo>
                  <a:lnTo>
                    <a:pt x="24258" y="3952"/>
                  </a:lnTo>
                  <a:lnTo>
                    <a:pt x="23885" y="3579"/>
                  </a:lnTo>
                  <a:lnTo>
                    <a:pt x="23761" y="3505"/>
                  </a:lnTo>
                  <a:lnTo>
                    <a:pt x="23637" y="3455"/>
                  </a:lnTo>
                  <a:lnTo>
                    <a:pt x="23488" y="3405"/>
                  </a:lnTo>
                  <a:lnTo>
                    <a:pt x="23388" y="3355"/>
                  </a:lnTo>
                  <a:lnTo>
                    <a:pt x="23339" y="3306"/>
                  </a:lnTo>
                  <a:lnTo>
                    <a:pt x="23289" y="3231"/>
                  </a:lnTo>
                  <a:lnTo>
                    <a:pt x="23239" y="3082"/>
                  </a:lnTo>
                  <a:lnTo>
                    <a:pt x="23189" y="2933"/>
                  </a:lnTo>
                  <a:lnTo>
                    <a:pt x="23165" y="2883"/>
                  </a:lnTo>
                  <a:lnTo>
                    <a:pt x="23115" y="2833"/>
                  </a:lnTo>
                  <a:lnTo>
                    <a:pt x="23065" y="2809"/>
                  </a:lnTo>
                  <a:lnTo>
                    <a:pt x="23015" y="2784"/>
                  </a:lnTo>
                  <a:lnTo>
                    <a:pt x="22866" y="2759"/>
                  </a:lnTo>
                  <a:lnTo>
                    <a:pt x="22717" y="2709"/>
                  </a:lnTo>
                  <a:lnTo>
                    <a:pt x="22593" y="2659"/>
                  </a:lnTo>
                  <a:lnTo>
                    <a:pt x="22469" y="2610"/>
                  </a:lnTo>
                  <a:lnTo>
                    <a:pt x="22369" y="2560"/>
                  </a:lnTo>
                  <a:lnTo>
                    <a:pt x="22245" y="2510"/>
                  </a:lnTo>
                  <a:lnTo>
                    <a:pt x="22121" y="2461"/>
                  </a:lnTo>
                  <a:lnTo>
                    <a:pt x="22021" y="2361"/>
                  </a:lnTo>
                  <a:lnTo>
                    <a:pt x="21947" y="2237"/>
                  </a:lnTo>
                  <a:lnTo>
                    <a:pt x="21847" y="2138"/>
                  </a:lnTo>
                  <a:lnTo>
                    <a:pt x="21748" y="2038"/>
                  </a:lnTo>
                  <a:lnTo>
                    <a:pt x="21549" y="1889"/>
                  </a:lnTo>
                  <a:lnTo>
                    <a:pt x="21450" y="1790"/>
                  </a:lnTo>
                  <a:lnTo>
                    <a:pt x="21325" y="1740"/>
                  </a:lnTo>
                  <a:lnTo>
                    <a:pt x="21102" y="1616"/>
                  </a:lnTo>
                  <a:lnTo>
                    <a:pt x="20853" y="1516"/>
                  </a:lnTo>
                  <a:lnTo>
                    <a:pt x="20729" y="1491"/>
                  </a:lnTo>
                  <a:lnTo>
                    <a:pt x="20431" y="1491"/>
                  </a:lnTo>
                  <a:lnTo>
                    <a:pt x="20306" y="1466"/>
                  </a:lnTo>
                  <a:lnTo>
                    <a:pt x="20083" y="1342"/>
                  </a:lnTo>
                  <a:lnTo>
                    <a:pt x="19834" y="1243"/>
                  </a:lnTo>
                  <a:lnTo>
                    <a:pt x="19710" y="1168"/>
                  </a:lnTo>
                  <a:lnTo>
                    <a:pt x="19610" y="1094"/>
                  </a:lnTo>
                  <a:lnTo>
                    <a:pt x="19511" y="994"/>
                  </a:lnTo>
                  <a:lnTo>
                    <a:pt x="19387" y="944"/>
                  </a:lnTo>
                  <a:lnTo>
                    <a:pt x="19138" y="845"/>
                  </a:lnTo>
                  <a:lnTo>
                    <a:pt x="18890" y="746"/>
                  </a:lnTo>
                  <a:lnTo>
                    <a:pt x="18393" y="621"/>
                  </a:lnTo>
                  <a:lnTo>
                    <a:pt x="18144" y="547"/>
                  </a:lnTo>
                  <a:lnTo>
                    <a:pt x="17871" y="472"/>
                  </a:lnTo>
                  <a:lnTo>
                    <a:pt x="17746" y="472"/>
                  </a:lnTo>
                  <a:lnTo>
                    <a:pt x="17622" y="497"/>
                  </a:lnTo>
                  <a:lnTo>
                    <a:pt x="17473" y="522"/>
                  </a:lnTo>
                  <a:lnTo>
                    <a:pt x="17349" y="522"/>
                  </a:lnTo>
                  <a:lnTo>
                    <a:pt x="17224" y="472"/>
                  </a:lnTo>
                  <a:lnTo>
                    <a:pt x="17100" y="423"/>
                  </a:lnTo>
                  <a:lnTo>
                    <a:pt x="16976" y="348"/>
                  </a:lnTo>
                  <a:lnTo>
                    <a:pt x="16852" y="323"/>
                  </a:lnTo>
                  <a:lnTo>
                    <a:pt x="16702" y="323"/>
                  </a:lnTo>
                  <a:lnTo>
                    <a:pt x="16578" y="348"/>
                  </a:lnTo>
                  <a:lnTo>
                    <a:pt x="16429" y="373"/>
                  </a:lnTo>
                  <a:lnTo>
                    <a:pt x="16305" y="373"/>
                  </a:lnTo>
                  <a:lnTo>
                    <a:pt x="16180" y="348"/>
                  </a:lnTo>
                  <a:lnTo>
                    <a:pt x="16056" y="273"/>
                  </a:lnTo>
                  <a:lnTo>
                    <a:pt x="15932" y="199"/>
                  </a:lnTo>
                  <a:lnTo>
                    <a:pt x="15808" y="174"/>
                  </a:lnTo>
                  <a:lnTo>
                    <a:pt x="15683" y="174"/>
                  </a:lnTo>
                  <a:lnTo>
                    <a:pt x="15534" y="249"/>
                  </a:lnTo>
                  <a:lnTo>
                    <a:pt x="15385" y="298"/>
                  </a:lnTo>
                  <a:lnTo>
                    <a:pt x="15261" y="323"/>
                  </a:lnTo>
                  <a:lnTo>
                    <a:pt x="15137" y="298"/>
                  </a:lnTo>
                  <a:lnTo>
                    <a:pt x="15012" y="249"/>
                  </a:lnTo>
                  <a:lnTo>
                    <a:pt x="14888" y="199"/>
                  </a:lnTo>
                  <a:lnTo>
                    <a:pt x="14764" y="174"/>
                  </a:lnTo>
                  <a:lnTo>
                    <a:pt x="14615" y="149"/>
                  </a:lnTo>
                  <a:lnTo>
                    <a:pt x="14490" y="99"/>
                  </a:lnTo>
                  <a:lnTo>
                    <a:pt x="14366" y="25"/>
                  </a:lnTo>
                  <a:lnTo>
                    <a:pt x="14242" y="0"/>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5" name="Google Shape;5273;p109">
              <a:extLst>
                <a:ext uri="{FF2B5EF4-FFF2-40B4-BE49-F238E27FC236}">
                  <a16:creationId xmlns:a16="http://schemas.microsoft.com/office/drawing/2014/main" id="{CFEEB1DD-B1AE-4AB5-1837-7062CAB1CFA0}"/>
                </a:ext>
              </a:extLst>
            </p:cNvPr>
            <p:cNvSpPr/>
            <p:nvPr/>
          </p:nvSpPr>
          <p:spPr>
            <a:xfrm>
              <a:off x="5778150" y="672450"/>
              <a:ext cx="67150" cy="127400"/>
            </a:xfrm>
            <a:custGeom>
              <a:avLst/>
              <a:gdLst/>
              <a:ahLst/>
              <a:cxnLst/>
              <a:rect l="l" t="t" r="r" b="b"/>
              <a:pathLst>
                <a:path w="2686" h="5096" extrusionOk="0">
                  <a:moveTo>
                    <a:pt x="1467" y="0"/>
                  </a:moveTo>
                  <a:lnTo>
                    <a:pt x="1318" y="25"/>
                  </a:lnTo>
                  <a:lnTo>
                    <a:pt x="1144" y="75"/>
                  </a:lnTo>
                  <a:lnTo>
                    <a:pt x="995" y="150"/>
                  </a:lnTo>
                  <a:lnTo>
                    <a:pt x="846" y="249"/>
                  </a:lnTo>
                  <a:lnTo>
                    <a:pt x="697" y="348"/>
                  </a:lnTo>
                  <a:lnTo>
                    <a:pt x="548" y="498"/>
                  </a:lnTo>
                  <a:lnTo>
                    <a:pt x="423" y="672"/>
                  </a:lnTo>
                  <a:lnTo>
                    <a:pt x="299" y="845"/>
                  </a:lnTo>
                  <a:lnTo>
                    <a:pt x="200" y="1069"/>
                  </a:lnTo>
                  <a:lnTo>
                    <a:pt x="125" y="1293"/>
                  </a:lnTo>
                  <a:lnTo>
                    <a:pt x="50" y="1492"/>
                  </a:lnTo>
                  <a:lnTo>
                    <a:pt x="1" y="1691"/>
                  </a:lnTo>
                  <a:lnTo>
                    <a:pt x="1" y="1865"/>
                  </a:lnTo>
                  <a:lnTo>
                    <a:pt x="1" y="2014"/>
                  </a:lnTo>
                  <a:lnTo>
                    <a:pt x="26" y="2163"/>
                  </a:lnTo>
                  <a:lnTo>
                    <a:pt x="75" y="2411"/>
                  </a:lnTo>
                  <a:lnTo>
                    <a:pt x="175" y="2660"/>
                  </a:lnTo>
                  <a:lnTo>
                    <a:pt x="274" y="2908"/>
                  </a:lnTo>
                  <a:lnTo>
                    <a:pt x="324" y="3182"/>
                  </a:lnTo>
                  <a:lnTo>
                    <a:pt x="324" y="3331"/>
                  </a:lnTo>
                  <a:lnTo>
                    <a:pt x="324" y="3505"/>
                  </a:lnTo>
                  <a:lnTo>
                    <a:pt x="299" y="3853"/>
                  </a:lnTo>
                  <a:lnTo>
                    <a:pt x="299" y="4151"/>
                  </a:lnTo>
                  <a:lnTo>
                    <a:pt x="324" y="4400"/>
                  </a:lnTo>
                  <a:lnTo>
                    <a:pt x="349" y="4623"/>
                  </a:lnTo>
                  <a:lnTo>
                    <a:pt x="423" y="4797"/>
                  </a:lnTo>
                  <a:lnTo>
                    <a:pt x="498" y="4922"/>
                  </a:lnTo>
                  <a:lnTo>
                    <a:pt x="597" y="5021"/>
                  </a:lnTo>
                  <a:lnTo>
                    <a:pt x="697" y="5071"/>
                  </a:lnTo>
                  <a:lnTo>
                    <a:pt x="821" y="5096"/>
                  </a:lnTo>
                  <a:lnTo>
                    <a:pt x="945" y="5096"/>
                  </a:lnTo>
                  <a:lnTo>
                    <a:pt x="1069" y="5046"/>
                  </a:lnTo>
                  <a:lnTo>
                    <a:pt x="1194" y="4971"/>
                  </a:lnTo>
                  <a:lnTo>
                    <a:pt x="1343" y="4872"/>
                  </a:lnTo>
                  <a:lnTo>
                    <a:pt x="1467" y="4748"/>
                  </a:lnTo>
                  <a:lnTo>
                    <a:pt x="1616" y="4574"/>
                  </a:lnTo>
                  <a:lnTo>
                    <a:pt x="1765" y="4400"/>
                  </a:lnTo>
                  <a:lnTo>
                    <a:pt x="1989" y="4027"/>
                  </a:lnTo>
                  <a:lnTo>
                    <a:pt x="2213" y="3580"/>
                  </a:lnTo>
                  <a:lnTo>
                    <a:pt x="2412" y="3082"/>
                  </a:lnTo>
                  <a:lnTo>
                    <a:pt x="2561" y="2585"/>
                  </a:lnTo>
                  <a:lnTo>
                    <a:pt x="2610" y="2312"/>
                  </a:lnTo>
                  <a:lnTo>
                    <a:pt x="2660" y="2063"/>
                  </a:lnTo>
                  <a:lnTo>
                    <a:pt x="2685" y="1790"/>
                  </a:lnTo>
                  <a:lnTo>
                    <a:pt x="2685" y="1541"/>
                  </a:lnTo>
                  <a:lnTo>
                    <a:pt x="2660" y="1293"/>
                  </a:lnTo>
                  <a:lnTo>
                    <a:pt x="2610" y="1069"/>
                  </a:lnTo>
                  <a:lnTo>
                    <a:pt x="2561" y="845"/>
                  </a:lnTo>
                  <a:lnTo>
                    <a:pt x="2461" y="647"/>
                  </a:lnTo>
                  <a:lnTo>
                    <a:pt x="2337" y="448"/>
                  </a:lnTo>
                  <a:lnTo>
                    <a:pt x="2213" y="299"/>
                  </a:lnTo>
                  <a:lnTo>
                    <a:pt x="2089" y="174"/>
                  </a:lnTo>
                  <a:lnTo>
                    <a:pt x="1939" y="100"/>
                  </a:lnTo>
                  <a:lnTo>
                    <a:pt x="1790" y="25"/>
                  </a:lnTo>
                  <a:lnTo>
                    <a:pt x="1641" y="0"/>
                  </a:lnTo>
                  <a:close/>
                </a:path>
              </a:pathLst>
            </a:custGeom>
            <a:solidFill>
              <a:srgbClr val="B55B5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6" name="Google Shape;5274;p109">
              <a:extLst>
                <a:ext uri="{FF2B5EF4-FFF2-40B4-BE49-F238E27FC236}">
                  <a16:creationId xmlns:a16="http://schemas.microsoft.com/office/drawing/2014/main" id="{677B5AAF-687D-A1AF-BEA0-210C42B1765A}"/>
                </a:ext>
              </a:extLst>
            </p:cNvPr>
            <p:cNvSpPr/>
            <p:nvPr/>
          </p:nvSpPr>
          <p:spPr>
            <a:xfrm>
              <a:off x="5794300" y="2008400"/>
              <a:ext cx="532550" cy="2957100"/>
            </a:xfrm>
            <a:custGeom>
              <a:avLst/>
              <a:gdLst/>
              <a:ahLst/>
              <a:cxnLst/>
              <a:rect l="l" t="t" r="r" b="b"/>
              <a:pathLst>
                <a:path w="21302" h="118284" extrusionOk="0">
                  <a:moveTo>
                    <a:pt x="16753" y="0"/>
                  </a:moveTo>
                  <a:lnTo>
                    <a:pt x="1" y="323"/>
                  </a:lnTo>
                  <a:lnTo>
                    <a:pt x="597" y="6661"/>
                  </a:lnTo>
                  <a:lnTo>
                    <a:pt x="1293" y="13596"/>
                  </a:lnTo>
                  <a:lnTo>
                    <a:pt x="2188" y="22170"/>
                  </a:lnTo>
                  <a:lnTo>
                    <a:pt x="2685" y="26868"/>
                  </a:lnTo>
                  <a:lnTo>
                    <a:pt x="3232" y="31764"/>
                  </a:lnTo>
                  <a:lnTo>
                    <a:pt x="3804" y="36735"/>
                  </a:lnTo>
                  <a:lnTo>
                    <a:pt x="4425" y="41731"/>
                  </a:lnTo>
                  <a:lnTo>
                    <a:pt x="5046" y="46652"/>
                  </a:lnTo>
                  <a:lnTo>
                    <a:pt x="5668" y="51400"/>
                  </a:lnTo>
                  <a:lnTo>
                    <a:pt x="6314" y="55948"/>
                  </a:lnTo>
                  <a:lnTo>
                    <a:pt x="6985" y="60173"/>
                  </a:lnTo>
                  <a:lnTo>
                    <a:pt x="7234" y="61863"/>
                  </a:lnTo>
                  <a:lnTo>
                    <a:pt x="7507" y="63678"/>
                  </a:lnTo>
                  <a:lnTo>
                    <a:pt x="7756" y="65616"/>
                  </a:lnTo>
                  <a:lnTo>
                    <a:pt x="8004" y="67655"/>
                  </a:lnTo>
                  <a:lnTo>
                    <a:pt x="8501" y="71979"/>
                  </a:lnTo>
                  <a:lnTo>
                    <a:pt x="8973" y="76577"/>
                  </a:lnTo>
                  <a:lnTo>
                    <a:pt x="9421" y="81349"/>
                  </a:lnTo>
                  <a:lnTo>
                    <a:pt x="9868" y="86196"/>
                  </a:lnTo>
                  <a:lnTo>
                    <a:pt x="10266" y="91018"/>
                  </a:lnTo>
                  <a:lnTo>
                    <a:pt x="10639" y="95740"/>
                  </a:lnTo>
                  <a:lnTo>
                    <a:pt x="10987" y="100264"/>
                  </a:lnTo>
                  <a:lnTo>
                    <a:pt x="11285" y="104464"/>
                  </a:lnTo>
                  <a:lnTo>
                    <a:pt x="11757" y="111647"/>
                  </a:lnTo>
                  <a:lnTo>
                    <a:pt x="12080" y="116494"/>
                  </a:lnTo>
                  <a:lnTo>
                    <a:pt x="12180" y="118284"/>
                  </a:lnTo>
                  <a:lnTo>
                    <a:pt x="19835" y="118284"/>
                  </a:lnTo>
                  <a:lnTo>
                    <a:pt x="19934" y="116544"/>
                  </a:lnTo>
                  <a:lnTo>
                    <a:pt x="20183" y="111797"/>
                  </a:lnTo>
                  <a:lnTo>
                    <a:pt x="20531" y="104787"/>
                  </a:lnTo>
                  <a:lnTo>
                    <a:pt x="20705" y="100662"/>
                  </a:lnTo>
                  <a:lnTo>
                    <a:pt x="20879" y="96262"/>
                  </a:lnTo>
                  <a:lnTo>
                    <a:pt x="21053" y="91639"/>
                  </a:lnTo>
                  <a:lnTo>
                    <a:pt x="21177" y="86892"/>
                  </a:lnTo>
                  <a:lnTo>
                    <a:pt x="21252" y="82145"/>
                  </a:lnTo>
                  <a:lnTo>
                    <a:pt x="21301" y="77472"/>
                  </a:lnTo>
                  <a:lnTo>
                    <a:pt x="21301" y="75186"/>
                  </a:lnTo>
                  <a:lnTo>
                    <a:pt x="21301" y="72973"/>
                  </a:lnTo>
                  <a:lnTo>
                    <a:pt x="21252" y="70786"/>
                  </a:lnTo>
                  <a:lnTo>
                    <a:pt x="21227" y="68698"/>
                  </a:lnTo>
                  <a:lnTo>
                    <a:pt x="21152" y="66685"/>
                  </a:lnTo>
                  <a:lnTo>
                    <a:pt x="21078" y="64796"/>
                  </a:lnTo>
                  <a:lnTo>
                    <a:pt x="20953" y="62982"/>
                  </a:lnTo>
                  <a:lnTo>
                    <a:pt x="20829" y="61292"/>
                  </a:lnTo>
                  <a:lnTo>
                    <a:pt x="20506" y="57340"/>
                  </a:lnTo>
                  <a:lnTo>
                    <a:pt x="20258" y="53587"/>
                  </a:lnTo>
                  <a:lnTo>
                    <a:pt x="20059" y="50057"/>
                  </a:lnTo>
                  <a:lnTo>
                    <a:pt x="19910" y="46727"/>
                  </a:lnTo>
                  <a:lnTo>
                    <a:pt x="19810" y="43595"/>
                  </a:lnTo>
                  <a:lnTo>
                    <a:pt x="19760" y="40637"/>
                  </a:lnTo>
                  <a:lnTo>
                    <a:pt x="19736" y="37879"/>
                  </a:lnTo>
                  <a:lnTo>
                    <a:pt x="19760" y="35294"/>
                  </a:lnTo>
                  <a:lnTo>
                    <a:pt x="19810" y="32858"/>
                  </a:lnTo>
                  <a:lnTo>
                    <a:pt x="19860" y="30571"/>
                  </a:lnTo>
                  <a:lnTo>
                    <a:pt x="19934" y="28434"/>
                  </a:lnTo>
                  <a:lnTo>
                    <a:pt x="20034" y="26421"/>
                  </a:lnTo>
                  <a:lnTo>
                    <a:pt x="20233" y="22767"/>
                  </a:lnTo>
                  <a:lnTo>
                    <a:pt x="20431" y="19536"/>
                  </a:lnTo>
                  <a:lnTo>
                    <a:pt x="20506" y="18045"/>
                  </a:lnTo>
                  <a:lnTo>
                    <a:pt x="20581" y="16653"/>
                  </a:lnTo>
                  <a:lnTo>
                    <a:pt x="20605" y="15311"/>
                  </a:lnTo>
                  <a:lnTo>
                    <a:pt x="20630" y="14043"/>
                  </a:lnTo>
                  <a:lnTo>
                    <a:pt x="20605" y="12800"/>
                  </a:lnTo>
                  <a:lnTo>
                    <a:pt x="20531" y="11632"/>
                  </a:lnTo>
                  <a:lnTo>
                    <a:pt x="20431" y="10464"/>
                  </a:lnTo>
                  <a:lnTo>
                    <a:pt x="20282" y="9345"/>
                  </a:lnTo>
                  <a:lnTo>
                    <a:pt x="20084" y="8227"/>
                  </a:lnTo>
                  <a:lnTo>
                    <a:pt x="19835" y="7108"/>
                  </a:lnTo>
                  <a:lnTo>
                    <a:pt x="19661" y="6562"/>
                  </a:lnTo>
                  <a:lnTo>
                    <a:pt x="19487" y="5990"/>
                  </a:lnTo>
                  <a:lnTo>
                    <a:pt x="19313" y="5443"/>
                  </a:lnTo>
                  <a:lnTo>
                    <a:pt x="19114" y="4872"/>
                  </a:lnTo>
                  <a:lnTo>
                    <a:pt x="18891" y="4300"/>
                  </a:lnTo>
                  <a:lnTo>
                    <a:pt x="18642" y="3703"/>
                  </a:lnTo>
                  <a:lnTo>
                    <a:pt x="18095" y="2510"/>
                  </a:lnTo>
                  <a:lnTo>
                    <a:pt x="17474" y="1292"/>
                  </a:lnTo>
                  <a:lnTo>
                    <a:pt x="16753"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7" name="Google Shape;5275;p109">
              <a:extLst>
                <a:ext uri="{FF2B5EF4-FFF2-40B4-BE49-F238E27FC236}">
                  <a16:creationId xmlns:a16="http://schemas.microsoft.com/office/drawing/2014/main" id="{45C73C1E-60B7-4A44-5443-19C69AF22CCC}"/>
                </a:ext>
              </a:extLst>
            </p:cNvPr>
            <p:cNvSpPr/>
            <p:nvPr/>
          </p:nvSpPr>
          <p:spPr>
            <a:xfrm>
              <a:off x="5794300" y="2008400"/>
              <a:ext cx="532550" cy="2957100"/>
            </a:xfrm>
            <a:custGeom>
              <a:avLst/>
              <a:gdLst/>
              <a:ahLst/>
              <a:cxnLst/>
              <a:rect l="l" t="t" r="r" b="b"/>
              <a:pathLst>
                <a:path w="21302" h="118284" fill="none" extrusionOk="0">
                  <a:moveTo>
                    <a:pt x="1" y="323"/>
                  </a:moveTo>
                  <a:lnTo>
                    <a:pt x="1" y="323"/>
                  </a:lnTo>
                  <a:lnTo>
                    <a:pt x="597" y="6661"/>
                  </a:lnTo>
                  <a:lnTo>
                    <a:pt x="1293" y="13596"/>
                  </a:lnTo>
                  <a:lnTo>
                    <a:pt x="2188" y="22170"/>
                  </a:lnTo>
                  <a:lnTo>
                    <a:pt x="2685" y="26868"/>
                  </a:lnTo>
                  <a:lnTo>
                    <a:pt x="3232" y="31764"/>
                  </a:lnTo>
                  <a:lnTo>
                    <a:pt x="3804" y="36735"/>
                  </a:lnTo>
                  <a:lnTo>
                    <a:pt x="4425" y="41731"/>
                  </a:lnTo>
                  <a:lnTo>
                    <a:pt x="5046" y="46652"/>
                  </a:lnTo>
                  <a:lnTo>
                    <a:pt x="5668" y="51400"/>
                  </a:lnTo>
                  <a:lnTo>
                    <a:pt x="6314" y="55948"/>
                  </a:lnTo>
                  <a:lnTo>
                    <a:pt x="6985" y="60173"/>
                  </a:lnTo>
                  <a:lnTo>
                    <a:pt x="6985" y="60173"/>
                  </a:lnTo>
                  <a:lnTo>
                    <a:pt x="7234" y="61863"/>
                  </a:lnTo>
                  <a:lnTo>
                    <a:pt x="7507" y="63678"/>
                  </a:lnTo>
                  <a:lnTo>
                    <a:pt x="7756" y="65616"/>
                  </a:lnTo>
                  <a:lnTo>
                    <a:pt x="8004" y="67655"/>
                  </a:lnTo>
                  <a:lnTo>
                    <a:pt x="8501" y="71979"/>
                  </a:lnTo>
                  <a:lnTo>
                    <a:pt x="8973" y="76577"/>
                  </a:lnTo>
                  <a:lnTo>
                    <a:pt x="9421" y="81349"/>
                  </a:lnTo>
                  <a:lnTo>
                    <a:pt x="9868" y="86196"/>
                  </a:lnTo>
                  <a:lnTo>
                    <a:pt x="10266" y="91018"/>
                  </a:lnTo>
                  <a:lnTo>
                    <a:pt x="10639" y="95740"/>
                  </a:lnTo>
                  <a:lnTo>
                    <a:pt x="10987" y="100264"/>
                  </a:lnTo>
                  <a:lnTo>
                    <a:pt x="11285" y="104464"/>
                  </a:lnTo>
                  <a:lnTo>
                    <a:pt x="11757" y="111647"/>
                  </a:lnTo>
                  <a:lnTo>
                    <a:pt x="12080" y="116494"/>
                  </a:lnTo>
                  <a:lnTo>
                    <a:pt x="12180" y="118284"/>
                  </a:lnTo>
                  <a:lnTo>
                    <a:pt x="19835" y="118284"/>
                  </a:lnTo>
                  <a:lnTo>
                    <a:pt x="19835" y="118284"/>
                  </a:lnTo>
                  <a:lnTo>
                    <a:pt x="19934" y="116544"/>
                  </a:lnTo>
                  <a:lnTo>
                    <a:pt x="20183" y="111797"/>
                  </a:lnTo>
                  <a:lnTo>
                    <a:pt x="20531" y="104787"/>
                  </a:lnTo>
                  <a:lnTo>
                    <a:pt x="20705" y="100662"/>
                  </a:lnTo>
                  <a:lnTo>
                    <a:pt x="20879" y="96262"/>
                  </a:lnTo>
                  <a:lnTo>
                    <a:pt x="21053" y="91639"/>
                  </a:lnTo>
                  <a:lnTo>
                    <a:pt x="21177" y="86892"/>
                  </a:lnTo>
                  <a:lnTo>
                    <a:pt x="21252" y="82145"/>
                  </a:lnTo>
                  <a:lnTo>
                    <a:pt x="21301" y="77472"/>
                  </a:lnTo>
                  <a:lnTo>
                    <a:pt x="21301" y="75186"/>
                  </a:lnTo>
                  <a:lnTo>
                    <a:pt x="21301" y="72973"/>
                  </a:lnTo>
                  <a:lnTo>
                    <a:pt x="21252" y="70786"/>
                  </a:lnTo>
                  <a:lnTo>
                    <a:pt x="21227" y="68698"/>
                  </a:lnTo>
                  <a:lnTo>
                    <a:pt x="21152" y="66685"/>
                  </a:lnTo>
                  <a:lnTo>
                    <a:pt x="21078" y="64796"/>
                  </a:lnTo>
                  <a:lnTo>
                    <a:pt x="20953" y="62982"/>
                  </a:lnTo>
                  <a:lnTo>
                    <a:pt x="20829" y="61292"/>
                  </a:lnTo>
                  <a:lnTo>
                    <a:pt x="20829" y="61292"/>
                  </a:lnTo>
                  <a:lnTo>
                    <a:pt x="20506" y="57340"/>
                  </a:lnTo>
                  <a:lnTo>
                    <a:pt x="20258" y="53587"/>
                  </a:lnTo>
                  <a:lnTo>
                    <a:pt x="20059" y="50057"/>
                  </a:lnTo>
                  <a:lnTo>
                    <a:pt x="19910" y="46727"/>
                  </a:lnTo>
                  <a:lnTo>
                    <a:pt x="19810" y="43595"/>
                  </a:lnTo>
                  <a:lnTo>
                    <a:pt x="19760" y="40637"/>
                  </a:lnTo>
                  <a:lnTo>
                    <a:pt x="19736" y="37879"/>
                  </a:lnTo>
                  <a:lnTo>
                    <a:pt x="19760" y="35294"/>
                  </a:lnTo>
                  <a:lnTo>
                    <a:pt x="19810" y="32858"/>
                  </a:lnTo>
                  <a:lnTo>
                    <a:pt x="19860" y="30571"/>
                  </a:lnTo>
                  <a:lnTo>
                    <a:pt x="19934" y="28434"/>
                  </a:lnTo>
                  <a:lnTo>
                    <a:pt x="20034" y="26421"/>
                  </a:lnTo>
                  <a:lnTo>
                    <a:pt x="20233" y="22767"/>
                  </a:lnTo>
                  <a:lnTo>
                    <a:pt x="20431" y="19536"/>
                  </a:lnTo>
                  <a:lnTo>
                    <a:pt x="20506" y="18045"/>
                  </a:lnTo>
                  <a:lnTo>
                    <a:pt x="20581" y="16653"/>
                  </a:lnTo>
                  <a:lnTo>
                    <a:pt x="20605" y="15311"/>
                  </a:lnTo>
                  <a:lnTo>
                    <a:pt x="20630" y="14043"/>
                  </a:lnTo>
                  <a:lnTo>
                    <a:pt x="20605" y="12800"/>
                  </a:lnTo>
                  <a:lnTo>
                    <a:pt x="20531" y="11632"/>
                  </a:lnTo>
                  <a:lnTo>
                    <a:pt x="20431" y="10464"/>
                  </a:lnTo>
                  <a:lnTo>
                    <a:pt x="20282" y="9345"/>
                  </a:lnTo>
                  <a:lnTo>
                    <a:pt x="20084" y="8227"/>
                  </a:lnTo>
                  <a:lnTo>
                    <a:pt x="19835" y="7108"/>
                  </a:lnTo>
                  <a:lnTo>
                    <a:pt x="19661" y="6562"/>
                  </a:lnTo>
                  <a:lnTo>
                    <a:pt x="19487" y="5990"/>
                  </a:lnTo>
                  <a:lnTo>
                    <a:pt x="19313" y="5443"/>
                  </a:lnTo>
                  <a:lnTo>
                    <a:pt x="19114" y="4872"/>
                  </a:lnTo>
                  <a:lnTo>
                    <a:pt x="18891" y="4300"/>
                  </a:lnTo>
                  <a:lnTo>
                    <a:pt x="18642" y="3703"/>
                  </a:lnTo>
                  <a:lnTo>
                    <a:pt x="18095" y="2510"/>
                  </a:lnTo>
                  <a:lnTo>
                    <a:pt x="17474" y="1292"/>
                  </a:lnTo>
                  <a:lnTo>
                    <a:pt x="16753" y="0"/>
                  </a:lnTo>
                  <a:lnTo>
                    <a:pt x="1" y="323"/>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 name="Google Shape;5276;p109">
              <a:extLst>
                <a:ext uri="{FF2B5EF4-FFF2-40B4-BE49-F238E27FC236}">
                  <a16:creationId xmlns:a16="http://schemas.microsoft.com/office/drawing/2014/main" id="{6F2329F1-AFB4-9FFF-9B2C-7638E99DD2A6}"/>
                </a:ext>
              </a:extLst>
            </p:cNvPr>
            <p:cNvSpPr/>
            <p:nvPr/>
          </p:nvSpPr>
          <p:spPr>
            <a:xfrm>
              <a:off x="5876950" y="2819900"/>
              <a:ext cx="14325" cy="120575"/>
            </a:xfrm>
            <a:custGeom>
              <a:avLst/>
              <a:gdLst/>
              <a:ahLst/>
              <a:cxnLst/>
              <a:rect l="l" t="t" r="r" b="b"/>
              <a:pathLst>
                <a:path w="573" h="4823" extrusionOk="0">
                  <a:moveTo>
                    <a:pt x="1" y="0"/>
                  </a:moveTo>
                  <a:lnTo>
                    <a:pt x="1" y="0"/>
                  </a:lnTo>
                  <a:lnTo>
                    <a:pt x="572" y="4822"/>
                  </a:lnTo>
                  <a:lnTo>
                    <a:pt x="572" y="4822"/>
                  </a:lnTo>
                  <a:lnTo>
                    <a:pt x="1" y="0"/>
                  </a:lnTo>
                  <a:close/>
                </a:path>
              </a:pathLst>
            </a:custGeom>
            <a:solidFill>
              <a:srgbClr val="99999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 name="Google Shape;5277;p109">
              <a:extLst>
                <a:ext uri="{FF2B5EF4-FFF2-40B4-BE49-F238E27FC236}">
                  <a16:creationId xmlns:a16="http://schemas.microsoft.com/office/drawing/2014/main" id="{060A8075-36FD-4935-141C-61D5D2D694C7}"/>
                </a:ext>
              </a:extLst>
            </p:cNvPr>
            <p:cNvSpPr/>
            <p:nvPr/>
          </p:nvSpPr>
          <p:spPr>
            <a:xfrm>
              <a:off x="5876950" y="2819900"/>
              <a:ext cx="14325" cy="120575"/>
            </a:xfrm>
            <a:custGeom>
              <a:avLst/>
              <a:gdLst/>
              <a:ahLst/>
              <a:cxnLst/>
              <a:rect l="l" t="t" r="r" b="b"/>
              <a:pathLst>
                <a:path w="573" h="4823" fill="none" extrusionOk="0">
                  <a:moveTo>
                    <a:pt x="1" y="0"/>
                  </a:moveTo>
                  <a:lnTo>
                    <a:pt x="1" y="0"/>
                  </a:lnTo>
                  <a:lnTo>
                    <a:pt x="572" y="4822"/>
                  </a:lnTo>
                  <a:lnTo>
                    <a:pt x="572" y="4822"/>
                  </a:lnTo>
                  <a:lnTo>
                    <a:pt x="1"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5278;p109">
              <a:extLst>
                <a:ext uri="{FF2B5EF4-FFF2-40B4-BE49-F238E27FC236}">
                  <a16:creationId xmlns:a16="http://schemas.microsoft.com/office/drawing/2014/main" id="{BCF9C7AB-CB5E-B6E1-7301-622E6EA2DCB2}"/>
                </a:ext>
              </a:extLst>
            </p:cNvPr>
            <p:cNvSpPr/>
            <p:nvPr/>
          </p:nvSpPr>
          <p:spPr>
            <a:xfrm>
              <a:off x="5850850" y="2337100"/>
              <a:ext cx="159725" cy="757475"/>
            </a:xfrm>
            <a:custGeom>
              <a:avLst/>
              <a:gdLst/>
              <a:ahLst/>
              <a:cxnLst/>
              <a:rect l="l" t="t" r="r" b="b"/>
              <a:pathLst>
                <a:path w="6389" h="30299" extrusionOk="0">
                  <a:moveTo>
                    <a:pt x="5518" y="0"/>
                  </a:moveTo>
                  <a:lnTo>
                    <a:pt x="3928" y="2262"/>
                  </a:lnTo>
                  <a:lnTo>
                    <a:pt x="3132" y="3455"/>
                  </a:lnTo>
                  <a:lnTo>
                    <a:pt x="2337" y="4673"/>
                  </a:lnTo>
                  <a:lnTo>
                    <a:pt x="1964" y="5294"/>
                  </a:lnTo>
                  <a:lnTo>
                    <a:pt x="1616" y="5916"/>
                  </a:lnTo>
                  <a:lnTo>
                    <a:pt x="1268" y="6562"/>
                  </a:lnTo>
                  <a:lnTo>
                    <a:pt x="945" y="7208"/>
                  </a:lnTo>
                  <a:lnTo>
                    <a:pt x="672" y="7854"/>
                  </a:lnTo>
                  <a:lnTo>
                    <a:pt x="423" y="8500"/>
                  </a:lnTo>
                  <a:lnTo>
                    <a:pt x="200" y="9172"/>
                  </a:lnTo>
                  <a:lnTo>
                    <a:pt x="1" y="9843"/>
                  </a:lnTo>
                  <a:lnTo>
                    <a:pt x="523" y="14490"/>
                  </a:lnTo>
                  <a:lnTo>
                    <a:pt x="1045" y="19312"/>
                  </a:lnTo>
                  <a:lnTo>
                    <a:pt x="1616" y="24134"/>
                  </a:lnTo>
                  <a:lnTo>
                    <a:pt x="2362" y="30298"/>
                  </a:lnTo>
                  <a:lnTo>
                    <a:pt x="2784" y="29155"/>
                  </a:lnTo>
                  <a:lnTo>
                    <a:pt x="3207" y="27862"/>
                  </a:lnTo>
                  <a:lnTo>
                    <a:pt x="3654" y="26470"/>
                  </a:lnTo>
                  <a:lnTo>
                    <a:pt x="4102" y="24954"/>
                  </a:lnTo>
                  <a:lnTo>
                    <a:pt x="4549" y="23314"/>
                  </a:lnTo>
                  <a:lnTo>
                    <a:pt x="4947" y="21599"/>
                  </a:lnTo>
                  <a:lnTo>
                    <a:pt x="5344" y="19760"/>
                  </a:lnTo>
                  <a:lnTo>
                    <a:pt x="5518" y="18815"/>
                  </a:lnTo>
                  <a:lnTo>
                    <a:pt x="5668" y="17846"/>
                  </a:lnTo>
                  <a:lnTo>
                    <a:pt x="5842" y="16852"/>
                  </a:lnTo>
                  <a:lnTo>
                    <a:pt x="5966" y="15833"/>
                  </a:lnTo>
                  <a:lnTo>
                    <a:pt x="6090" y="14814"/>
                  </a:lnTo>
                  <a:lnTo>
                    <a:pt x="6190" y="13770"/>
                  </a:lnTo>
                  <a:lnTo>
                    <a:pt x="6264" y="12701"/>
                  </a:lnTo>
                  <a:lnTo>
                    <a:pt x="6339" y="11607"/>
                  </a:lnTo>
                  <a:lnTo>
                    <a:pt x="6364" y="10514"/>
                  </a:lnTo>
                  <a:lnTo>
                    <a:pt x="6388" y="9395"/>
                  </a:lnTo>
                  <a:lnTo>
                    <a:pt x="6388" y="8252"/>
                  </a:lnTo>
                  <a:lnTo>
                    <a:pt x="6339" y="7109"/>
                  </a:lnTo>
                  <a:lnTo>
                    <a:pt x="6289" y="5965"/>
                  </a:lnTo>
                  <a:lnTo>
                    <a:pt x="6190" y="4772"/>
                  </a:lnTo>
                  <a:lnTo>
                    <a:pt x="6065" y="3604"/>
                  </a:lnTo>
                  <a:lnTo>
                    <a:pt x="5916" y="2411"/>
                  </a:lnTo>
                  <a:lnTo>
                    <a:pt x="5717" y="1193"/>
                  </a:lnTo>
                  <a:lnTo>
                    <a:pt x="5518" y="0"/>
                  </a:lnTo>
                  <a:close/>
                </a:path>
              </a:pathLst>
            </a:custGeom>
            <a:solidFill>
              <a:srgbClr val="92672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5279;p109">
              <a:extLst>
                <a:ext uri="{FF2B5EF4-FFF2-40B4-BE49-F238E27FC236}">
                  <a16:creationId xmlns:a16="http://schemas.microsoft.com/office/drawing/2014/main" id="{B5E63B26-01A8-F71C-54C1-897033A6B53E}"/>
                </a:ext>
              </a:extLst>
            </p:cNvPr>
            <p:cNvSpPr/>
            <p:nvPr/>
          </p:nvSpPr>
          <p:spPr>
            <a:xfrm>
              <a:off x="5850850" y="2337100"/>
              <a:ext cx="159725" cy="757475"/>
            </a:xfrm>
            <a:custGeom>
              <a:avLst/>
              <a:gdLst/>
              <a:ahLst/>
              <a:cxnLst/>
              <a:rect l="l" t="t" r="r" b="b"/>
              <a:pathLst>
                <a:path w="6389" h="30299" fill="none" extrusionOk="0">
                  <a:moveTo>
                    <a:pt x="5518" y="0"/>
                  </a:moveTo>
                  <a:lnTo>
                    <a:pt x="5518" y="0"/>
                  </a:lnTo>
                  <a:lnTo>
                    <a:pt x="3928" y="2262"/>
                  </a:lnTo>
                  <a:lnTo>
                    <a:pt x="3132" y="3455"/>
                  </a:lnTo>
                  <a:lnTo>
                    <a:pt x="2337" y="4673"/>
                  </a:lnTo>
                  <a:lnTo>
                    <a:pt x="1964" y="5294"/>
                  </a:lnTo>
                  <a:lnTo>
                    <a:pt x="1616" y="5916"/>
                  </a:lnTo>
                  <a:lnTo>
                    <a:pt x="1268" y="6562"/>
                  </a:lnTo>
                  <a:lnTo>
                    <a:pt x="945" y="7208"/>
                  </a:lnTo>
                  <a:lnTo>
                    <a:pt x="672" y="7854"/>
                  </a:lnTo>
                  <a:lnTo>
                    <a:pt x="423" y="8500"/>
                  </a:lnTo>
                  <a:lnTo>
                    <a:pt x="200" y="9172"/>
                  </a:lnTo>
                  <a:lnTo>
                    <a:pt x="1" y="9843"/>
                  </a:lnTo>
                  <a:lnTo>
                    <a:pt x="1" y="9843"/>
                  </a:lnTo>
                  <a:lnTo>
                    <a:pt x="523" y="14490"/>
                  </a:lnTo>
                  <a:lnTo>
                    <a:pt x="1045" y="19312"/>
                  </a:lnTo>
                  <a:lnTo>
                    <a:pt x="1045" y="19312"/>
                  </a:lnTo>
                  <a:lnTo>
                    <a:pt x="1616" y="24134"/>
                  </a:lnTo>
                  <a:lnTo>
                    <a:pt x="1616" y="24134"/>
                  </a:lnTo>
                  <a:lnTo>
                    <a:pt x="2362" y="30298"/>
                  </a:lnTo>
                  <a:lnTo>
                    <a:pt x="2362" y="30298"/>
                  </a:lnTo>
                  <a:lnTo>
                    <a:pt x="2784" y="29155"/>
                  </a:lnTo>
                  <a:lnTo>
                    <a:pt x="3207" y="27862"/>
                  </a:lnTo>
                  <a:lnTo>
                    <a:pt x="3654" y="26470"/>
                  </a:lnTo>
                  <a:lnTo>
                    <a:pt x="4102" y="24954"/>
                  </a:lnTo>
                  <a:lnTo>
                    <a:pt x="4549" y="23314"/>
                  </a:lnTo>
                  <a:lnTo>
                    <a:pt x="4947" y="21599"/>
                  </a:lnTo>
                  <a:lnTo>
                    <a:pt x="5344" y="19760"/>
                  </a:lnTo>
                  <a:lnTo>
                    <a:pt x="5518" y="18815"/>
                  </a:lnTo>
                  <a:lnTo>
                    <a:pt x="5668" y="17846"/>
                  </a:lnTo>
                  <a:lnTo>
                    <a:pt x="5842" y="16852"/>
                  </a:lnTo>
                  <a:lnTo>
                    <a:pt x="5966" y="15833"/>
                  </a:lnTo>
                  <a:lnTo>
                    <a:pt x="6090" y="14814"/>
                  </a:lnTo>
                  <a:lnTo>
                    <a:pt x="6190" y="13770"/>
                  </a:lnTo>
                  <a:lnTo>
                    <a:pt x="6264" y="12701"/>
                  </a:lnTo>
                  <a:lnTo>
                    <a:pt x="6339" y="11607"/>
                  </a:lnTo>
                  <a:lnTo>
                    <a:pt x="6364" y="10514"/>
                  </a:lnTo>
                  <a:lnTo>
                    <a:pt x="6388" y="9395"/>
                  </a:lnTo>
                  <a:lnTo>
                    <a:pt x="6388" y="8252"/>
                  </a:lnTo>
                  <a:lnTo>
                    <a:pt x="6339" y="7109"/>
                  </a:lnTo>
                  <a:lnTo>
                    <a:pt x="6289" y="5965"/>
                  </a:lnTo>
                  <a:lnTo>
                    <a:pt x="6190" y="4772"/>
                  </a:lnTo>
                  <a:lnTo>
                    <a:pt x="6065" y="3604"/>
                  </a:lnTo>
                  <a:lnTo>
                    <a:pt x="5916" y="2411"/>
                  </a:lnTo>
                  <a:lnTo>
                    <a:pt x="5717" y="1193"/>
                  </a:lnTo>
                  <a:lnTo>
                    <a:pt x="5518" y="0"/>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5280;p109">
              <a:extLst>
                <a:ext uri="{FF2B5EF4-FFF2-40B4-BE49-F238E27FC236}">
                  <a16:creationId xmlns:a16="http://schemas.microsoft.com/office/drawing/2014/main" id="{F621225A-974B-2F34-10B8-551F261EC4EC}"/>
                </a:ext>
              </a:extLst>
            </p:cNvPr>
            <p:cNvSpPr/>
            <p:nvPr/>
          </p:nvSpPr>
          <p:spPr>
            <a:xfrm>
              <a:off x="5409675" y="2009625"/>
              <a:ext cx="738225" cy="2881925"/>
            </a:xfrm>
            <a:custGeom>
              <a:avLst/>
              <a:gdLst/>
              <a:ahLst/>
              <a:cxnLst/>
              <a:rect l="l" t="t" r="r" b="b"/>
              <a:pathLst>
                <a:path w="29529" h="115277" extrusionOk="0">
                  <a:moveTo>
                    <a:pt x="29528" y="1"/>
                  </a:moveTo>
                  <a:lnTo>
                    <a:pt x="9396" y="398"/>
                  </a:lnTo>
                  <a:lnTo>
                    <a:pt x="8253" y="7606"/>
                  </a:lnTo>
                  <a:lnTo>
                    <a:pt x="7035" y="15361"/>
                  </a:lnTo>
                  <a:lnTo>
                    <a:pt x="5593" y="24731"/>
                  </a:lnTo>
                  <a:lnTo>
                    <a:pt x="4052" y="34897"/>
                  </a:lnTo>
                  <a:lnTo>
                    <a:pt x="2536" y="45013"/>
                  </a:lnTo>
                  <a:lnTo>
                    <a:pt x="1840" y="49810"/>
                  </a:lnTo>
                  <a:lnTo>
                    <a:pt x="1194" y="54259"/>
                  </a:lnTo>
                  <a:lnTo>
                    <a:pt x="647" y="58260"/>
                  </a:lnTo>
                  <a:lnTo>
                    <a:pt x="200" y="61740"/>
                  </a:lnTo>
                  <a:lnTo>
                    <a:pt x="100" y="62585"/>
                  </a:lnTo>
                  <a:lnTo>
                    <a:pt x="51" y="63455"/>
                  </a:lnTo>
                  <a:lnTo>
                    <a:pt x="26" y="64350"/>
                  </a:lnTo>
                  <a:lnTo>
                    <a:pt x="1" y="65269"/>
                  </a:lnTo>
                  <a:lnTo>
                    <a:pt x="26" y="66189"/>
                  </a:lnTo>
                  <a:lnTo>
                    <a:pt x="75" y="67158"/>
                  </a:lnTo>
                  <a:lnTo>
                    <a:pt x="150" y="68128"/>
                  </a:lnTo>
                  <a:lnTo>
                    <a:pt x="225" y="69122"/>
                  </a:lnTo>
                  <a:lnTo>
                    <a:pt x="349" y="70116"/>
                  </a:lnTo>
                  <a:lnTo>
                    <a:pt x="473" y="71135"/>
                  </a:lnTo>
                  <a:lnTo>
                    <a:pt x="622" y="72179"/>
                  </a:lnTo>
                  <a:lnTo>
                    <a:pt x="796" y="73248"/>
                  </a:lnTo>
                  <a:lnTo>
                    <a:pt x="995" y="74291"/>
                  </a:lnTo>
                  <a:lnTo>
                    <a:pt x="1219" y="75385"/>
                  </a:lnTo>
                  <a:lnTo>
                    <a:pt x="1691" y="77547"/>
                  </a:lnTo>
                  <a:lnTo>
                    <a:pt x="2213" y="79760"/>
                  </a:lnTo>
                  <a:lnTo>
                    <a:pt x="2809" y="81972"/>
                  </a:lnTo>
                  <a:lnTo>
                    <a:pt x="3431" y="84208"/>
                  </a:lnTo>
                  <a:lnTo>
                    <a:pt x="4102" y="86445"/>
                  </a:lnTo>
                  <a:lnTo>
                    <a:pt x="4823" y="88657"/>
                  </a:lnTo>
                  <a:lnTo>
                    <a:pt x="5568" y="90845"/>
                  </a:lnTo>
                  <a:lnTo>
                    <a:pt x="6314" y="93007"/>
                  </a:lnTo>
                  <a:lnTo>
                    <a:pt x="7084" y="95120"/>
                  </a:lnTo>
                  <a:lnTo>
                    <a:pt x="7855" y="97208"/>
                  </a:lnTo>
                  <a:lnTo>
                    <a:pt x="8650" y="99196"/>
                  </a:lnTo>
                  <a:lnTo>
                    <a:pt x="9421" y="101135"/>
                  </a:lnTo>
                  <a:lnTo>
                    <a:pt x="10166" y="102999"/>
                  </a:lnTo>
                  <a:lnTo>
                    <a:pt x="11608" y="106429"/>
                  </a:lnTo>
                  <a:lnTo>
                    <a:pt x="12900" y="109411"/>
                  </a:lnTo>
                  <a:lnTo>
                    <a:pt x="14019" y="111847"/>
                  </a:lnTo>
                  <a:lnTo>
                    <a:pt x="14889" y="113711"/>
                  </a:lnTo>
                  <a:lnTo>
                    <a:pt x="15634" y="115277"/>
                  </a:lnTo>
                  <a:lnTo>
                    <a:pt x="23215" y="111126"/>
                  </a:lnTo>
                  <a:lnTo>
                    <a:pt x="22768" y="109511"/>
                  </a:lnTo>
                  <a:lnTo>
                    <a:pt x="21624" y="105161"/>
                  </a:lnTo>
                  <a:lnTo>
                    <a:pt x="20879" y="102203"/>
                  </a:lnTo>
                  <a:lnTo>
                    <a:pt x="20034" y="98873"/>
                  </a:lnTo>
                  <a:lnTo>
                    <a:pt x="19139" y="95219"/>
                  </a:lnTo>
                  <a:lnTo>
                    <a:pt x="18244" y="91392"/>
                  </a:lnTo>
                  <a:lnTo>
                    <a:pt x="17325" y="87440"/>
                  </a:lnTo>
                  <a:lnTo>
                    <a:pt x="16455" y="83488"/>
                  </a:lnTo>
                  <a:lnTo>
                    <a:pt x="15659" y="79610"/>
                  </a:lnTo>
                  <a:lnTo>
                    <a:pt x="15287" y="77746"/>
                  </a:lnTo>
                  <a:lnTo>
                    <a:pt x="14963" y="75932"/>
                  </a:lnTo>
                  <a:lnTo>
                    <a:pt x="14665" y="74192"/>
                  </a:lnTo>
                  <a:lnTo>
                    <a:pt x="14392" y="72527"/>
                  </a:lnTo>
                  <a:lnTo>
                    <a:pt x="14168" y="70961"/>
                  </a:lnTo>
                  <a:lnTo>
                    <a:pt x="13994" y="69495"/>
                  </a:lnTo>
                  <a:lnTo>
                    <a:pt x="13845" y="68128"/>
                  </a:lnTo>
                  <a:lnTo>
                    <a:pt x="13770" y="66910"/>
                  </a:lnTo>
                  <a:lnTo>
                    <a:pt x="13746" y="65841"/>
                  </a:lnTo>
                  <a:lnTo>
                    <a:pt x="13746" y="65369"/>
                  </a:lnTo>
                  <a:lnTo>
                    <a:pt x="13770" y="64921"/>
                  </a:lnTo>
                  <a:lnTo>
                    <a:pt x="14044" y="63082"/>
                  </a:lnTo>
                  <a:lnTo>
                    <a:pt x="14367" y="61094"/>
                  </a:lnTo>
                  <a:lnTo>
                    <a:pt x="14740" y="58956"/>
                  </a:lnTo>
                  <a:lnTo>
                    <a:pt x="15162" y="56719"/>
                  </a:lnTo>
                  <a:lnTo>
                    <a:pt x="15634" y="54383"/>
                  </a:lnTo>
                  <a:lnTo>
                    <a:pt x="16156" y="51922"/>
                  </a:lnTo>
                  <a:lnTo>
                    <a:pt x="16703" y="49412"/>
                  </a:lnTo>
                  <a:lnTo>
                    <a:pt x="17275" y="46827"/>
                  </a:lnTo>
                  <a:lnTo>
                    <a:pt x="18518" y="41508"/>
                  </a:lnTo>
                  <a:lnTo>
                    <a:pt x="19860" y="36090"/>
                  </a:lnTo>
                  <a:lnTo>
                    <a:pt x="21202" y="30696"/>
                  </a:lnTo>
                  <a:lnTo>
                    <a:pt x="22569" y="25402"/>
                  </a:lnTo>
                  <a:lnTo>
                    <a:pt x="23911" y="20332"/>
                  </a:lnTo>
                  <a:lnTo>
                    <a:pt x="25204" y="15585"/>
                  </a:lnTo>
                  <a:lnTo>
                    <a:pt x="26372" y="11260"/>
                  </a:lnTo>
                  <a:lnTo>
                    <a:pt x="27416" y="7507"/>
                  </a:lnTo>
                  <a:lnTo>
                    <a:pt x="28957" y="2039"/>
                  </a:lnTo>
                  <a:lnTo>
                    <a:pt x="29528" y="1"/>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5281;p109">
              <a:extLst>
                <a:ext uri="{FF2B5EF4-FFF2-40B4-BE49-F238E27FC236}">
                  <a16:creationId xmlns:a16="http://schemas.microsoft.com/office/drawing/2014/main" id="{A86E3A6F-3FA0-38A9-D2D3-F620105F8A77}"/>
                </a:ext>
              </a:extLst>
            </p:cNvPr>
            <p:cNvSpPr/>
            <p:nvPr/>
          </p:nvSpPr>
          <p:spPr>
            <a:xfrm>
              <a:off x="5786850" y="2144475"/>
              <a:ext cx="252300" cy="261625"/>
            </a:xfrm>
            <a:custGeom>
              <a:avLst/>
              <a:gdLst/>
              <a:ahLst/>
              <a:cxnLst/>
              <a:rect l="l" t="t" r="r" b="b"/>
              <a:pathLst>
                <a:path w="10092" h="10465" extrusionOk="0">
                  <a:moveTo>
                    <a:pt x="9694" y="348"/>
                  </a:moveTo>
                  <a:lnTo>
                    <a:pt x="9172" y="8525"/>
                  </a:lnTo>
                  <a:lnTo>
                    <a:pt x="6885" y="10141"/>
                  </a:lnTo>
                  <a:lnTo>
                    <a:pt x="2436" y="10141"/>
                  </a:lnTo>
                  <a:lnTo>
                    <a:pt x="324" y="8525"/>
                  </a:lnTo>
                  <a:lnTo>
                    <a:pt x="846" y="348"/>
                  </a:lnTo>
                  <a:close/>
                  <a:moveTo>
                    <a:pt x="721" y="0"/>
                  </a:moveTo>
                  <a:lnTo>
                    <a:pt x="647" y="25"/>
                  </a:lnTo>
                  <a:lnTo>
                    <a:pt x="597" y="50"/>
                  </a:lnTo>
                  <a:lnTo>
                    <a:pt x="572" y="100"/>
                  </a:lnTo>
                  <a:lnTo>
                    <a:pt x="547" y="149"/>
                  </a:lnTo>
                  <a:lnTo>
                    <a:pt x="1" y="8575"/>
                  </a:lnTo>
                  <a:lnTo>
                    <a:pt x="26" y="8650"/>
                  </a:lnTo>
                  <a:lnTo>
                    <a:pt x="75" y="8724"/>
                  </a:lnTo>
                  <a:lnTo>
                    <a:pt x="2262" y="10439"/>
                  </a:lnTo>
                  <a:lnTo>
                    <a:pt x="2312" y="10464"/>
                  </a:lnTo>
                  <a:lnTo>
                    <a:pt x="7010" y="10464"/>
                  </a:lnTo>
                  <a:lnTo>
                    <a:pt x="7059" y="10414"/>
                  </a:lnTo>
                  <a:lnTo>
                    <a:pt x="9470" y="8724"/>
                  </a:lnTo>
                  <a:lnTo>
                    <a:pt x="9520" y="8675"/>
                  </a:lnTo>
                  <a:lnTo>
                    <a:pt x="9545" y="8600"/>
                  </a:lnTo>
                  <a:lnTo>
                    <a:pt x="10092" y="174"/>
                  </a:lnTo>
                  <a:lnTo>
                    <a:pt x="10067" y="125"/>
                  </a:lnTo>
                  <a:lnTo>
                    <a:pt x="10042" y="50"/>
                  </a:lnTo>
                  <a:lnTo>
                    <a:pt x="9967" y="25"/>
                  </a:lnTo>
                  <a:lnTo>
                    <a:pt x="9918"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5282;p109">
              <a:extLst>
                <a:ext uri="{FF2B5EF4-FFF2-40B4-BE49-F238E27FC236}">
                  <a16:creationId xmlns:a16="http://schemas.microsoft.com/office/drawing/2014/main" id="{C5692E1E-4EE2-4665-1742-0B1550E7E154}"/>
                </a:ext>
              </a:extLst>
            </p:cNvPr>
            <p:cNvSpPr/>
            <p:nvPr/>
          </p:nvSpPr>
          <p:spPr>
            <a:xfrm>
              <a:off x="5754550" y="4739300"/>
              <a:ext cx="267825" cy="199475"/>
            </a:xfrm>
            <a:custGeom>
              <a:avLst/>
              <a:gdLst/>
              <a:ahLst/>
              <a:cxnLst/>
              <a:rect l="l" t="t" r="r" b="b"/>
              <a:pathLst>
                <a:path w="10713" h="7979" extrusionOk="0">
                  <a:moveTo>
                    <a:pt x="9495" y="0"/>
                  </a:moveTo>
                  <a:lnTo>
                    <a:pt x="0" y="4822"/>
                  </a:lnTo>
                  <a:lnTo>
                    <a:pt x="1839" y="7979"/>
                  </a:lnTo>
                  <a:lnTo>
                    <a:pt x="10713" y="3480"/>
                  </a:lnTo>
                  <a:lnTo>
                    <a:pt x="9495" y="0"/>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 name="Google Shape;5283;p109">
              <a:extLst>
                <a:ext uri="{FF2B5EF4-FFF2-40B4-BE49-F238E27FC236}">
                  <a16:creationId xmlns:a16="http://schemas.microsoft.com/office/drawing/2014/main" id="{4CDBF27F-38F6-6F81-1E98-D0C97C4F6A3C}"/>
                </a:ext>
              </a:extLst>
            </p:cNvPr>
            <p:cNvSpPr/>
            <p:nvPr/>
          </p:nvSpPr>
          <p:spPr>
            <a:xfrm>
              <a:off x="6072675" y="4875375"/>
              <a:ext cx="256650" cy="93850"/>
            </a:xfrm>
            <a:custGeom>
              <a:avLst/>
              <a:gdLst/>
              <a:ahLst/>
              <a:cxnLst/>
              <a:rect l="l" t="t" r="r" b="b"/>
              <a:pathLst>
                <a:path w="10266" h="3754" extrusionOk="0">
                  <a:moveTo>
                    <a:pt x="1" y="1"/>
                  </a:moveTo>
                  <a:lnTo>
                    <a:pt x="1" y="3754"/>
                  </a:lnTo>
                  <a:lnTo>
                    <a:pt x="9719" y="3754"/>
                  </a:lnTo>
                  <a:lnTo>
                    <a:pt x="10266" y="349"/>
                  </a:lnTo>
                  <a:lnTo>
                    <a:pt x="1" y="1"/>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 name="Google Shape;5284;p109">
              <a:extLst>
                <a:ext uri="{FF2B5EF4-FFF2-40B4-BE49-F238E27FC236}">
                  <a16:creationId xmlns:a16="http://schemas.microsoft.com/office/drawing/2014/main" id="{7D4E010A-7140-2C9E-FB45-AF4C84AEE30E}"/>
                </a:ext>
              </a:extLst>
            </p:cNvPr>
            <p:cNvSpPr/>
            <p:nvPr/>
          </p:nvSpPr>
          <p:spPr>
            <a:xfrm>
              <a:off x="5626550" y="1971100"/>
              <a:ext cx="620750" cy="73975"/>
            </a:xfrm>
            <a:custGeom>
              <a:avLst/>
              <a:gdLst/>
              <a:ahLst/>
              <a:cxnLst/>
              <a:rect l="l" t="t" r="r" b="b"/>
              <a:pathLst>
                <a:path w="24830" h="2959" extrusionOk="0">
                  <a:moveTo>
                    <a:pt x="23413" y="1"/>
                  </a:moveTo>
                  <a:lnTo>
                    <a:pt x="398" y="448"/>
                  </a:lnTo>
                  <a:lnTo>
                    <a:pt x="249" y="473"/>
                  </a:lnTo>
                  <a:lnTo>
                    <a:pt x="124" y="523"/>
                  </a:lnTo>
                  <a:lnTo>
                    <a:pt x="50" y="622"/>
                  </a:lnTo>
                  <a:lnTo>
                    <a:pt x="0" y="722"/>
                  </a:lnTo>
                  <a:lnTo>
                    <a:pt x="224" y="2735"/>
                  </a:lnTo>
                  <a:lnTo>
                    <a:pt x="274" y="2834"/>
                  </a:lnTo>
                  <a:lnTo>
                    <a:pt x="348" y="2909"/>
                  </a:lnTo>
                  <a:lnTo>
                    <a:pt x="472" y="2958"/>
                  </a:lnTo>
                  <a:lnTo>
                    <a:pt x="622" y="2958"/>
                  </a:lnTo>
                  <a:lnTo>
                    <a:pt x="24457" y="2511"/>
                  </a:lnTo>
                  <a:lnTo>
                    <a:pt x="24631" y="2461"/>
                  </a:lnTo>
                  <a:lnTo>
                    <a:pt x="24755" y="2387"/>
                  </a:lnTo>
                  <a:lnTo>
                    <a:pt x="24805" y="2337"/>
                  </a:lnTo>
                  <a:lnTo>
                    <a:pt x="24830" y="2287"/>
                  </a:lnTo>
                  <a:lnTo>
                    <a:pt x="24830" y="2238"/>
                  </a:lnTo>
                  <a:lnTo>
                    <a:pt x="24830" y="2188"/>
                  </a:lnTo>
                  <a:lnTo>
                    <a:pt x="23786" y="175"/>
                  </a:lnTo>
                  <a:lnTo>
                    <a:pt x="23712" y="75"/>
                  </a:lnTo>
                  <a:lnTo>
                    <a:pt x="23612" y="26"/>
                  </a:lnTo>
                  <a:lnTo>
                    <a:pt x="23513" y="1"/>
                  </a:lnTo>
                  <a:close/>
                </a:path>
              </a:pathLst>
            </a:custGeom>
            <a:solidFill>
              <a:srgbClr val="CCCCC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 name="Google Shape;5285;p109">
              <a:extLst>
                <a:ext uri="{FF2B5EF4-FFF2-40B4-BE49-F238E27FC236}">
                  <a16:creationId xmlns:a16="http://schemas.microsoft.com/office/drawing/2014/main" id="{5C422DEA-13E2-9742-2039-363076D48ABB}"/>
                </a:ext>
              </a:extLst>
            </p:cNvPr>
            <p:cNvSpPr/>
            <p:nvPr/>
          </p:nvSpPr>
          <p:spPr>
            <a:xfrm>
              <a:off x="6130475" y="1968000"/>
              <a:ext cx="34825" cy="72725"/>
            </a:xfrm>
            <a:custGeom>
              <a:avLst/>
              <a:gdLst/>
              <a:ahLst/>
              <a:cxnLst/>
              <a:rect l="l" t="t" r="r" b="b"/>
              <a:pathLst>
                <a:path w="1393" h="2909" extrusionOk="0">
                  <a:moveTo>
                    <a:pt x="224" y="0"/>
                  </a:moveTo>
                  <a:lnTo>
                    <a:pt x="125" y="25"/>
                  </a:lnTo>
                  <a:lnTo>
                    <a:pt x="75" y="50"/>
                  </a:lnTo>
                  <a:lnTo>
                    <a:pt x="25" y="100"/>
                  </a:lnTo>
                  <a:lnTo>
                    <a:pt x="0" y="150"/>
                  </a:lnTo>
                  <a:lnTo>
                    <a:pt x="323" y="2784"/>
                  </a:lnTo>
                  <a:lnTo>
                    <a:pt x="323" y="2834"/>
                  </a:lnTo>
                  <a:lnTo>
                    <a:pt x="398" y="2884"/>
                  </a:lnTo>
                  <a:lnTo>
                    <a:pt x="473" y="2908"/>
                  </a:lnTo>
                  <a:lnTo>
                    <a:pt x="1268" y="2908"/>
                  </a:lnTo>
                  <a:lnTo>
                    <a:pt x="1342" y="2884"/>
                  </a:lnTo>
                  <a:lnTo>
                    <a:pt x="1392" y="2834"/>
                  </a:lnTo>
                  <a:lnTo>
                    <a:pt x="1392" y="2784"/>
                  </a:lnTo>
                  <a:lnTo>
                    <a:pt x="1094" y="150"/>
                  </a:lnTo>
                  <a:lnTo>
                    <a:pt x="1069" y="75"/>
                  </a:lnTo>
                  <a:lnTo>
                    <a:pt x="1019" y="50"/>
                  </a:lnTo>
                  <a:lnTo>
                    <a:pt x="945" y="0"/>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 name="Google Shape;5286;p109">
              <a:extLst>
                <a:ext uri="{FF2B5EF4-FFF2-40B4-BE49-F238E27FC236}">
                  <a16:creationId xmlns:a16="http://schemas.microsoft.com/office/drawing/2014/main" id="{1568ED54-45DC-CFA6-1E0A-68F0BDA56806}"/>
                </a:ext>
              </a:extLst>
            </p:cNvPr>
            <p:cNvSpPr/>
            <p:nvPr/>
          </p:nvSpPr>
          <p:spPr>
            <a:xfrm>
              <a:off x="5757025" y="1975450"/>
              <a:ext cx="34825" cy="72725"/>
            </a:xfrm>
            <a:custGeom>
              <a:avLst/>
              <a:gdLst/>
              <a:ahLst/>
              <a:cxnLst/>
              <a:rect l="l" t="t" r="r" b="b"/>
              <a:pathLst>
                <a:path w="1393" h="2909" extrusionOk="0">
                  <a:moveTo>
                    <a:pt x="125" y="1"/>
                  </a:moveTo>
                  <a:lnTo>
                    <a:pt x="50" y="50"/>
                  </a:lnTo>
                  <a:lnTo>
                    <a:pt x="26" y="75"/>
                  </a:lnTo>
                  <a:lnTo>
                    <a:pt x="1" y="150"/>
                  </a:lnTo>
                  <a:lnTo>
                    <a:pt x="299" y="2784"/>
                  </a:lnTo>
                  <a:lnTo>
                    <a:pt x="324" y="2834"/>
                  </a:lnTo>
                  <a:lnTo>
                    <a:pt x="373" y="2884"/>
                  </a:lnTo>
                  <a:lnTo>
                    <a:pt x="448" y="2909"/>
                  </a:lnTo>
                  <a:lnTo>
                    <a:pt x="1268" y="2909"/>
                  </a:lnTo>
                  <a:lnTo>
                    <a:pt x="1343" y="2859"/>
                  </a:lnTo>
                  <a:lnTo>
                    <a:pt x="1368" y="2834"/>
                  </a:lnTo>
                  <a:lnTo>
                    <a:pt x="1393" y="2760"/>
                  </a:lnTo>
                  <a:lnTo>
                    <a:pt x="1094" y="125"/>
                  </a:lnTo>
                  <a:lnTo>
                    <a:pt x="1069" y="75"/>
                  </a:lnTo>
                  <a:lnTo>
                    <a:pt x="1020" y="26"/>
                  </a:lnTo>
                  <a:lnTo>
                    <a:pt x="945" y="1"/>
                  </a:lnTo>
                  <a:close/>
                </a:path>
              </a:pathLst>
            </a:custGeom>
            <a:solidFill>
              <a:srgbClr val="26323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 name="Google Shape;5287;p109">
              <a:extLst>
                <a:ext uri="{FF2B5EF4-FFF2-40B4-BE49-F238E27FC236}">
                  <a16:creationId xmlns:a16="http://schemas.microsoft.com/office/drawing/2014/main" id="{BE8942AA-183A-AEE8-DCC5-491CB6B13062}"/>
                </a:ext>
              </a:extLst>
            </p:cNvPr>
            <p:cNvSpPr/>
            <p:nvPr/>
          </p:nvSpPr>
          <p:spPr>
            <a:xfrm>
              <a:off x="5568750" y="1367125"/>
              <a:ext cx="97575" cy="211300"/>
            </a:xfrm>
            <a:custGeom>
              <a:avLst/>
              <a:gdLst/>
              <a:ahLst/>
              <a:cxnLst/>
              <a:rect l="l" t="t" r="r" b="b"/>
              <a:pathLst>
                <a:path w="3903" h="8452" extrusionOk="0">
                  <a:moveTo>
                    <a:pt x="3903" y="1"/>
                  </a:moveTo>
                  <a:lnTo>
                    <a:pt x="3356" y="100"/>
                  </a:lnTo>
                  <a:lnTo>
                    <a:pt x="3058" y="175"/>
                  </a:lnTo>
                  <a:lnTo>
                    <a:pt x="2710" y="274"/>
                  </a:lnTo>
                  <a:lnTo>
                    <a:pt x="2387" y="399"/>
                  </a:lnTo>
                  <a:lnTo>
                    <a:pt x="2039" y="548"/>
                  </a:lnTo>
                  <a:lnTo>
                    <a:pt x="1691" y="747"/>
                  </a:lnTo>
                  <a:lnTo>
                    <a:pt x="1368" y="995"/>
                  </a:lnTo>
                  <a:lnTo>
                    <a:pt x="1045" y="1293"/>
                  </a:lnTo>
                  <a:lnTo>
                    <a:pt x="771" y="1617"/>
                  </a:lnTo>
                  <a:lnTo>
                    <a:pt x="647" y="1815"/>
                  </a:lnTo>
                  <a:lnTo>
                    <a:pt x="523" y="2039"/>
                  </a:lnTo>
                  <a:lnTo>
                    <a:pt x="398" y="2238"/>
                  </a:lnTo>
                  <a:lnTo>
                    <a:pt x="324" y="2486"/>
                  </a:lnTo>
                  <a:lnTo>
                    <a:pt x="224" y="2735"/>
                  </a:lnTo>
                  <a:lnTo>
                    <a:pt x="150" y="3008"/>
                  </a:lnTo>
                  <a:lnTo>
                    <a:pt x="100" y="3307"/>
                  </a:lnTo>
                  <a:lnTo>
                    <a:pt x="50" y="3605"/>
                  </a:lnTo>
                  <a:lnTo>
                    <a:pt x="26" y="3928"/>
                  </a:lnTo>
                  <a:lnTo>
                    <a:pt x="1" y="4276"/>
                  </a:lnTo>
                  <a:lnTo>
                    <a:pt x="26" y="4649"/>
                  </a:lnTo>
                  <a:lnTo>
                    <a:pt x="50" y="5047"/>
                  </a:lnTo>
                  <a:lnTo>
                    <a:pt x="423" y="8452"/>
                  </a:lnTo>
                  <a:lnTo>
                    <a:pt x="672" y="8302"/>
                  </a:lnTo>
                  <a:lnTo>
                    <a:pt x="920" y="8128"/>
                  </a:lnTo>
                  <a:lnTo>
                    <a:pt x="1144" y="7930"/>
                  </a:lnTo>
                  <a:lnTo>
                    <a:pt x="1343" y="7706"/>
                  </a:lnTo>
                  <a:lnTo>
                    <a:pt x="1542" y="7482"/>
                  </a:lnTo>
                  <a:lnTo>
                    <a:pt x="1716" y="7259"/>
                  </a:lnTo>
                  <a:lnTo>
                    <a:pt x="1890" y="7010"/>
                  </a:lnTo>
                  <a:lnTo>
                    <a:pt x="2039" y="6761"/>
                  </a:lnTo>
                  <a:lnTo>
                    <a:pt x="2337" y="6215"/>
                  </a:lnTo>
                  <a:lnTo>
                    <a:pt x="2586" y="5618"/>
                  </a:lnTo>
                  <a:lnTo>
                    <a:pt x="2784" y="5022"/>
                  </a:lnTo>
                  <a:lnTo>
                    <a:pt x="2958" y="4425"/>
                  </a:lnTo>
                  <a:lnTo>
                    <a:pt x="3108" y="3804"/>
                  </a:lnTo>
                  <a:lnTo>
                    <a:pt x="3257" y="3182"/>
                  </a:lnTo>
                  <a:lnTo>
                    <a:pt x="3480" y="1989"/>
                  </a:lnTo>
                  <a:lnTo>
                    <a:pt x="3679" y="896"/>
                  </a:lnTo>
                  <a:lnTo>
                    <a:pt x="3779" y="424"/>
                  </a:lnTo>
                  <a:lnTo>
                    <a:pt x="3903" y="1"/>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 name="Google Shape;5288;p109">
              <a:extLst>
                <a:ext uri="{FF2B5EF4-FFF2-40B4-BE49-F238E27FC236}">
                  <a16:creationId xmlns:a16="http://schemas.microsoft.com/office/drawing/2014/main" id="{87519EAB-0508-C4AD-F1D6-706C63B7EE03}"/>
                </a:ext>
              </a:extLst>
            </p:cNvPr>
            <p:cNvSpPr/>
            <p:nvPr/>
          </p:nvSpPr>
          <p:spPr>
            <a:xfrm>
              <a:off x="5568750" y="1367125"/>
              <a:ext cx="97575" cy="211300"/>
            </a:xfrm>
            <a:custGeom>
              <a:avLst/>
              <a:gdLst/>
              <a:ahLst/>
              <a:cxnLst/>
              <a:rect l="l" t="t" r="r" b="b"/>
              <a:pathLst>
                <a:path w="3903" h="8452" fill="none" extrusionOk="0">
                  <a:moveTo>
                    <a:pt x="3903" y="1"/>
                  </a:moveTo>
                  <a:lnTo>
                    <a:pt x="3903" y="1"/>
                  </a:lnTo>
                  <a:lnTo>
                    <a:pt x="3356" y="100"/>
                  </a:lnTo>
                  <a:lnTo>
                    <a:pt x="3058" y="175"/>
                  </a:lnTo>
                  <a:lnTo>
                    <a:pt x="2710" y="274"/>
                  </a:lnTo>
                  <a:lnTo>
                    <a:pt x="2387" y="399"/>
                  </a:lnTo>
                  <a:lnTo>
                    <a:pt x="2039" y="548"/>
                  </a:lnTo>
                  <a:lnTo>
                    <a:pt x="1691" y="747"/>
                  </a:lnTo>
                  <a:lnTo>
                    <a:pt x="1368" y="995"/>
                  </a:lnTo>
                  <a:lnTo>
                    <a:pt x="1045" y="1293"/>
                  </a:lnTo>
                  <a:lnTo>
                    <a:pt x="771" y="1617"/>
                  </a:lnTo>
                  <a:lnTo>
                    <a:pt x="647" y="1815"/>
                  </a:lnTo>
                  <a:lnTo>
                    <a:pt x="523" y="2039"/>
                  </a:lnTo>
                  <a:lnTo>
                    <a:pt x="398" y="2238"/>
                  </a:lnTo>
                  <a:lnTo>
                    <a:pt x="324" y="2486"/>
                  </a:lnTo>
                  <a:lnTo>
                    <a:pt x="224" y="2735"/>
                  </a:lnTo>
                  <a:lnTo>
                    <a:pt x="150" y="3008"/>
                  </a:lnTo>
                  <a:lnTo>
                    <a:pt x="100" y="3307"/>
                  </a:lnTo>
                  <a:lnTo>
                    <a:pt x="50" y="3605"/>
                  </a:lnTo>
                  <a:lnTo>
                    <a:pt x="26" y="3928"/>
                  </a:lnTo>
                  <a:lnTo>
                    <a:pt x="1" y="4276"/>
                  </a:lnTo>
                  <a:lnTo>
                    <a:pt x="26" y="4649"/>
                  </a:lnTo>
                  <a:lnTo>
                    <a:pt x="50" y="5047"/>
                  </a:lnTo>
                  <a:lnTo>
                    <a:pt x="50" y="5047"/>
                  </a:lnTo>
                  <a:lnTo>
                    <a:pt x="423" y="8452"/>
                  </a:lnTo>
                  <a:lnTo>
                    <a:pt x="423" y="8452"/>
                  </a:lnTo>
                  <a:lnTo>
                    <a:pt x="672" y="8302"/>
                  </a:lnTo>
                  <a:lnTo>
                    <a:pt x="920" y="8128"/>
                  </a:lnTo>
                  <a:lnTo>
                    <a:pt x="1144" y="7930"/>
                  </a:lnTo>
                  <a:lnTo>
                    <a:pt x="1343" y="7706"/>
                  </a:lnTo>
                  <a:lnTo>
                    <a:pt x="1542" y="7482"/>
                  </a:lnTo>
                  <a:lnTo>
                    <a:pt x="1716" y="7259"/>
                  </a:lnTo>
                  <a:lnTo>
                    <a:pt x="1890" y="7010"/>
                  </a:lnTo>
                  <a:lnTo>
                    <a:pt x="2039" y="6761"/>
                  </a:lnTo>
                  <a:lnTo>
                    <a:pt x="2337" y="6215"/>
                  </a:lnTo>
                  <a:lnTo>
                    <a:pt x="2586" y="5618"/>
                  </a:lnTo>
                  <a:lnTo>
                    <a:pt x="2784" y="5022"/>
                  </a:lnTo>
                  <a:lnTo>
                    <a:pt x="2958" y="4425"/>
                  </a:lnTo>
                  <a:lnTo>
                    <a:pt x="3108" y="3804"/>
                  </a:lnTo>
                  <a:lnTo>
                    <a:pt x="3257" y="3182"/>
                  </a:lnTo>
                  <a:lnTo>
                    <a:pt x="3480" y="1989"/>
                  </a:lnTo>
                  <a:lnTo>
                    <a:pt x="3679" y="896"/>
                  </a:lnTo>
                  <a:lnTo>
                    <a:pt x="3779" y="424"/>
                  </a:lnTo>
                  <a:lnTo>
                    <a:pt x="3903" y="1"/>
                  </a:lnTo>
                </a:path>
              </a:pathLst>
            </a:custGeom>
            <a:no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 name="Google Shape;5289;p109">
              <a:extLst>
                <a:ext uri="{FF2B5EF4-FFF2-40B4-BE49-F238E27FC236}">
                  <a16:creationId xmlns:a16="http://schemas.microsoft.com/office/drawing/2014/main" id="{D42EB4C8-0E94-3D43-5DFA-08278D7ED2D8}"/>
                </a:ext>
              </a:extLst>
            </p:cNvPr>
            <p:cNvSpPr/>
            <p:nvPr/>
          </p:nvSpPr>
          <p:spPr>
            <a:xfrm>
              <a:off x="4977225" y="1301900"/>
              <a:ext cx="655550" cy="581000"/>
            </a:xfrm>
            <a:custGeom>
              <a:avLst/>
              <a:gdLst/>
              <a:ahLst/>
              <a:cxnLst/>
              <a:rect l="l" t="t" r="r" b="b"/>
              <a:pathLst>
                <a:path w="26222" h="23240" extrusionOk="0">
                  <a:moveTo>
                    <a:pt x="20729" y="0"/>
                  </a:moveTo>
                  <a:lnTo>
                    <a:pt x="20033" y="1964"/>
                  </a:lnTo>
                  <a:lnTo>
                    <a:pt x="19312" y="3952"/>
                  </a:lnTo>
                  <a:lnTo>
                    <a:pt x="18566" y="5941"/>
                  </a:lnTo>
                  <a:lnTo>
                    <a:pt x="17771" y="7904"/>
                  </a:lnTo>
                  <a:lnTo>
                    <a:pt x="16951" y="9843"/>
                  </a:lnTo>
                  <a:lnTo>
                    <a:pt x="16528" y="10787"/>
                  </a:lnTo>
                  <a:lnTo>
                    <a:pt x="16081" y="11732"/>
                  </a:lnTo>
                  <a:lnTo>
                    <a:pt x="15634" y="12651"/>
                  </a:lnTo>
                  <a:lnTo>
                    <a:pt x="15161" y="13546"/>
                  </a:lnTo>
                  <a:lnTo>
                    <a:pt x="14689" y="14441"/>
                  </a:lnTo>
                  <a:lnTo>
                    <a:pt x="14167" y="15286"/>
                  </a:lnTo>
                  <a:lnTo>
                    <a:pt x="13944" y="15609"/>
                  </a:lnTo>
                  <a:lnTo>
                    <a:pt x="13695" y="15882"/>
                  </a:lnTo>
                  <a:lnTo>
                    <a:pt x="13446" y="16156"/>
                  </a:lnTo>
                  <a:lnTo>
                    <a:pt x="13148" y="16429"/>
                  </a:lnTo>
                  <a:lnTo>
                    <a:pt x="12850" y="16653"/>
                  </a:lnTo>
                  <a:lnTo>
                    <a:pt x="12552" y="16877"/>
                  </a:lnTo>
                  <a:lnTo>
                    <a:pt x="12229" y="17075"/>
                  </a:lnTo>
                  <a:lnTo>
                    <a:pt x="11881" y="17249"/>
                  </a:lnTo>
                  <a:lnTo>
                    <a:pt x="11011" y="17672"/>
                  </a:lnTo>
                  <a:lnTo>
                    <a:pt x="10116" y="18045"/>
                  </a:lnTo>
                  <a:lnTo>
                    <a:pt x="9221" y="18368"/>
                  </a:lnTo>
                  <a:lnTo>
                    <a:pt x="8277" y="18666"/>
                  </a:lnTo>
                  <a:lnTo>
                    <a:pt x="7282" y="18915"/>
                  </a:lnTo>
                  <a:lnTo>
                    <a:pt x="6263" y="19163"/>
                  </a:lnTo>
                  <a:lnTo>
                    <a:pt x="5244" y="19387"/>
                  </a:lnTo>
                  <a:lnTo>
                    <a:pt x="4225" y="19586"/>
                  </a:lnTo>
                  <a:lnTo>
                    <a:pt x="3181" y="19760"/>
                  </a:lnTo>
                  <a:lnTo>
                    <a:pt x="2162" y="19934"/>
                  </a:lnTo>
                  <a:lnTo>
                    <a:pt x="1118" y="20058"/>
                  </a:lnTo>
                  <a:lnTo>
                    <a:pt x="75" y="20182"/>
                  </a:lnTo>
                  <a:lnTo>
                    <a:pt x="0" y="23016"/>
                  </a:lnTo>
                  <a:lnTo>
                    <a:pt x="1168" y="23115"/>
                  </a:lnTo>
                  <a:lnTo>
                    <a:pt x="2312" y="23190"/>
                  </a:lnTo>
                  <a:lnTo>
                    <a:pt x="3455" y="23239"/>
                  </a:lnTo>
                  <a:lnTo>
                    <a:pt x="4598" y="23239"/>
                  </a:lnTo>
                  <a:lnTo>
                    <a:pt x="5766" y="23190"/>
                  </a:lnTo>
                  <a:lnTo>
                    <a:pt x="6910" y="23115"/>
                  </a:lnTo>
                  <a:lnTo>
                    <a:pt x="8053" y="23016"/>
                  </a:lnTo>
                  <a:lnTo>
                    <a:pt x="9196" y="22867"/>
                  </a:lnTo>
                  <a:lnTo>
                    <a:pt x="9793" y="22767"/>
                  </a:lnTo>
                  <a:lnTo>
                    <a:pt x="10414" y="22643"/>
                  </a:lnTo>
                  <a:lnTo>
                    <a:pt x="11011" y="22519"/>
                  </a:lnTo>
                  <a:lnTo>
                    <a:pt x="11582" y="22369"/>
                  </a:lnTo>
                  <a:lnTo>
                    <a:pt x="12179" y="22196"/>
                  </a:lnTo>
                  <a:lnTo>
                    <a:pt x="12750" y="22022"/>
                  </a:lnTo>
                  <a:lnTo>
                    <a:pt x="13347" y="21798"/>
                  </a:lnTo>
                  <a:lnTo>
                    <a:pt x="13919" y="21599"/>
                  </a:lnTo>
                  <a:lnTo>
                    <a:pt x="14540" y="21326"/>
                  </a:lnTo>
                  <a:lnTo>
                    <a:pt x="15137" y="21002"/>
                  </a:lnTo>
                  <a:lnTo>
                    <a:pt x="15708" y="20679"/>
                  </a:lnTo>
                  <a:lnTo>
                    <a:pt x="16280" y="20307"/>
                  </a:lnTo>
                  <a:lnTo>
                    <a:pt x="16578" y="20083"/>
                  </a:lnTo>
                  <a:lnTo>
                    <a:pt x="16876" y="19859"/>
                  </a:lnTo>
                  <a:lnTo>
                    <a:pt x="17175" y="19611"/>
                  </a:lnTo>
                  <a:lnTo>
                    <a:pt x="17448" y="19362"/>
                  </a:lnTo>
                  <a:lnTo>
                    <a:pt x="17721" y="19089"/>
                  </a:lnTo>
                  <a:lnTo>
                    <a:pt x="17970" y="18815"/>
                  </a:lnTo>
                  <a:lnTo>
                    <a:pt x="18194" y="18517"/>
                  </a:lnTo>
                  <a:lnTo>
                    <a:pt x="18442" y="18219"/>
                  </a:lnTo>
                  <a:lnTo>
                    <a:pt x="19088" y="17274"/>
                  </a:lnTo>
                  <a:lnTo>
                    <a:pt x="19735" y="16280"/>
                  </a:lnTo>
                  <a:lnTo>
                    <a:pt x="20331" y="15286"/>
                  </a:lnTo>
                  <a:lnTo>
                    <a:pt x="20903" y="14292"/>
                  </a:lnTo>
                  <a:lnTo>
                    <a:pt x="21474" y="13273"/>
                  </a:lnTo>
                  <a:lnTo>
                    <a:pt x="21996" y="12229"/>
                  </a:lnTo>
                  <a:lnTo>
                    <a:pt x="22518" y="11185"/>
                  </a:lnTo>
                  <a:lnTo>
                    <a:pt x="22991" y="10141"/>
                  </a:lnTo>
                  <a:lnTo>
                    <a:pt x="23438" y="9097"/>
                  </a:lnTo>
                  <a:lnTo>
                    <a:pt x="23885" y="8053"/>
                  </a:lnTo>
                  <a:lnTo>
                    <a:pt x="24333" y="7009"/>
                  </a:lnTo>
                  <a:lnTo>
                    <a:pt x="24730" y="5941"/>
                  </a:lnTo>
                  <a:lnTo>
                    <a:pt x="25128" y="4897"/>
                  </a:lnTo>
                  <a:lnTo>
                    <a:pt x="25501" y="3828"/>
                  </a:lnTo>
                  <a:lnTo>
                    <a:pt x="25874" y="2734"/>
                  </a:lnTo>
                  <a:lnTo>
                    <a:pt x="26222" y="1666"/>
                  </a:lnTo>
                  <a:lnTo>
                    <a:pt x="20729" y="0"/>
                  </a:lnTo>
                  <a:close/>
                </a:path>
              </a:pathLst>
            </a:custGeom>
            <a:solidFill>
              <a:srgbClr val="B55B5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 name="Google Shape;5290;p109">
              <a:extLst>
                <a:ext uri="{FF2B5EF4-FFF2-40B4-BE49-F238E27FC236}">
                  <a16:creationId xmlns:a16="http://schemas.microsoft.com/office/drawing/2014/main" id="{2EE546B1-AEE4-AC07-7F6D-CA4659A51A88}"/>
                </a:ext>
              </a:extLst>
            </p:cNvPr>
            <p:cNvSpPr/>
            <p:nvPr/>
          </p:nvSpPr>
          <p:spPr>
            <a:xfrm>
              <a:off x="5420250" y="1169550"/>
              <a:ext cx="313825" cy="379050"/>
            </a:xfrm>
            <a:custGeom>
              <a:avLst/>
              <a:gdLst/>
              <a:ahLst/>
              <a:cxnLst/>
              <a:rect l="l" t="t" r="r" b="b"/>
              <a:pathLst>
                <a:path w="12553" h="15162" extrusionOk="0">
                  <a:moveTo>
                    <a:pt x="8426" y="0"/>
                  </a:moveTo>
                  <a:lnTo>
                    <a:pt x="7879" y="25"/>
                  </a:lnTo>
                  <a:lnTo>
                    <a:pt x="7357" y="75"/>
                  </a:lnTo>
                  <a:lnTo>
                    <a:pt x="7084" y="124"/>
                  </a:lnTo>
                  <a:lnTo>
                    <a:pt x="6835" y="199"/>
                  </a:lnTo>
                  <a:lnTo>
                    <a:pt x="6562" y="274"/>
                  </a:lnTo>
                  <a:lnTo>
                    <a:pt x="6314" y="373"/>
                  </a:lnTo>
                  <a:lnTo>
                    <a:pt x="6065" y="497"/>
                  </a:lnTo>
                  <a:lnTo>
                    <a:pt x="5816" y="622"/>
                  </a:lnTo>
                  <a:lnTo>
                    <a:pt x="5568" y="771"/>
                  </a:lnTo>
                  <a:lnTo>
                    <a:pt x="5319" y="970"/>
                  </a:lnTo>
                  <a:lnTo>
                    <a:pt x="5096" y="1168"/>
                  </a:lnTo>
                  <a:lnTo>
                    <a:pt x="4847" y="1417"/>
                  </a:lnTo>
                  <a:lnTo>
                    <a:pt x="4599" y="1690"/>
                  </a:lnTo>
                  <a:lnTo>
                    <a:pt x="4350" y="1989"/>
                  </a:lnTo>
                  <a:lnTo>
                    <a:pt x="3853" y="2660"/>
                  </a:lnTo>
                  <a:lnTo>
                    <a:pt x="3356" y="3380"/>
                  </a:lnTo>
                  <a:lnTo>
                    <a:pt x="2859" y="4151"/>
                  </a:lnTo>
                  <a:lnTo>
                    <a:pt x="2411" y="4946"/>
                  </a:lnTo>
                  <a:lnTo>
                    <a:pt x="1964" y="5742"/>
                  </a:lnTo>
                  <a:lnTo>
                    <a:pt x="1541" y="6537"/>
                  </a:lnTo>
                  <a:lnTo>
                    <a:pt x="1169" y="7283"/>
                  </a:lnTo>
                  <a:lnTo>
                    <a:pt x="547" y="8575"/>
                  </a:lnTo>
                  <a:lnTo>
                    <a:pt x="150" y="9470"/>
                  </a:lnTo>
                  <a:lnTo>
                    <a:pt x="0" y="9818"/>
                  </a:lnTo>
                  <a:lnTo>
                    <a:pt x="8277" y="15162"/>
                  </a:lnTo>
                  <a:lnTo>
                    <a:pt x="8476" y="14838"/>
                  </a:lnTo>
                  <a:lnTo>
                    <a:pt x="9023" y="13944"/>
                  </a:lnTo>
                  <a:lnTo>
                    <a:pt x="9371" y="13322"/>
                  </a:lnTo>
                  <a:lnTo>
                    <a:pt x="9768" y="12602"/>
                  </a:lnTo>
                  <a:lnTo>
                    <a:pt x="10191" y="11806"/>
                  </a:lnTo>
                  <a:lnTo>
                    <a:pt x="10613" y="10961"/>
                  </a:lnTo>
                  <a:lnTo>
                    <a:pt x="11011" y="10042"/>
                  </a:lnTo>
                  <a:lnTo>
                    <a:pt x="11409" y="9097"/>
                  </a:lnTo>
                  <a:lnTo>
                    <a:pt x="11782" y="8128"/>
                  </a:lnTo>
                  <a:lnTo>
                    <a:pt x="12080" y="7158"/>
                  </a:lnTo>
                  <a:lnTo>
                    <a:pt x="12204" y="6686"/>
                  </a:lnTo>
                  <a:lnTo>
                    <a:pt x="12328" y="6189"/>
                  </a:lnTo>
                  <a:lnTo>
                    <a:pt x="12403" y="5717"/>
                  </a:lnTo>
                  <a:lnTo>
                    <a:pt x="12477" y="5269"/>
                  </a:lnTo>
                  <a:lnTo>
                    <a:pt x="12527" y="4822"/>
                  </a:lnTo>
                  <a:lnTo>
                    <a:pt x="12552" y="4375"/>
                  </a:lnTo>
                  <a:lnTo>
                    <a:pt x="12527" y="3952"/>
                  </a:lnTo>
                  <a:lnTo>
                    <a:pt x="12477" y="3530"/>
                  </a:lnTo>
                  <a:lnTo>
                    <a:pt x="12428" y="3256"/>
                  </a:lnTo>
                  <a:lnTo>
                    <a:pt x="12378" y="2958"/>
                  </a:lnTo>
                  <a:lnTo>
                    <a:pt x="12279" y="2685"/>
                  </a:lnTo>
                  <a:lnTo>
                    <a:pt x="12179" y="2436"/>
                  </a:lnTo>
                  <a:lnTo>
                    <a:pt x="12055" y="2187"/>
                  </a:lnTo>
                  <a:lnTo>
                    <a:pt x="11931" y="1964"/>
                  </a:lnTo>
                  <a:lnTo>
                    <a:pt x="11782" y="1740"/>
                  </a:lnTo>
                  <a:lnTo>
                    <a:pt x="11608" y="1541"/>
                  </a:lnTo>
                  <a:lnTo>
                    <a:pt x="11434" y="1342"/>
                  </a:lnTo>
                  <a:lnTo>
                    <a:pt x="11260" y="1168"/>
                  </a:lnTo>
                  <a:lnTo>
                    <a:pt x="11061" y="994"/>
                  </a:lnTo>
                  <a:lnTo>
                    <a:pt x="10862" y="820"/>
                  </a:lnTo>
                  <a:lnTo>
                    <a:pt x="10638" y="696"/>
                  </a:lnTo>
                  <a:lnTo>
                    <a:pt x="10415" y="547"/>
                  </a:lnTo>
                  <a:lnTo>
                    <a:pt x="10191" y="448"/>
                  </a:lnTo>
                  <a:lnTo>
                    <a:pt x="9942" y="348"/>
                  </a:lnTo>
                  <a:lnTo>
                    <a:pt x="9445" y="174"/>
                  </a:lnTo>
                  <a:lnTo>
                    <a:pt x="8948" y="75"/>
                  </a:lnTo>
                  <a:lnTo>
                    <a:pt x="8426" y="0"/>
                  </a:lnTo>
                  <a:close/>
                </a:path>
              </a:pathLst>
            </a:custGeom>
            <a:solidFill>
              <a:srgbClr val="19191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 name="Google Shape;5291;p109">
              <a:extLst>
                <a:ext uri="{FF2B5EF4-FFF2-40B4-BE49-F238E27FC236}">
                  <a16:creationId xmlns:a16="http://schemas.microsoft.com/office/drawing/2014/main" id="{B41D4B68-F8A1-6087-4707-C2417BCF1567}"/>
                </a:ext>
              </a:extLst>
            </p:cNvPr>
            <p:cNvSpPr/>
            <p:nvPr/>
          </p:nvSpPr>
          <p:spPr>
            <a:xfrm>
              <a:off x="4877175" y="1799600"/>
              <a:ext cx="133000" cy="124925"/>
            </a:xfrm>
            <a:custGeom>
              <a:avLst/>
              <a:gdLst/>
              <a:ahLst/>
              <a:cxnLst/>
              <a:rect l="l" t="t" r="r" b="b"/>
              <a:pathLst>
                <a:path w="5320" h="4997" extrusionOk="0">
                  <a:moveTo>
                    <a:pt x="3232" y="1"/>
                  </a:moveTo>
                  <a:lnTo>
                    <a:pt x="2784" y="26"/>
                  </a:lnTo>
                  <a:lnTo>
                    <a:pt x="2362" y="51"/>
                  </a:lnTo>
                  <a:lnTo>
                    <a:pt x="1939" y="100"/>
                  </a:lnTo>
                  <a:lnTo>
                    <a:pt x="1169" y="225"/>
                  </a:lnTo>
                  <a:lnTo>
                    <a:pt x="572" y="374"/>
                  </a:lnTo>
                  <a:lnTo>
                    <a:pt x="150" y="473"/>
                  </a:lnTo>
                  <a:lnTo>
                    <a:pt x="0" y="523"/>
                  </a:lnTo>
                  <a:lnTo>
                    <a:pt x="1243" y="4997"/>
                  </a:lnTo>
                  <a:lnTo>
                    <a:pt x="5120" y="2859"/>
                  </a:lnTo>
                  <a:lnTo>
                    <a:pt x="5319" y="498"/>
                  </a:lnTo>
                  <a:lnTo>
                    <a:pt x="4947" y="324"/>
                  </a:lnTo>
                  <a:lnTo>
                    <a:pt x="4549" y="175"/>
                  </a:lnTo>
                  <a:lnTo>
                    <a:pt x="4101" y="75"/>
                  </a:lnTo>
                  <a:lnTo>
                    <a:pt x="3679" y="26"/>
                  </a:lnTo>
                  <a:lnTo>
                    <a:pt x="3232" y="1"/>
                  </a:lnTo>
                  <a:close/>
                </a:path>
              </a:pathLst>
            </a:custGeom>
            <a:solidFill>
              <a:srgbClr val="B55B5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 name="Google Shape;5292;p109">
              <a:extLst>
                <a:ext uri="{FF2B5EF4-FFF2-40B4-BE49-F238E27FC236}">
                  <a16:creationId xmlns:a16="http://schemas.microsoft.com/office/drawing/2014/main" id="{8577CB0E-6C72-45AF-ECFE-9B2E82DD94ED}"/>
                </a:ext>
              </a:extLst>
            </p:cNvPr>
            <p:cNvSpPr/>
            <p:nvPr/>
          </p:nvSpPr>
          <p:spPr>
            <a:xfrm>
              <a:off x="4293100" y="1439225"/>
              <a:ext cx="817100" cy="930200"/>
            </a:xfrm>
            <a:custGeom>
              <a:avLst/>
              <a:gdLst/>
              <a:ahLst/>
              <a:cxnLst/>
              <a:rect l="l" t="t" r="r" b="b"/>
              <a:pathLst>
                <a:path w="32684" h="37208" extrusionOk="0">
                  <a:moveTo>
                    <a:pt x="14068" y="0"/>
                  </a:moveTo>
                  <a:lnTo>
                    <a:pt x="12974" y="572"/>
                  </a:lnTo>
                  <a:lnTo>
                    <a:pt x="11930" y="1168"/>
                  </a:lnTo>
                  <a:lnTo>
                    <a:pt x="10886" y="1839"/>
                  </a:lnTo>
                  <a:lnTo>
                    <a:pt x="9892" y="2510"/>
                  </a:lnTo>
                  <a:lnTo>
                    <a:pt x="8898" y="3231"/>
                  </a:lnTo>
                  <a:lnTo>
                    <a:pt x="7954" y="4002"/>
                  </a:lnTo>
                  <a:lnTo>
                    <a:pt x="7009" y="4797"/>
                  </a:lnTo>
                  <a:lnTo>
                    <a:pt x="6114" y="5617"/>
                  </a:lnTo>
                  <a:lnTo>
                    <a:pt x="5244" y="6487"/>
                  </a:lnTo>
                  <a:lnTo>
                    <a:pt x="4374" y="7407"/>
                  </a:lnTo>
                  <a:lnTo>
                    <a:pt x="3554" y="8326"/>
                  </a:lnTo>
                  <a:lnTo>
                    <a:pt x="2784" y="9296"/>
                  </a:lnTo>
                  <a:lnTo>
                    <a:pt x="2038" y="10290"/>
                  </a:lnTo>
                  <a:lnTo>
                    <a:pt x="1317" y="11309"/>
                  </a:lnTo>
                  <a:lnTo>
                    <a:pt x="621" y="12353"/>
                  </a:lnTo>
                  <a:lnTo>
                    <a:pt x="0" y="13397"/>
                  </a:lnTo>
                  <a:lnTo>
                    <a:pt x="32684" y="37208"/>
                  </a:lnTo>
                  <a:lnTo>
                    <a:pt x="14068" y="0"/>
                  </a:lnTo>
                  <a:close/>
                </a:path>
              </a:pathLst>
            </a:custGeom>
            <a:solidFill>
              <a:srgbClr val="F3AC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5" name="Google Shape;5293;p109">
              <a:extLst>
                <a:ext uri="{FF2B5EF4-FFF2-40B4-BE49-F238E27FC236}">
                  <a16:creationId xmlns:a16="http://schemas.microsoft.com/office/drawing/2014/main" id="{068B27AA-B56B-E03A-A4D6-9CE05CEA0B45}"/>
                </a:ext>
              </a:extLst>
            </p:cNvPr>
            <p:cNvSpPr/>
            <p:nvPr/>
          </p:nvSpPr>
          <p:spPr>
            <a:xfrm>
              <a:off x="4795150" y="1813275"/>
              <a:ext cx="113125" cy="131750"/>
            </a:xfrm>
            <a:custGeom>
              <a:avLst/>
              <a:gdLst/>
              <a:ahLst/>
              <a:cxnLst/>
              <a:rect l="l" t="t" r="r" b="b"/>
              <a:pathLst>
                <a:path w="4525" h="5270" extrusionOk="0">
                  <a:moveTo>
                    <a:pt x="3281" y="1"/>
                  </a:moveTo>
                  <a:lnTo>
                    <a:pt x="1" y="1741"/>
                  </a:lnTo>
                  <a:lnTo>
                    <a:pt x="1939" y="5270"/>
                  </a:lnTo>
                  <a:lnTo>
                    <a:pt x="4524" y="4450"/>
                  </a:lnTo>
                  <a:lnTo>
                    <a:pt x="3281" y="1"/>
                  </a:lnTo>
                  <a:close/>
                </a:path>
              </a:pathLst>
            </a:custGeom>
            <a:solidFill>
              <a:srgbClr val="B55B52"/>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2149199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55D65D-AF7F-7502-5FEB-64AFB53F9369}"/>
              </a:ext>
            </a:extLst>
          </p:cNvPr>
          <p:cNvSpPr>
            <a:spLocks noGrp="1"/>
          </p:cNvSpPr>
          <p:nvPr>
            <p:ph sz="half" idx="1"/>
          </p:nvPr>
        </p:nvSpPr>
        <p:spPr>
          <a:xfrm>
            <a:off x="329294" y="902073"/>
            <a:ext cx="5318471" cy="5600140"/>
          </a:xfrm>
        </p:spPr>
        <p:txBody>
          <a:bodyPr>
            <a:normAutofit fontScale="85000" lnSpcReduction="20000"/>
          </a:bodyPr>
          <a:lstStyle/>
          <a:p>
            <a:pPr marR="0" lvl="0">
              <a:lnSpc>
                <a:spcPct val="115000"/>
              </a:lnSpc>
              <a:spcBef>
                <a:spcPts val="0"/>
              </a:spcBef>
              <a:buFont typeface="Wingdings" panose="05000000000000000000" pitchFamily="2" charset="2"/>
              <a:buChar char="Ø"/>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A brainstorming session was conducted to shortlist optimal FD feature offerings.</a:t>
            </a:r>
          </a:p>
          <a:p>
            <a:pPr marL="0" marR="0" indent="0">
              <a:lnSpc>
                <a:spcPct val="115000"/>
              </a:lnSpc>
              <a:spcBef>
                <a:spcPts val="0"/>
              </a:spcBef>
              <a:buNone/>
            </a:pP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nSpc>
                <a:spcPct val="115000"/>
              </a:lnSpc>
              <a:spcBef>
                <a:spcPts val="0"/>
              </a:spcBef>
              <a:buFont typeface="Wingdings" panose="05000000000000000000" pitchFamily="2" charset="2"/>
              <a:buChar char="Ø"/>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5 best features were selected based on Attractiveness to customers, Cost-effectiveness, Ease of implementation</a:t>
            </a:r>
          </a:p>
          <a:p>
            <a:pPr marL="0" marR="0" indent="0">
              <a:lnSpc>
                <a:spcPct val="115000"/>
              </a:lnSpc>
              <a:spcBef>
                <a:spcPts val="0"/>
              </a:spcBef>
              <a:buNone/>
            </a:pP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nSpc>
                <a:spcPct val="115000"/>
              </a:lnSpc>
              <a:spcBef>
                <a:spcPts val="0"/>
              </a:spcBef>
              <a:buFont typeface="Wingdings" panose="05000000000000000000" pitchFamily="2" charset="2"/>
              <a:buChar char="Ø"/>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Each feature had 2 levels (offers).</a:t>
            </a:r>
          </a:p>
          <a:p>
            <a:pPr marL="0" marR="0" indent="0">
              <a:lnSpc>
                <a:spcPct val="115000"/>
              </a:lnSpc>
              <a:spcBef>
                <a:spcPts val="0"/>
              </a:spcBef>
              <a:buNone/>
            </a:pP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nSpc>
                <a:spcPct val="115000"/>
              </a:lnSpc>
              <a:spcBef>
                <a:spcPts val="0"/>
              </a:spcBef>
              <a:buFont typeface="Wingdings" panose="05000000000000000000" pitchFamily="2" charset="2"/>
              <a:buChar char="Ø"/>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Total combinations = 2⁵ = 32</a:t>
            </a:r>
          </a:p>
          <a:p>
            <a:pPr marL="0" marR="0" indent="0">
              <a:lnSpc>
                <a:spcPct val="115000"/>
              </a:lnSpc>
              <a:spcBef>
                <a:spcPts val="0"/>
              </a:spcBef>
              <a:buNone/>
            </a:pP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nSpc>
                <a:spcPct val="115000"/>
              </a:lnSpc>
              <a:spcBef>
                <a:spcPts val="0"/>
              </a:spcBef>
              <a:buFont typeface="Wingdings" panose="05000000000000000000" pitchFamily="2" charset="2"/>
              <a:buChar char="Ø"/>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Each combination was replicated 10 times → 320 combinations</a:t>
            </a:r>
          </a:p>
          <a:p>
            <a:pPr marL="0" marR="0" indent="0">
              <a:lnSpc>
                <a:spcPct val="115000"/>
              </a:lnSpc>
              <a:spcBef>
                <a:spcPts val="0"/>
              </a:spcBef>
              <a:buNone/>
            </a:pP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nSpc>
                <a:spcPct val="115000"/>
              </a:lnSpc>
              <a:spcBef>
                <a:spcPts val="0"/>
              </a:spcBef>
              <a:buFont typeface="Wingdings" panose="05000000000000000000" pitchFamily="2" charset="2"/>
              <a:buChar char="Ø"/>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Combinations were converted into 80 questionnaires (4 questions each) using </a:t>
            </a:r>
            <a:r>
              <a:rPr lang="en-IN" sz="2200" kern="100" dirty="0" err="1">
                <a:effectLst/>
                <a:latin typeface="Times New Roman" panose="02020603050405020304" pitchFamily="18" charset="0"/>
                <a:ea typeface="Calibri" panose="020F0502020204030204" pitchFamily="34" charset="0"/>
                <a:cs typeface="Times New Roman" panose="02020603050405020304" pitchFamily="18" charset="0"/>
              </a:rPr>
              <a:t>Pursullence’s</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Analytics Software.</a:t>
            </a:r>
          </a:p>
          <a:p>
            <a:pPr marL="0" marR="0" indent="0">
              <a:lnSpc>
                <a:spcPct val="115000"/>
              </a:lnSpc>
              <a:spcBef>
                <a:spcPts val="0"/>
              </a:spcBef>
              <a:buNone/>
            </a:pP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nSpc>
                <a:spcPct val="115000"/>
              </a:lnSpc>
              <a:spcBef>
                <a:spcPts val="0"/>
              </a:spcBef>
              <a:buFont typeface="Wingdings" panose="05000000000000000000" pitchFamily="2" charset="2"/>
              <a:buChar char="Ø"/>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Data was collected from 80 customers using rating-based conjoint analysis.</a:t>
            </a:r>
          </a:p>
          <a:p>
            <a:pPr marL="0" indent="0">
              <a:buNone/>
            </a:pPr>
            <a:endParaRPr lang="en-IN" sz="2000" dirty="0"/>
          </a:p>
        </p:txBody>
      </p:sp>
      <p:graphicFrame>
        <p:nvGraphicFramePr>
          <p:cNvPr id="6" name="Content Placeholder 5">
            <a:extLst>
              <a:ext uri="{FF2B5EF4-FFF2-40B4-BE49-F238E27FC236}">
                <a16:creationId xmlns:a16="http://schemas.microsoft.com/office/drawing/2014/main" id="{12E1E6C1-F459-A8BE-E006-F78757D0BD4C}"/>
              </a:ext>
            </a:extLst>
          </p:cNvPr>
          <p:cNvGraphicFramePr>
            <a:graphicFrameLocks noGrp="1"/>
          </p:cNvGraphicFramePr>
          <p:nvPr>
            <p:ph sz="half" idx="2"/>
            <p:extLst>
              <p:ext uri="{D42A27DB-BD31-4B8C-83A1-F6EECF244321}">
                <p14:modId xmlns:p14="http://schemas.microsoft.com/office/powerpoint/2010/main" val="3195266222"/>
              </p:ext>
            </p:extLst>
          </p:nvPr>
        </p:nvGraphicFramePr>
        <p:xfrm>
          <a:off x="5776857" y="999272"/>
          <a:ext cx="5930153" cy="5502941"/>
        </p:xfrm>
        <a:graphic>
          <a:graphicData uri="http://schemas.openxmlformats.org/drawingml/2006/table">
            <a:tbl>
              <a:tblPr firstRow="1" firstCol="1" lastRow="1" lastCol="1" bandRow="1" bandCol="1">
                <a:tableStyleId>{5940675A-B579-460E-94D1-54222C63F5DA}</a:tableStyleId>
              </a:tblPr>
              <a:tblGrid>
                <a:gridCol w="315051">
                  <a:extLst>
                    <a:ext uri="{9D8B030D-6E8A-4147-A177-3AD203B41FA5}">
                      <a16:colId xmlns:a16="http://schemas.microsoft.com/office/drawing/2014/main" val="1925723585"/>
                    </a:ext>
                  </a:extLst>
                </a:gridCol>
                <a:gridCol w="641953">
                  <a:extLst>
                    <a:ext uri="{9D8B030D-6E8A-4147-A177-3AD203B41FA5}">
                      <a16:colId xmlns:a16="http://schemas.microsoft.com/office/drawing/2014/main" val="3653388451"/>
                    </a:ext>
                  </a:extLst>
                </a:gridCol>
                <a:gridCol w="1038169">
                  <a:extLst>
                    <a:ext uri="{9D8B030D-6E8A-4147-A177-3AD203B41FA5}">
                      <a16:colId xmlns:a16="http://schemas.microsoft.com/office/drawing/2014/main" val="684025418"/>
                    </a:ext>
                  </a:extLst>
                </a:gridCol>
                <a:gridCol w="1967490">
                  <a:extLst>
                    <a:ext uri="{9D8B030D-6E8A-4147-A177-3AD203B41FA5}">
                      <a16:colId xmlns:a16="http://schemas.microsoft.com/office/drawing/2014/main" val="549687137"/>
                    </a:ext>
                  </a:extLst>
                </a:gridCol>
                <a:gridCol w="1967490">
                  <a:extLst>
                    <a:ext uri="{9D8B030D-6E8A-4147-A177-3AD203B41FA5}">
                      <a16:colId xmlns:a16="http://schemas.microsoft.com/office/drawing/2014/main" val="3565217914"/>
                    </a:ext>
                  </a:extLst>
                </a:gridCol>
              </a:tblGrid>
              <a:tr h="867899">
                <a:tc>
                  <a:txBody>
                    <a:bodyPr/>
                    <a:lstStyle/>
                    <a:p>
                      <a:pPr marL="0" marR="0" algn="ctr">
                        <a:lnSpc>
                          <a:spcPct val="115000"/>
                        </a:lnSpc>
                        <a:spcAft>
                          <a:spcPts val="800"/>
                        </a:spcAft>
                        <a:buNone/>
                        <a:tabLst>
                          <a:tab pos="1303655" algn="l"/>
                        </a:tabLst>
                      </a:pPr>
                      <a:r>
                        <a:rPr lang="en-US" sz="1400" b="1" kern="100" dirty="0">
                          <a:effectLst/>
                        </a:rPr>
                        <a:t>#</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DENOTATION</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FEATURES</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a:effectLst/>
                        </a:rPr>
                        <a:t>LEVEL1</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a:effectLst/>
                        </a:rPr>
                        <a:t>LEVEL 2</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extLst>
                  <a:ext uri="{0D108BD9-81ED-4DB2-BD59-A6C34878D82A}">
                    <a16:rowId xmlns:a16="http://schemas.microsoft.com/office/drawing/2014/main" val="3519099706"/>
                  </a:ext>
                </a:extLst>
              </a:tr>
              <a:tr h="867899">
                <a:tc>
                  <a:txBody>
                    <a:bodyPr/>
                    <a:lstStyle/>
                    <a:p>
                      <a:pPr marL="0" marR="0" algn="ctr">
                        <a:lnSpc>
                          <a:spcPct val="115000"/>
                        </a:lnSpc>
                        <a:spcAft>
                          <a:spcPts val="800"/>
                        </a:spcAft>
                        <a:buNone/>
                        <a:tabLst>
                          <a:tab pos="1303655" algn="l"/>
                        </a:tabLst>
                      </a:pPr>
                      <a:r>
                        <a:rPr lang="en-US" sz="1400" b="1" kern="100">
                          <a:effectLst/>
                        </a:rPr>
                        <a:t>1</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A</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Deposit Term &amp; Interest rate</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Min. 21 days with interest rate of 1.75%</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a:effectLst/>
                        </a:rPr>
                        <a:t>Min. 50 days with interest rate of 4.75%</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extLst>
                  <a:ext uri="{0D108BD9-81ED-4DB2-BD59-A6C34878D82A}">
                    <a16:rowId xmlns:a16="http://schemas.microsoft.com/office/drawing/2014/main" val="3273283834"/>
                  </a:ext>
                </a:extLst>
              </a:tr>
              <a:tr h="1163445">
                <a:tc>
                  <a:txBody>
                    <a:bodyPr/>
                    <a:lstStyle/>
                    <a:p>
                      <a:pPr marL="0" marR="0" algn="ctr">
                        <a:lnSpc>
                          <a:spcPct val="115000"/>
                        </a:lnSpc>
                        <a:spcAft>
                          <a:spcPts val="800"/>
                        </a:spcAft>
                        <a:buNone/>
                        <a:tabLst>
                          <a:tab pos="1303655" algn="l"/>
                        </a:tabLst>
                      </a:pPr>
                      <a:r>
                        <a:rPr lang="en-US" sz="1400" b="1" kern="100">
                          <a:effectLst/>
                        </a:rPr>
                        <a:t>2</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B</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IN" sz="1400" b="1" kern="100" dirty="0">
                          <a:effectLst/>
                        </a:rPr>
                        <a:t>Minimum Deposit Amount Allowed</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Rs.10, 000 /-</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a:effectLst/>
                        </a:rPr>
                        <a:t>Rs.15, 000 /-</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extLst>
                  <a:ext uri="{0D108BD9-81ED-4DB2-BD59-A6C34878D82A}">
                    <a16:rowId xmlns:a16="http://schemas.microsoft.com/office/drawing/2014/main" val="3063023987"/>
                  </a:ext>
                </a:extLst>
              </a:tr>
              <a:tr h="572354">
                <a:tc>
                  <a:txBody>
                    <a:bodyPr/>
                    <a:lstStyle/>
                    <a:p>
                      <a:pPr marL="0" marR="0" algn="ctr">
                        <a:lnSpc>
                          <a:spcPct val="115000"/>
                        </a:lnSpc>
                        <a:spcAft>
                          <a:spcPts val="800"/>
                        </a:spcAft>
                        <a:buNone/>
                        <a:tabLst>
                          <a:tab pos="1303655" algn="l"/>
                        </a:tabLst>
                      </a:pPr>
                      <a:r>
                        <a:rPr lang="en-US" sz="1400" b="1" kern="100">
                          <a:effectLst/>
                        </a:rPr>
                        <a:t>3</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a:effectLst/>
                        </a:rPr>
                        <a:t>C</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Account Access</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Online access and management</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Phone-based customer service and support</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extLst>
                  <a:ext uri="{0D108BD9-81ED-4DB2-BD59-A6C34878D82A}">
                    <a16:rowId xmlns:a16="http://schemas.microsoft.com/office/drawing/2014/main" val="906388621"/>
                  </a:ext>
                </a:extLst>
              </a:tr>
              <a:tr h="867899">
                <a:tc>
                  <a:txBody>
                    <a:bodyPr/>
                    <a:lstStyle/>
                    <a:p>
                      <a:pPr marL="0" marR="0" algn="ctr">
                        <a:lnSpc>
                          <a:spcPct val="115000"/>
                        </a:lnSpc>
                        <a:spcAft>
                          <a:spcPts val="800"/>
                        </a:spcAft>
                        <a:buNone/>
                        <a:tabLst>
                          <a:tab pos="1303655" algn="l"/>
                        </a:tabLst>
                      </a:pPr>
                      <a:r>
                        <a:rPr lang="en-US" sz="1400" b="1" kern="100">
                          <a:effectLst/>
                        </a:rPr>
                        <a:t>4</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a:effectLst/>
                        </a:rPr>
                        <a:t>D</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Renewal Options</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Automatic renewal at maturity</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Option to renew and add additional funds at maturity</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extLst>
                  <a:ext uri="{0D108BD9-81ED-4DB2-BD59-A6C34878D82A}">
                    <a16:rowId xmlns:a16="http://schemas.microsoft.com/office/drawing/2014/main" val="4173334630"/>
                  </a:ext>
                </a:extLst>
              </a:tr>
              <a:tr h="1163445">
                <a:tc>
                  <a:txBody>
                    <a:bodyPr/>
                    <a:lstStyle/>
                    <a:p>
                      <a:pPr marL="0" marR="0" algn="ctr">
                        <a:lnSpc>
                          <a:spcPct val="115000"/>
                        </a:lnSpc>
                        <a:spcAft>
                          <a:spcPts val="800"/>
                        </a:spcAft>
                        <a:buNone/>
                        <a:tabLst>
                          <a:tab pos="1303655" algn="l"/>
                        </a:tabLst>
                      </a:pPr>
                      <a:r>
                        <a:rPr lang="en-US" sz="1400" b="1" kern="100">
                          <a:effectLst/>
                        </a:rPr>
                        <a:t>5</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a:effectLst/>
                        </a:rPr>
                        <a:t>E</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a:effectLst/>
                        </a:rPr>
                        <a:t>Add Up Services with FDs</a:t>
                      </a:r>
                      <a:endParaRPr lang="en-IN" sz="2400" b="1"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Overdraft facilities with Option to take a loan up to 50% against the fixed deposit</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tc>
                  <a:txBody>
                    <a:bodyPr/>
                    <a:lstStyle/>
                    <a:p>
                      <a:pPr marL="0" marR="0" algn="ctr">
                        <a:lnSpc>
                          <a:spcPct val="115000"/>
                        </a:lnSpc>
                        <a:spcAft>
                          <a:spcPts val="800"/>
                        </a:spcAft>
                        <a:buNone/>
                        <a:tabLst>
                          <a:tab pos="1303655" algn="l"/>
                        </a:tabLst>
                      </a:pPr>
                      <a:r>
                        <a:rPr lang="en-US" sz="1400" b="1" kern="100" dirty="0">
                          <a:effectLst/>
                        </a:rPr>
                        <a:t>Option to take a loan up</a:t>
                      </a:r>
                    </a:p>
                    <a:p>
                      <a:pPr marL="0" marR="0" algn="ctr">
                        <a:lnSpc>
                          <a:spcPct val="115000"/>
                        </a:lnSpc>
                        <a:spcAft>
                          <a:spcPts val="800"/>
                        </a:spcAft>
                        <a:buNone/>
                        <a:tabLst>
                          <a:tab pos="1303655" algn="l"/>
                        </a:tabLst>
                      </a:pPr>
                      <a:r>
                        <a:rPr lang="en-US" sz="1400" b="1" kern="100" dirty="0">
                          <a:effectLst/>
                        </a:rPr>
                        <a:t>to 110% against the fixed deposit</a:t>
                      </a:r>
                      <a:endParaRPr lang="en-IN" sz="24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solidFill>
                      <a:schemeClr val="bg1">
                        <a:lumMod val="95000"/>
                      </a:schemeClr>
                    </a:solidFill>
                  </a:tcPr>
                </a:tc>
                <a:extLst>
                  <a:ext uri="{0D108BD9-81ED-4DB2-BD59-A6C34878D82A}">
                    <a16:rowId xmlns:a16="http://schemas.microsoft.com/office/drawing/2014/main" val="3069711720"/>
                  </a:ext>
                </a:extLst>
              </a:tr>
            </a:tbl>
          </a:graphicData>
        </a:graphic>
      </p:graphicFrame>
      <p:sp>
        <p:nvSpPr>
          <p:cNvPr id="4" name="TextBox 3">
            <a:extLst>
              <a:ext uri="{FF2B5EF4-FFF2-40B4-BE49-F238E27FC236}">
                <a16:creationId xmlns:a16="http://schemas.microsoft.com/office/drawing/2014/main" id="{521970C3-AE97-0561-BE92-140868B3377C}"/>
              </a:ext>
            </a:extLst>
          </p:cNvPr>
          <p:cNvSpPr txBox="1"/>
          <p:nvPr/>
        </p:nvSpPr>
        <p:spPr>
          <a:xfrm>
            <a:off x="3426311" y="206728"/>
            <a:ext cx="4701092"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Feature selection</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598231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951B6-A384-93CB-0B01-EAF0D58E7B79}"/>
              </a:ext>
            </a:extLst>
          </p:cNvPr>
          <p:cNvSpPr>
            <a:spLocks noGrp="1"/>
          </p:cNvSpPr>
          <p:nvPr>
            <p:ph type="title"/>
          </p:nvPr>
        </p:nvSpPr>
        <p:spPr>
          <a:xfrm>
            <a:off x="838199" y="191068"/>
            <a:ext cx="10515600" cy="1325563"/>
          </a:xfrm>
        </p:spPr>
        <p:txBody>
          <a:bodyPr>
            <a:normAutofit/>
          </a:bodyPr>
          <a:lstStyle/>
          <a:p>
            <a:pPr marL="571500" indent="-571500">
              <a:buFont typeface="Wingdings" panose="05000000000000000000" pitchFamily="2" charset="2"/>
              <a:buChar char="q"/>
            </a:pPr>
            <a:r>
              <a:rPr lang="en-IN" sz="3200" b="1" dirty="0">
                <a:solidFill>
                  <a:schemeClr val="accent1"/>
                </a:solidFill>
                <a:effectLst/>
                <a:latin typeface="Times New Roman" panose="02020603050405020304" pitchFamily="18" charset="0"/>
                <a:ea typeface="Calibri" panose="020F0502020204030204" pitchFamily="34" charset="0"/>
              </a:rPr>
              <a:t>Analyse Phase – Data Analysis and interpretation </a:t>
            </a:r>
            <a:endParaRPr lang="en-IN" sz="3200" dirty="0">
              <a:solidFill>
                <a:schemeClr val="accent1"/>
              </a:solidFill>
            </a:endParaRPr>
          </a:p>
        </p:txBody>
      </p:sp>
      <p:pic>
        <p:nvPicPr>
          <p:cNvPr id="4" name="Content Placeholder 3">
            <a:extLst>
              <a:ext uri="{FF2B5EF4-FFF2-40B4-BE49-F238E27FC236}">
                <a16:creationId xmlns:a16="http://schemas.microsoft.com/office/drawing/2014/main" id="{023120EE-E237-9C58-0649-C718A818584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199" y="1400672"/>
            <a:ext cx="10515600" cy="2256928"/>
          </a:xfrm>
          <a:prstGeom prst="rect">
            <a:avLst/>
          </a:prstGeom>
          <a:noFill/>
          <a:ln>
            <a:noFill/>
          </a:ln>
        </p:spPr>
      </p:pic>
      <p:pic>
        <p:nvPicPr>
          <p:cNvPr id="6" name="Picture 5">
            <a:extLst>
              <a:ext uri="{FF2B5EF4-FFF2-40B4-BE49-F238E27FC236}">
                <a16:creationId xmlns:a16="http://schemas.microsoft.com/office/drawing/2014/main" id="{F3FF2B30-917F-01D7-A8A2-26B8EA200C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199" y="3837221"/>
            <a:ext cx="7322575" cy="2256928"/>
          </a:xfrm>
          <a:prstGeom prst="rect">
            <a:avLst/>
          </a:prstGeom>
          <a:noFill/>
          <a:ln>
            <a:noFill/>
          </a:ln>
        </p:spPr>
      </p:pic>
      <p:sp>
        <p:nvSpPr>
          <p:cNvPr id="7" name="TextBox 6">
            <a:extLst>
              <a:ext uri="{FF2B5EF4-FFF2-40B4-BE49-F238E27FC236}">
                <a16:creationId xmlns:a16="http://schemas.microsoft.com/office/drawing/2014/main" id="{B6A0FCAD-B249-4C55-FF97-EA736CC77463}"/>
              </a:ext>
            </a:extLst>
          </p:cNvPr>
          <p:cNvSpPr txBox="1"/>
          <p:nvPr/>
        </p:nvSpPr>
        <p:spPr>
          <a:xfrm>
            <a:off x="7731509" y="4133634"/>
            <a:ext cx="3789931" cy="1707134"/>
          </a:xfrm>
          <a:prstGeom prst="rect">
            <a:avLst/>
          </a:prstGeom>
          <a:noFill/>
        </p:spPr>
        <p:txBody>
          <a:bodyPr wrap="square" rtlCol="0">
            <a:spAutoFit/>
          </a:bodyPr>
          <a:lstStyle/>
          <a:p>
            <a:pPr marL="800100" marR="0" indent="-285750">
              <a:lnSpc>
                <a:spcPct val="115000"/>
              </a:lnSpc>
              <a:spcAft>
                <a:spcPts val="800"/>
              </a:spcAft>
              <a:buFont typeface="Wingdings" panose="05000000000000000000" pitchFamily="2" charset="2"/>
              <a:buChar char="Ø"/>
              <a:tabLst>
                <a:tab pos="1303655" algn="l"/>
              </a:tabLst>
            </a:pPr>
            <a:r>
              <a:rPr lang="en-IN" sz="1600" b="1" kern="100" dirty="0">
                <a:effectLst/>
                <a:latin typeface="Times New Roman" panose="02020603050405020304" pitchFamily="18" charset="0"/>
                <a:ea typeface="Calibri" panose="020F0502020204030204" pitchFamily="34" charset="0"/>
                <a:cs typeface="Mangal" panose="02040503050203030202" pitchFamily="18" charset="0"/>
              </a:rPr>
              <a:t>Slope coefficient – shows which offers are most preferred</a:t>
            </a:r>
            <a:endParaRPr lang="en-IN" sz="1600" b="1" kern="100" dirty="0">
              <a:effectLst/>
              <a:latin typeface="Calibri" panose="020F0502020204030204" pitchFamily="34" charset="0"/>
              <a:ea typeface="Calibri" panose="020F0502020204030204" pitchFamily="34" charset="0"/>
              <a:cs typeface="Mangal" panose="02040503050203030202" pitchFamily="18" charset="0"/>
            </a:endParaRPr>
          </a:p>
          <a:p>
            <a:pPr marL="800100" marR="0" indent="-285750">
              <a:lnSpc>
                <a:spcPct val="115000"/>
              </a:lnSpc>
              <a:spcAft>
                <a:spcPts val="800"/>
              </a:spcAft>
              <a:buFont typeface="Wingdings" panose="05000000000000000000" pitchFamily="2" charset="2"/>
              <a:buChar char="Ø"/>
              <a:tabLst>
                <a:tab pos="1303655" algn="l"/>
              </a:tabLst>
            </a:pPr>
            <a:r>
              <a:rPr lang="en-IN" sz="1600" b="1" kern="100" dirty="0">
                <a:effectLst/>
                <a:latin typeface="Times New Roman" panose="02020603050405020304" pitchFamily="18" charset="0"/>
                <a:ea typeface="Calibri" panose="020F0502020204030204" pitchFamily="34" charset="0"/>
                <a:cs typeface="Mangal" panose="02040503050203030202" pitchFamily="18" charset="0"/>
              </a:rPr>
              <a:t>P-value – indicates how significant each feature is</a:t>
            </a:r>
            <a:endParaRPr lang="en-IN" sz="1600" b="1"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1829645831"/>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25D362A3-3D63-C966-2E7A-E55C063D361C}"/>
              </a:ext>
            </a:extLst>
          </p:cNvPr>
          <p:cNvGraphicFramePr>
            <a:graphicFrameLocks noGrp="1"/>
          </p:cNvGraphicFramePr>
          <p:nvPr>
            <p:ph sz="half" idx="1"/>
            <p:extLst>
              <p:ext uri="{D42A27DB-BD31-4B8C-83A1-F6EECF244321}">
                <p14:modId xmlns:p14="http://schemas.microsoft.com/office/powerpoint/2010/main" val="346331966"/>
              </p:ext>
            </p:extLst>
          </p:nvPr>
        </p:nvGraphicFramePr>
        <p:xfrm>
          <a:off x="737421" y="417501"/>
          <a:ext cx="5181600" cy="4330067"/>
        </p:xfrm>
        <a:graphic>
          <a:graphicData uri="http://schemas.openxmlformats.org/drawingml/2006/table">
            <a:tbl>
              <a:tblPr firstRow="1" firstCol="1" bandRow="1">
                <a:tableStyleId>{FABFCF23-3B69-468F-B69F-88F6DE6A72F2}</a:tableStyleId>
              </a:tblPr>
              <a:tblGrid>
                <a:gridCol w="1277264">
                  <a:extLst>
                    <a:ext uri="{9D8B030D-6E8A-4147-A177-3AD203B41FA5}">
                      <a16:colId xmlns:a16="http://schemas.microsoft.com/office/drawing/2014/main" val="1195131360"/>
                    </a:ext>
                  </a:extLst>
                </a:gridCol>
                <a:gridCol w="572013">
                  <a:extLst>
                    <a:ext uri="{9D8B030D-6E8A-4147-A177-3AD203B41FA5}">
                      <a16:colId xmlns:a16="http://schemas.microsoft.com/office/drawing/2014/main" val="1881377019"/>
                    </a:ext>
                  </a:extLst>
                </a:gridCol>
                <a:gridCol w="535109">
                  <a:extLst>
                    <a:ext uri="{9D8B030D-6E8A-4147-A177-3AD203B41FA5}">
                      <a16:colId xmlns:a16="http://schemas.microsoft.com/office/drawing/2014/main" val="2076124269"/>
                    </a:ext>
                  </a:extLst>
                </a:gridCol>
                <a:gridCol w="772103">
                  <a:extLst>
                    <a:ext uri="{9D8B030D-6E8A-4147-A177-3AD203B41FA5}">
                      <a16:colId xmlns:a16="http://schemas.microsoft.com/office/drawing/2014/main" val="1959335619"/>
                    </a:ext>
                  </a:extLst>
                </a:gridCol>
                <a:gridCol w="2025111">
                  <a:extLst>
                    <a:ext uri="{9D8B030D-6E8A-4147-A177-3AD203B41FA5}">
                      <a16:colId xmlns:a16="http://schemas.microsoft.com/office/drawing/2014/main" val="274553706"/>
                    </a:ext>
                  </a:extLst>
                </a:gridCol>
              </a:tblGrid>
              <a:tr h="693726">
                <a:tc>
                  <a:txBody>
                    <a:bodyPr/>
                    <a:lstStyle/>
                    <a:p>
                      <a:pPr marL="0" marR="0">
                        <a:lnSpc>
                          <a:spcPct val="115000"/>
                        </a:lnSpc>
                        <a:spcAft>
                          <a:spcPts val="800"/>
                        </a:spcAft>
                        <a:buNone/>
                        <a:tabLst>
                          <a:tab pos="1805305" algn="l"/>
                        </a:tabLst>
                      </a:pPr>
                      <a:r>
                        <a:rPr lang="en-IN" sz="1400" b="1" kern="0" dirty="0">
                          <a:effectLst/>
                        </a:rPr>
                        <a:t>Feature</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b="1" kern="0" dirty="0">
                          <a:effectLst/>
                        </a:rPr>
                        <a:t>p-Value</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b="1" kern="0">
                          <a:effectLst/>
                        </a:rPr>
                        <a:t>Risk (%)</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b="1" kern="0" dirty="0">
                          <a:effectLst/>
                        </a:rPr>
                        <a:t>Assurance (%)</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b="1" kern="0">
                          <a:effectLst/>
                        </a:rPr>
                        <a:t>Interpretation</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extLst>
                  <a:ext uri="{0D108BD9-81ED-4DB2-BD59-A6C34878D82A}">
                    <a16:rowId xmlns:a16="http://schemas.microsoft.com/office/drawing/2014/main" val="536440579"/>
                  </a:ext>
                </a:extLst>
              </a:tr>
              <a:tr h="703362">
                <a:tc>
                  <a:txBody>
                    <a:bodyPr/>
                    <a:lstStyle/>
                    <a:p>
                      <a:pPr marL="0" marR="0">
                        <a:lnSpc>
                          <a:spcPct val="115000"/>
                        </a:lnSpc>
                        <a:spcAft>
                          <a:spcPts val="800"/>
                        </a:spcAft>
                        <a:buNone/>
                        <a:tabLst>
                          <a:tab pos="1805305" algn="l"/>
                        </a:tabLst>
                      </a:pPr>
                      <a:r>
                        <a:rPr lang="en-IN" sz="1400" b="1" kern="0" dirty="0">
                          <a:effectLst/>
                        </a:rPr>
                        <a:t>Deposit Term &amp; Interest Rate</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a:effectLst/>
                        </a:rPr>
                        <a:t>0.139</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a:effectLst/>
                        </a:rPr>
                        <a:t>13.90%</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dirty="0">
                          <a:effectLst/>
                        </a:rPr>
                        <a:t>86.10%</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b="1" kern="0" dirty="0">
                          <a:effectLst/>
                        </a:rPr>
                        <a:t>Moderately important</a:t>
                      </a:r>
                      <a:r>
                        <a:rPr lang="en-IN" sz="1400" kern="0" dirty="0">
                          <a:effectLst/>
                        </a:rPr>
                        <a:t>, not highly significant.</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extLst>
                  <a:ext uri="{0D108BD9-81ED-4DB2-BD59-A6C34878D82A}">
                    <a16:rowId xmlns:a16="http://schemas.microsoft.com/office/drawing/2014/main" val="1850641069"/>
                  </a:ext>
                </a:extLst>
              </a:tr>
              <a:tr h="982541">
                <a:tc>
                  <a:txBody>
                    <a:bodyPr/>
                    <a:lstStyle/>
                    <a:p>
                      <a:pPr marL="0" marR="0">
                        <a:lnSpc>
                          <a:spcPct val="115000"/>
                        </a:lnSpc>
                        <a:spcAft>
                          <a:spcPts val="800"/>
                        </a:spcAft>
                        <a:buNone/>
                        <a:tabLst>
                          <a:tab pos="1805305" algn="l"/>
                        </a:tabLst>
                      </a:pPr>
                      <a:r>
                        <a:rPr lang="en-IN" sz="1400" b="1" kern="0">
                          <a:effectLst/>
                        </a:rPr>
                        <a:t>Minimum Deposit Amount Allowed</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a:effectLst/>
                        </a:rPr>
                        <a:t>0.129</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a:effectLst/>
                        </a:rPr>
                        <a:t>12.90%</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a:effectLst/>
                        </a:rPr>
                        <a:t>87.10%</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b="1" kern="0">
                          <a:effectLst/>
                        </a:rPr>
                        <a:t>Moderately important</a:t>
                      </a:r>
                      <a:r>
                        <a:rPr lang="en-IN" sz="1400" kern="0">
                          <a:effectLst/>
                        </a:rPr>
                        <a:t>, somewhat significant.</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extLst>
                  <a:ext uri="{0D108BD9-81ED-4DB2-BD59-A6C34878D82A}">
                    <a16:rowId xmlns:a16="http://schemas.microsoft.com/office/drawing/2014/main" val="2518920031"/>
                  </a:ext>
                </a:extLst>
              </a:tr>
              <a:tr h="483948">
                <a:tc>
                  <a:txBody>
                    <a:bodyPr/>
                    <a:lstStyle/>
                    <a:p>
                      <a:pPr marL="0" marR="0">
                        <a:lnSpc>
                          <a:spcPct val="115000"/>
                        </a:lnSpc>
                        <a:spcAft>
                          <a:spcPts val="800"/>
                        </a:spcAft>
                        <a:buNone/>
                        <a:tabLst>
                          <a:tab pos="1805305" algn="l"/>
                        </a:tabLst>
                      </a:pPr>
                      <a:r>
                        <a:rPr lang="en-IN" sz="1400" b="1" kern="0">
                          <a:effectLst/>
                        </a:rPr>
                        <a:t>Account Access</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a:effectLst/>
                        </a:rPr>
                        <a:t>0.039</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a:effectLst/>
                        </a:rPr>
                        <a:t>3.90%</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a:effectLst/>
                        </a:rPr>
                        <a:t>96.10%</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b="1" kern="0">
                          <a:effectLst/>
                        </a:rPr>
                        <a:t>Highly significant</a:t>
                      </a:r>
                      <a:r>
                        <a:rPr lang="en-IN" sz="1400" kern="0">
                          <a:effectLst/>
                        </a:rPr>
                        <a:t>, strongly preferred.</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extLst>
                  <a:ext uri="{0D108BD9-81ED-4DB2-BD59-A6C34878D82A}">
                    <a16:rowId xmlns:a16="http://schemas.microsoft.com/office/drawing/2014/main" val="2984694789"/>
                  </a:ext>
                </a:extLst>
              </a:tr>
              <a:tr h="733245">
                <a:tc>
                  <a:txBody>
                    <a:bodyPr/>
                    <a:lstStyle/>
                    <a:p>
                      <a:pPr marL="0" marR="0">
                        <a:lnSpc>
                          <a:spcPct val="115000"/>
                        </a:lnSpc>
                        <a:spcAft>
                          <a:spcPts val="800"/>
                        </a:spcAft>
                        <a:buNone/>
                        <a:tabLst>
                          <a:tab pos="1805305" algn="l"/>
                        </a:tabLst>
                      </a:pPr>
                      <a:r>
                        <a:rPr lang="en-IN" sz="1400" b="1" kern="0">
                          <a:effectLst/>
                        </a:rPr>
                        <a:t>Renewal Options</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a:effectLst/>
                        </a:rPr>
                        <a:t>0</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a:effectLst/>
                        </a:rPr>
                        <a:t>0.00%</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dirty="0">
                          <a:effectLst/>
                        </a:rPr>
                        <a:t>100%</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b="1" kern="0" dirty="0">
                          <a:effectLst/>
                        </a:rPr>
                        <a:t>Most significant</a:t>
                      </a:r>
                      <a:r>
                        <a:rPr lang="en-IN" sz="1400" kern="0" dirty="0">
                          <a:effectLst/>
                        </a:rPr>
                        <a:t>, customers definitely prefer this feature.</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extLst>
                  <a:ext uri="{0D108BD9-81ED-4DB2-BD59-A6C34878D82A}">
                    <a16:rowId xmlns:a16="http://schemas.microsoft.com/office/drawing/2014/main" val="3897333509"/>
                  </a:ext>
                </a:extLst>
              </a:tr>
              <a:tr h="733245">
                <a:tc>
                  <a:txBody>
                    <a:bodyPr/>
                    <a:lstStyle/>
                    <a:p>
                      <a:pPr marL="0" marR="0">
                        <a:lnSpc>
                          <a:spcPct val="115000"/>
                        </a:lnSpc>
                        <a:spcAft>
                          <a:spcPts val="800"/>
                        </a:spcAft>
                        <a:buNone/>
                        <a:tabLst>
                          <a:tab pos="1805305" algn="l"/>
                        </a:tabLst>
                      </a:pPr>
                      <a:r>
                        <a:rPr lang="en-IN" sz="1400" b="1" kern="0">
                          <a:effectLst/>
                        </a:rPr>
                        <a:t>Add Up Services with FDs</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a:effectLst/>
                        </a:rPr>
                        <a:t>0.272</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a:effectLst/>
                        </a:rPr>
                        <a:t>27.20%</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kern="0" dirty="0">
                          <a:effectLst/>
                        </a:rPr>
                        <a:t>72.80%</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tc>
                  <a:txBody>
                    <a:bodyPr/>
                    <a:lstStyle/>
                    <a:p>
                      <a:pPr marL="0" marR="0">
                        <a:lnSpc>
                          <a:spcPct val="115000"/>
                        </a:lnSpc>
                        <a:spcAft>
                          <a:spcPts val="800"/>
                        </a:spcAft>
                        <a:buNone/>
                        <a:tabLst>
                          <a:tab pos="1805305" algn="l"/>
                        </a:tabLst>
                      </a:pPr>
                      <a:r>
                        <a:rPr lang="en-IN" sz="1400" b="1" kern="0" dirty="0">
                          <a:effectLst/>
                        </a:rPr>
                        <a:t>Less significant</a:t>
                      </a:r>
                      <a:r>
                        <a:rPr lang="en-IN" sz="1400" kern="0" dirty="0">
                          <a:effectLst/>
                        </a:rPr>
                        <a:t>, not strongly preferred.</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2069" marR="62069" marT="0" marB="0"/>
                </a:tc>
                <a:extLst>
                  <a:ext uri="{0D108BD9-81ED-4DB2-BD59-A6C34878D82A}">
                    <a16:rowId xmlns:a16="http://schemas.microsoft.com/office/drawing/2014/main" val="3897411339"/>
                  </a:ext>
                </a:extLst>
              </a:tr>
            </a:tbl>
          </a:graphicData>
        </a:graphic>
      </p:graphicFrame>
      <p:graphicFrame>
        <p:nvGraphicFramePr>
          <p:cNvPr id="7" name="Content Placeholder 6">
            <a:extLst>
              <a:ext uri="{FF2B5EF4-FFF2-40B4-BE49-F238E27FC236}">
                <a16:creationId xmlns:a16="http://schemas.microsoft.com/office/drawing/2014/main" id="{46D08835-C433-D6D9-384F-D972DA61BF90}"/>
              </a:ext>
            </a:extLst>
          </p:cNvPr>
          <p:cNvGraphicFramePr>
            <a:graphicFrameLocks noGrp="1"/>
          </p:cNvGraphicFramePr>
          <p:nvPr>
            <p:ph sz="half" idx="2"/>
            <p:extLst>
              <p:ext uri="{D42A27DB-BD31-4B8C-83A1-F6EECF244321}">
                <p14:modId xmlns:p14="http://schemas.microsoft.com/office/powerpoint/2010/main" val="2871531235"/>
              </p:ext>
            </p:extLst>
          </p:nvPr>
        </p:nvGraphicFramePr>
        <p:xfrm>
          <a:off x="6255775" y="417501"/>
          <a:ext cx="5181600" cy="4330068"/>
        </p:xfrm>
        <a:graphic>
          <a:graphicData uri="http://schemas.openxmlformats.org/drawingml/2006/table">
            <a:tbl>
              <a:tblPr firstRow="1" firstCol="1" bandRow="1">
                <a:tableStyleId>{FABFCF23-3B69-468F-B69F-88F6DE6A72F2}</a:tableStyleId>
              </a:tblPr>
              <a:tblGrid>
                <a:gridCol w="1199535">
                  <a:extLst>
                    <a:ext uri="{9D8B030D-6E8A-4147-A177-3AD203B41FA5}">
                      <a16:colId xmlns:a16="http://schemas.microsoft.com/office/drawing/2014/main" val="92131756"/>
                    </a:ext>
                  </a:extLst>
                </a:gridCol>
                <a:gridCol w="1211825">
                  <a:extLst>
                    <a:ext uri="{9D8B030D-6E8A-4147-A177-3AD203B41FA5}">
                      <a16:colId xmlns:a16="http://schemas.microsoft.com/office/drawing/2014/main" val="1528261268"/>
                    </a:ext>
                  </a:extLst>
                </a:gridCol>
                <a:gridCol w="1189704">
                  <a:extLst>
                    <a:ext uri="{9D8B030D-6E8A-4147-A177-3AD203B41FA5}">
                      <a16:colId xmlns:a16="http://schemas.microsoft.com/office/drawing/2014/main" val="4072014568"/>
                    </a:ext>
                  </a:extLst>
                </a:gridCol>
                <a:gridCol w="1580536">
                  <a:extLst>
                    <a:ext uri="{9D8B030D-6E8A-4147-A177-3AD203B41FA5}">
                      <a16:colId xmlns:a16="http://schemas.microsoft.com/office/drawing/2014/main" val="17170690"/>
                    </a:ext>
                  </a:extLst>
                </a:gridCol>
              </a:tblGrid>
              <a:tr h="468800">
                <a:tc>
                  <a:txBody>
                    <a:bodyPr/>
                    <a:lstStyle/>
                    <a:p>
                      <a:pPr marL="0" marR="0">
                        <a:lnSpc>
                          <a:spcPct val="115000"/>
                        </a:lnSpc>
                        <a:spcAft>
                          <a:spcPts val="800"/>
                        </a:spcAft>
                        <a:buNone/>
                        <a:tabLst>
                          <a:tab pos="1805305" algn="l"/>
                        </a:tabLst>
                      </a:pPr>
                      <a:r>
                        <a:rPr lang="en-IN" sz="1400" b="1" kern="0">
                          <a:effectLst/>
                        </a:rPr>
                        <a:t>Feature</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b="1" kern="0">
                          <a:effectLst/>
                        </a:rPr>
                        <a:t>Slope Coefficient (β)</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b="1" kern="0">
                          <a:effectLst/>
                        </a:rPr>
                        <a:t>Customer Preference</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b="1" kern="0">
                          <a:effectLst/>
                        </a:rPr>
                        <a:t>Action for Bank</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extLst>
                  <a:ext uri="{0D108BD9-81ED-4DB2-BD59-A6C34878D82A}">
                    <a16:rowId xmlns:a16="http://schemas.microsoft.com/office/drawing/2014/main" val="4041826351"/>
                  </a:ext>
                </a:extLst>
              </a:tr>
              <a:tr h="710294">
                <a:tc>
                  <a:txBody>
                    <a:bodyPr/>
                    <a:lstStyle/>
                    <a:p>
                      <a:pPr marL="0" marR="0">
                        <a:lnSpc>
                          <a:spcPct val="115000"/>
                        </a:lnSpc>
                        <a:spcAft>
                          <a:spcPts val="800"/>
                        </a:spcAft>
                        <a:buNone/>
                        <a:tabLst>
                          <a:tab pos="1805305" algn="l"/>
                        </a:tabLst>
                      </a:pPr>
                      <a:r>
                        <a:rPr lang="en-IN" sz="1400" b="1" kern="0" dirty="0">
                          <a:effectLst/>
                        </a:rPr>
                        <a:t>Deposit Term &amp; Interest Rate</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a:effectLst/>
                        </a:rPr>
                        <a:t>0.824</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a:effectLst/>
                        </a:rPr>
                        <a:t>Customers prefer </a:t>
                      </a:r>
                      <a:r>
                        <a:rPr lang="en-IN" sz="1400" b="1" kern="0">
                          <a:effectLst/>
                        </a:rPr>
                        <a:t>new offer</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a:effectLst/>
                        </a:rPr>
                        <a:t>Change to: </a:t>
                      </a:r>
                      <a:r>
                        <a:rPr lang="en-IN" sz="1400" b="1" kern="0">
                          <a:effectLst/>
                        </a:rPr>
                        <a:t>Min. 50 days with interest rate of 4.75%</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extLst>
                  <a:ext uri="{0D108BD9-81ED-4DB2-BD59-A6C34878D82A}">
                    <a16:rowId xmlns:a16="http://schemas.microsoft.com/office/drawing/2014/main" val="2343245780"/>
                  </a:ext>
                </a:extLst>
              </a:tr>
              <a:tr h="951787">
                <a:tc>
                  <a:txBody>
                    <a:bodyPr/>
                    <a:lstStyle/>
                    <a:p>
                      <a:pPr marL="0" marR="0">
                        <a:lnSpc>
                          <a:spcPct val="115000"/>
                        </a:lnSpc>
                        <a:spcAft>
                          <a:spcPts val="800"/>
                        </a:spcAft>
                        <a:buNone/>
                        <a:tabLst>
                          <a:tab pos="1805305" algn="l"/>
                        </a:tabLst>
                      </a:pPr>
                      <a:r>
                        <a:rPr lang="en-IN" sz="1400" b="1" kern="0">
                          <a:effectLst/>
                        </a:rPr>
                        <a:t>Minimum Deposit Amount Allowed</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a:effectLst/>
                        </a:rPr>
                        <a:t>0.845</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a:effectLst/>
                        </a:rPr>
                        <a:t>Customers prefer </a:t>
                      </a:r>
                      <a:r>
                        <a:rPr lang="en-IN" sz="1400" b="1" kern="0">
                          <a:effectLst/>
                        </a:rPr>
                        <a:t>new offer</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a:effectLst/>
                        </a:rPr>
                        <a:t>Change to: </a:t>
                      </a:r>
                      <a:r>
                        <a:rPr lang="en-IN" sz="1400" b="1" kern="0">
                          <a:effectLst/>
                        </a:rPr>
                        <a:t>Min. deposit of ₹15,000</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extLst>
                  <a:ext uri="{0D108BD9-81ED-4DB2-BD59-A6C34878D82A}">
                    <a16:rowId xmlns:a16="http://schemas.microsoft.com/office/drawing/2014/main" val="642388895"/>
                  </a:ext>
                </a:extLst>
              </a:tr>
              <a:tr h="710294">
                <a:tc>
                  <a:txBody>
                    <a:bodyPr/>
                    <a:lstStyle/>
                    <a:p>
                      <a:pPr marL="0" marR="0">
                        <a:lnSpc>
                          <a:spcPct val="115000"/>
                        </a:lnSpc>
                        <a:spcAft>
                          <a:spcPts val="800"/>
                        </a:spcAft>
                        <a:buNone/>
                        <a:tabLst>
                          <a:tab pos="1805305" algn="l"/>
                        </a:tabLst>
                      </a:pPr>
                      <a:r>
                        <a:rPr lang="en-IN" sz="1400" b="1" kern="0" dirty="0">
                          <a:effectLst/>
                        </a:rPr>
                        <a:t>Account Access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dirty="0">
                          <a:effectLst/>
                        </a:rPr>
                        <a:t>1.152</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a:effectLst/>
                        </a:rPr>
                        <a:t>Customers prefer </a:t>
                      </a:r>
                      <a:r>
                        <a:rPr lang="en-IN" sz="1400" b="1" kern="0">
                          <a:effectLst/>
                        </a:rPr>
                        <a:t>new offer</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a:effectLst/>
                        </a:rPr>
                        <a:t>Change to: </a:t>
                      </a:r>
                      <a:r>
                        <a:rPr lang="en-IN" sz="1400" b="1" kern="0">
                          <a:effectLst/>
                        </a:rPr>
                        <a:t>Phone-based customer service &amp; support</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extLst>
                  <a:ext uri="{0D108BD9-81ED-4DB2-BD59-A6C34878D82A}">
                    <a16:rowId xmlns:a16="http://schemas.microsoft.com/office/drawing/2014/main" val="3069038517"/>
                  </a:ext>
                </a:extLst>
              </a:tr>
              <a:tr h="710294">
                <a:tc>
                  <a:txBody>
                    <a:bodyPr/>
                    <a:lstStyle/>
                    <a:p>
                      <a:pPr marL="0" marR="0">
                        <a:lnSpc>
                          <a:spcPct val="115000"/>
                        </a:lnSpc>
                        <a:spcAft>
                          <a:spcPts val="800"/>
                        </a:spcAft>
                        <a:buNone/>
                        <a:tabLst>
                          <a:tab pos="1805305" algn="l"/>
                        </a:tabLst>
                      </a:pPr>
                      <a:r>
                        <a:rPr lang="en-IN" sz="1400" b="1" kern="0" dirty="0">
                          <a:effectLst/>
                        </a:rPr>
                        <a:t>Renewal Options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a:effectLst/>
                        </a:rPr>
                        <a:t>2.964</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a:effectLst/>
                        </a:rPr>
                        <a:t>Customers prefer </a:t>
                      </a:r>
                      <a:r>
                        <a:rPr lang="en-IN" sz="1400" b="1" kern="0">
                          <a:effectLst/>
                        </a:rPr>
                        <a:t>new offer</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a:effectLst/>
                        </a:rPr>
                        <a:t>Change to: </a:t>
                      </a:r>
                      <a:r>
                        <a:rPr lang="en-IN" sz="1400" b="1" kern="0">
                          <a:effectLst/>
                        </a:rPr>
                        <a:t>Option to renew and add funds at maturity</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extLst>
                  <a:ext uri="{0D108BD9-81ED-4DB2-BD59-A6C34878D82A}">
                    <a16:rowId xmlns:a16="http://schemas.microsoft.com/office/drawing/2014/main" val="2544451282"/>
                  </a:ext>
                </a:extLst>
              </a:tr>
              <a:tr h="710294">
                <a:tc>
                  <a:txBody>
                    <a:bodyPr/>
                    <a:lstStyle/>
                    <a:p>
                      <a:pPr marL="0" marR="0">
                        <a:lnSpc>
                          <a:spcPct val="115000"/>
                        </a:lnSpc>
                        <a:spcAft>
                          <a:spcPts val="800"/>
                        </a:spcAft>
                        <a:buNone/>
                        <a:tabLst>
                          <a:tab pos="1805305" algn="l"/>
                        </a:tabLst>
                      </a:pPr>
                      <a:r>
                        <a:rPr lang="en-IN" sz="1400" b="1" kern="0" dirty="0">
                          <a:effectLst/>
                        </a:rPr>
                        <a:t>Add Up Services with FDs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a:effectLst/>
                        </a:rPr>
                        <a:t>–0.611</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dirty="0">
                          <a:effectLst/>
                        </a:rPr>
                        <a:t>Customers prefer </a:t>
                      </a:r>
                      <a:r>
                        <a:rPr lang="en-IN" sz="1400" b="1" kern="0" dirty="0">
                          <a:effectLst/>
                        </a:rPr>
                        <a:t>current offer</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tc>
                  <a:txBody>
                    <a:bodyPr/>
                    <a:lstStyle/>
                    <a:p>
                      <a:pPr marL="0" marR="0">
                        <a:lnSpc>
                          <a:spcPct val="115000"/>
                        </a:lnSpc>
                        <a:spcAft>
                          <a:spcPts val="800"/>
                        </a:spcAft>
                        <a:buNone/>
                        <a:tabLst>
                          <a:tab pos="1805305" algn="l"/>
                        </a:tabLst>
                      </a:pPr>
                      <a:r>
                        <a:rPr lang="en-IN" sz="1400" kern="0" dirty="0">
                          <a:effectLst/>
                        </a:rPr>
                        <a:t>Retain: </a:t>
                      </a:r>
                      <a:r>
                        <a:rPr lang="en-IN" sz="1400" b="1" kern="0" dirty="0">
                          <a:effectLst/>
                        </a:rPr>
                        <a:t>Existing overdraft/loan facility with FDs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0336" marR="60336" marT="0" marB="0"/>
                </a:tc>
                <a:extLst>
                  <a:ext uri="{0D108BD9-81ED-4DB2-BD59-A6C34878D82A}">
                    <a16:rowId xmlns:a16="http://schemas.microsoft.com/office/drawing/2014/main" val="2207051879"/>
                  </a:ext>
                </a:extLst>
              </a:tr>
            </a:tbl>
          </a:graphicData>
        </a:graphic>
      </p:graphicFrame>
      <p:sp>
        <p:nvSpPr>
          <p:cNvPr id="8" name="TextBox 7">
            <a:extLst>
              <a:ext uri="{FF2B5EF4-FFF2-40B4-BE49-F238E27FC236}">
                <a16:creationId xmlns:a16="http://schemas.microsoft.com/office/drawing/2014/main" id="{6249194E-F1EC-FD23-042D-B1DF8918C5B4}"/>
              </a:ext>
            </a:extLst>
          </p:cNvPr>
          <p:cNvSpPr txBox="1"/>
          <p:nvPr/>
        </p:nvSpPr>
        <p:spPr>
          <a:xfrm>
            <a:off x="919317" y="4882244"/>
            <a:ext cx="9999406" cy="1848711"/>
          </a:xfrm>
          <a:prstGeom prst="rect">
            <a:avLst/>
          </a:prstGeom>
          <a:noFill/>
        </p:spPr>
        <p:txBody>
          <a:bodyPr wrap="square" rtlCol="0">
            <a:spAutoFit/>
          </a:bodyPr>
          <a:lstStyle/>
          <a:p>
            <a:pPr marL="342900" marR="0" lvl="0" indent="-342900">
              <a:lnSpc>
                <a:spcPct val="115000"/>
              </a:lnSpc>
              <a:spcAft>
                <a:spcPts val="800"/>
              </a:spcAft>
              <a:buSzPts val="1000"/>
              <a:buFont typeface="Wingdings" panose="05000000000000000000" pitchFamily="2" charset="2"/>
              <a:buChar char="Ø"/>
              <a:tabLst>
                <a:tab pos="285750" algn="l"/>
                <a:tab pos="457200" algn="l"/>
                <a:tab pos="1805305" algn="l"/>
              </a:tabLst>
            </a:pP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4 out of 5 features show positive slope coefficients and low p-values, meaning customers prefer the new offers and the results are statistically significant.</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Wingdings" panose="05000000000000000000" pitchFamily="2" charset="2"/>
              <a:buChar char="Ø"/>
              <a:tabLst>
                <a:tab pos="285750" algn="l"/>
                <a:tab pos="457200" algn="l"/>
                <a:tab pos="1805305" algn="l"/>
              </a:tabLst>
            </a:pP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Only "Add Up Services with FDs" shows a negative slope and high p-value, meaning customers prefer the current offer and this preference is not statistically strong, but should still be retained.</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0356280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D4A5A-9CA5-6121-569C-0EA0D7B868DA}"/>
              </a:ext>
            </a:extLst>
          </p:cNvPr>
          <p:cNvSpPr>
            <a:spLocks noGrp="1"/>
          </p:cNvSpPr>
          <p:nvPr>
            <p:ph type="title"/>
          </p:nvPr>
        </p:nvSpPr>
        <p:spPr>
          <a:xfrm>
            <a:off x="838200" y="365125"/>
            <a:ext cx="10515600" cy="785249"/>
          </a:xfrm>
        </p:spPr>
        <p:txBody>
          <a:bodyPr>
            <a:normAutofit/>
          </a:bodyPr>
          <a:lstStyle/>
          <a:p>
            <a:pPr marL="285750" indent="-285750">
              <a:buFont typeface="Wingdings" panose="05000000000000000000" pitchFamily="2" charset="2"/>
              <a:buChar char="q"/>
            </a:pPr>
            <a:r>
              <a:rPr lang="en-IN" sz="3600" b="1" dirty="0">
                <a:solidFill>
                  <a:schemeClr val="accent1"/>
                </a:solidFill>
                <a:effectLst/>
                <a:latin typeface="Times New Roman" panose="02020603050405020304" pitchFamily="18" charset="0"/>
                <a:ea typeface="Calibri" panose="020F0502020204030204" pitchFamily="34" charset="0"/>
              </a:rPr>
              <a:t>Design Phase – Create Best FD Offer</a:t>
            </a:r>
            <a:endParaRPr lang="en-IN" sz="7200" dirty="0">
              <a:solidFill>
                <a:schemeClr val="accent1"/>
              </a:solidFill>
            </a:endParaRPr>
          </a:p>
        </p:txBody>
      </p:sp>
      <p:sp>
        <p:nvSpPr>
          <p:cNvPr id="3" name="Content Placeholder 2">
            <a:extLst>
              <a:ext uri="{FF2B5EF4-FFF2-40B4-BE49-F238E27FC236}">
                <a16:creationId xmlns:a16="http://schemas.microsoft.com/office/drawing/2014/main" id="{F7AE7FB6-5EC9-6135-4A2D-64DD3B6CD494}"/>
              </a:ext>
            </a:extLst>
          </p:cNvPr>
          <p:cNvSpPr>
            <a:spLocks noGrp="1"/>
          </p:cNvSpPr>
          <p:nvPr>
            <p:ph sz="half" idx="1"/>
          </p:nvPr>
        </p:nvSpPr>
        <p:spPr>
          <a:xfrm>
            <a:off x="838201" y="1297859"/>
            <a:ext cx="5181600" cy="5124911"/>
          </a:xfrm>
        </p:spPr>
        <p:txBody>
          <a:bodyPr>
            <a:normAutofit/>
          </a:bodyPr>
          <a:lstStyle/>
          <a:p>
            <a:r>
              <a:rPr lang="en-US" sz="2000" i="0" u="none" strike="noStrike" dirty="0">
                <a:solidFill>
                  <a:srgbClr val="000000"/>
                </a:solidFill>
                <a:effectLst/>
                <a:latin typeface="Times New Roman" panose="02020603050405020304" pitchFamily="18" charset="0"/>
                <a:cs typeface="Times New Roman" panose="02020603050405020304" pitchFamily="18" charset="0"/>
              </a:rPr>
              <a:t>Design Optimum Combination Of Statistically Significant Offers Across Features.</a:t>
            </a:r>
            <a:endParaRPr lang="en-US" sz="2000" dirty="0">
              <a:solidFill>
                <a:srgbClr val="000000"/>
              </a:solidFill>
              <a:latin typeface="Times New Roman" panose="02020603050405020304" pitchFamily="18" charset="0"/>
              <a:cs typeface="Times New Roman" panose="02020603050405020304" pitchFamily="18" charset="0"/>
            </a:endParaRPr>
          </a:p>
          <a:p>
            <a:r>
              <a:rPr lang="en-US" sz="2000" i="0" u="none" strike="noStrike" dirty="0">
                <a:solidFill>
                  <a:srgbClr val="000000"/>
                </a:solidFill>
                <a:effectLst/>
                <a:latin typeface="Times New Roman" panose="02020603050405020304" pitchFamily="18" charset="0"/>
                <a:cs typeface="Times New Roman" panose="02020603050405020304" pitchFamily="18" charset="0"/>
              </a:rPr>
              <a:t>Data Collection From Respondents For Statistically Significant Combination Of Product /Service Offers.</a:t>
            </a:r>
            <a:endParaRPr lang="en-IN" sz="2000" dirty="0">
              <a:latin typeface="Times New Roman" panose="02020603050405020304" pitchFamily="18" charset="0"/>
              <a:cs typeface="Times New Roman" panose="02020603050405020304" pitchFamily="18" charset="0"/>
            </a:endParaRPr>
          </a:p>
        </p:txBody>
      </p:sp>
      <p:pic>
        <p:nvPicPr>
          <p:cNvPr id="218" name="Picture 217">
            <a:extLst>
              <a:ext uri="{FF2B5EF4-FFF2-40B4-BE49-F238E27FC236}">
                <a16:creationId xmlns:a16="http://schemas.microsoft.com/office/drawing/2014/main" id="{F7C02662-1B7B-57F9-6D76-907F351A46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826" y="2888052"/>
            <a:ext cx="5396603" cy="3297265"/>
          </a:xfrm>
          <a:prstGeom prst="rect">
            <a:avLst/>
          </a:prstGeom>
        </p:spPr>
      </p:pic>
      <p:sp>
        <p:nvSpPr>
          <p:cNvPr id="220" name="Rectangle 219">
            <a:extLst>
              <a:ext uri="{FF2B5EF4-FFF2-40B4-BE49-F238E27FC236}">
                <a16:creationId xmlns:a16="http://schemas.microsoft.com/office/drawing/2014/main" id="{60B57632-9C4E-6FDB-33EF-1401E13E65D7}"/>
              </a:ext>
            </a:extLst>
          </p:cNvPr>
          <p:cNvSpPr/>
          <p:nvPr/>
        </p:nvSpPr>
        <p:spPr>
          <a:xfrm>
            <a:off x="6019801" y="1355344"/>
            <a:ext cx="5415578" cy="4679577"/>
          </a:xfrm>
          <a:prstGeom prst="rect">
            <a:avLst/>
          </a:prstGeom>
          <a:solidFill>
            <a:schemeClr val="accent5">
              <a:lumMod val="20000"/>
              <a:lumOff val="80000"/>
            </a:schemeClr>
          </a:solidFill>
          <a:effectLst>
            <a:glow rad="101600">
              <a:schemeClr val="accent3">
                <a:satMod val="175000"/>
                <a:alpha val="40000"/>
              </a:schemeClr>
            </a:glow>
          </a:effectLst>
        </p:spPr>
        <p:style>
          <a:lnRef idx="1">
            <a:schemeClr val="accent3"/>
          </a:lnRef>
          <a:fillRef idx="2">
            <a:schemeClr val="accent3"/>
          </a:fillRef>
          <a:effectRef idx="1">
            <a:schemeClr val="accent3"/>
          </a:effectRef>
          <a:fontRef idx="minor">
            <a:schemeClr val="dk1"/>
          </a:fontRef>
        </p:style>
        <p:txBody>
          <a:bodyPr rtlCol="0" anchor="ctr"/>
          <a:lstStyle/>
          <a:p>
            <a:pPr marL="0" marR="0" algn="just">
              <a:lnSpc>
                <a:spcPct val="100000"/>
              </a:lnSpc>
              <a:spcAft>
                <a:spcPts val="800"/>
              </a:spcAft>
              <a:buNone/>
              <a:tabLst>
                <a:tab pos="914400" algn="l"/>
              </a:tabLst>
            </a:pP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For this, we developed a new questionnaire comparing the current FD scheme (A) with the new FD scheme (B). We collected responses from 100 customers using a rating scale from 0 to 10, where:</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0000"/>
              </a:lnSpc>
              <a:spcAft>
                <a:spcPts val="800"/>
              </a:spcAft>
              <a:buSzPts val="1000"/>
              <a:buFont typeface="Wingdings" panose="05000000000000000000" pitchFamily="2" charset="2"/>
              <a:buChar char="v"/>
              <a:tabLst>
                <a:tab pos="228600" algn="l"/>
                <a:tab pos="457200" algn="l"/>
                <a:tab pos="914400" algn="l"/>
              </a:tabLst>
            </a:pP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0 means Definitely NOT willing to invest in Scheme B over Scheme A</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00000"/>
              </a:lnSpc>
              <a:spcAft>
                <a:spcPts val="800"/>
              </a:spcAft>
              <a:buSzPts val="1000"/>
              <a:buFont typeface="Wingdings" panose="05000000000000000000" pitchFamily="2" charset="2"/>
              <a:buChar char="v"/>
              <a:tabLst>
                <a:tab pos="228600" algn="l"/>
                <a:tab pos="457200" algn="l"/>
                <a:tab pos="914400" algn="l"/>
              </a:tabLst>
            </a:pP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10 means Definitely YES willing to invest in Scheme B over Scheme A</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algn="just">
              <a:lnSpc>
                <a:spcPct val="100000"/>
              </a:lnSpc>
              <a:spcAft>
                <a:spcPts val="800"/>
              </a:spcAft>
              <a:tabLst>
                <a:tab pos="914400" algn="l"/>
              </a:tabLst>
            </a:pP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This helps us understand how many customers like the new FD offers.</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559457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48B6A8-3BD0-04BF-28AC-2EF9C286FE1A}"/>
              </a:ext>
            </a:extLst>
          </p:cNvPr>
          <p:cNvSpPr>
            <a:spLocks noGrp="1"/>
          </p:cNvSpPr>
          <p:nvPr>
            <p:ph sz="half" idx="1"/>
          </p:nvPr>
        </p:nvSpPr>
        <p:spPr>
          <a:xfrm>
            <a:off x="838200" y="344129"/>
            <a:ext cx="5181600" cy="5832834"/>
          </a:xfrm>
        </p:spPr>
        <p:txBody>
          <a:bodyPr/>
          <a:lstStyle/>
          <a:p>
            <a:pPr marL="0" indent="0">
              <a:buNone/>
            </a:pPr>
            <a:r>
              <a:rPr lang="en-US" sz="1800" b="1" kern="0" dirty="0">
                <a:effectLst/>
                <a:latin typeface="Times New Roman" panose="02020603050405020304" pitchFamily="18" charset="0"/>
                <a:ea typeface="Times New Roman" panose="02020603050405020304" pitchFamily="18" charset="0"/>
                <a:cs typeface="Mangal" panose="02040503050203030202" pitchFamily="18" charset="0"/>
              </a:rPr>
              <a:t>CURRENT PACKAGE OF FIXED DEPOSIT PRODUCT (Scheme A)</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graphicFrame>
        <p:nvGraphicFramePr>
          <p:cNvPr id="5" name="Content Placeholder 4">
            <a:extLst>
              <a:ext uri="{FF2B5EF4-FFF2-40B4-BE49-F238E27FC236}">
                <a16:creationId xmlns:a16="http://schemas.microsoft.com/office/drawing/2014/main" id="{CBC9F82B-1C8B-F2BD-4B56-090DE8E398F1}"/>
              </a:ext>
            </a:extLst>
          </p:cNvPr>
          <p:cNvGraphicFramePr>
            <a:graphicFrameLocks noGrp="1"/>
          </p:cNvGraphicFramePr>
          <p:nvPr>
            <p:ph sz="half" idx="2"/>
            <p:extLst>
              <p:ext uri="{D42A27DB-BD31-4B8C-83A1-F6EECF244321}">
                <p14:modId xmlns:p14="http://schemas.microsoft.com/office/powerpoint/2010/main" val="1790340471"/>
              </p:ext>
            </p:extLst>
          </p:nvPr>
        </p:nvGraphicFramePr>
        <p:xfrm>
          <a:off x="982764" y="1204278"/>
          <a:ext cx="4670784" cy="5265348"/>
        </p:xfrm>
        <a:graphic>
          <a:graphicData uri="http://schemas.openxmlformats.org/drawingml/2006/table">
            <a:tbl>
              <a:tblPr firstRow="1" firstCol="1" lastRow="1" lastCol="1" bandRow="1" bandCol="1"/>
              <a:tblGrid>
                <a:gridCol w="2299931">
                  <a:extLst>
                    <a:ext uri="{9D8B030D-6E8A-4147-A177-3AD203B41FA5}">
                      <a16:colId xmlns:a16="http://schemas.microsoft.com/office/drawing/2014/main" val="2308070454"/>
                    </a:ext>
                  </a:extLst>
                </a:gridCol>
                <a:gridCol w="2370853">
                  <a:extLst>
                    <a:ext uri="{9D8B030D-6E8A-4147-A177-3AD203B41FA5}">
                      <a16:colId xmlns:a16="http://schemas.microsoft.com/office/drawing/2014/main" val="1898054801"/>
                    </a:ext>
                  </a:extLst>
                </a:gridCol>
              </a:tblGrid>
              <a:tr h="429603">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Features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a:effectLst/>
                          <a:latin typeface="Times New Roman" panose="02020603050405020304" pitchFamily="18" charset="0"/>
                          <a:ea typeface="Times New Roman" panose="02020603050405020304" pitchFamily="18" charset="0"/>
                          <a:cs typeface="Mangal" panose="02040503050203030202" pitchFamily="18" charset="0"/>
                        </a:rPr>
                        <a:t>Current Offers</a:t>
                      </a:r>
                      <a:endParaRPr lang="en-IN" sz="1800"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61201115"/>
                  </a:ext>
                </a:extLst>
              </a:tr>
              <a:tr h="576975">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Deposit Term &amp; Interest rate</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Min. 21 days with interest rate of 1.75%</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7763709"/>
                  </a:ext>
                </a:extLst>
              </a:tr>
              <a:tr h="576975">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Minimum Deposit Amount Allowed</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Rs.10, 000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14319353"/>
                  </a:ext>
                </a:extLst>
              </a:tr>
              <a:tr h="429603">
                <a:tc>
                  <a:txBody>
                    <a:bodyPr/>
                    <a:lstStyle/>
                    <a:p>
                      <a:pPr marL="0" marR="0" algn="ctr">
                        <a:lnSpc>
                          <a:spcPct val="115000"/>
                        </a:lnSpc>
                        <a:spcAft>
                          <a:spcPts val="800"/>
                        </a:spcAft>
                        <a:buNone/>
                        <a:tabLst>
                          <a:tab pos="1805305" algn="l"/>
                        </a:tabLst>
                      </a:pPr>
                      <a:r>
                        <a:rPr lang="en-US" sz="1600" kern="0">
                          <a:effectLst/>
                          <a:latin typeface="Times New Roman" panose="02020603050405020304" pitchFamily="18" charset="0"/>
                          <a:ea typeface="Times New Roman" panose="02020603050405020304" pitchFamily="18" charset="0"/>
                          <a:cs typeface="Mangal" panose="02040503050203030202" pitchFamily="18" charset="0"/>
                        </a:rPr>
                        <a:t>Interest Payment Frequency</a:t>
                      </a:r>
                      <a:endParaRPr lang="en-IN" sz="1800"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Monthly interest payments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74867634"/>
                  </a:ext>
                </a:extLst>
              </a:tr>
              <a:tr h="576975">
                <a:tc>
                  <a:txBody>
                    <a:bodyPr/>
                    <a:lstStyle/>
                    <a:p>
                      <a:pPr marL="0" marR="0" algn="ctr">
                        <a:lnSpc>
                          <a:spcPct val="115000"/>
                        </a:lnSpc>
                        <a:spcAft>
                          <a:spcPts val="800"/>
                        </a:spcAft>
                        <a:buNone/>
                        <a:tabLst>
                          <a:tab pos="1805305" algn="l"/>
                        </a:tabLst>
                      </a:pPr>
                      <a:r>
                        <a:rPr lang="en-US" sz="1600" kern="0">
                          <a:effectLst/>
                          <a:latin typeface="Times New Roman" panose="02020603050405020304" pitchFamily="18" charset="0"/>
                          <a:ea typeface="Times New Roman" panose="02020603050405020304" pitchFamily="18" charset="0"/>
                          <a:cs typeface="Mangal" panose="02040503050203030202" pitchFamily="18" charset="0"/>
                        </a:rPr>
                        <a:t>Early Withdrawal Penalty</a:t>
                      </a:r>
                      <a:endParaRPr lang="en-IN" sz="1800"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0.5% of the principal amount</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78964209"/>
                  </a:ext>
                </a:extLst>
              </a:tr>
              <a:tr h="576975">
                <a:tc>
                  <a:txBody>
                    <a:bodyPr/>
                    <a:lstStyle/>
                    <a:p>
                      <a:pPr marL="0" marR="0" algn="ctr">
                        <a:lnSpc>
                          <a:spcPct val="115000"/>
                        </a:lnSpc>
                        <a:spcAft>
                          <a:spcPts val="800"/>
                        </a:spcAft>
                        <a:buNone/>
                        <a:tabLst>
                          <a:tab pos="1805305" algn="l"/>
                        </a:tabLst>
                      </a:pPr>
                      <a:r>
                        <a:rPr lang="en-US" sz="1600" kern="0">
                          <a:effectLst/>
                          <a:latin typeface="Times New Roman" panose="02020603050405020304" pitchFamily="18" charset="0"/>
                          <a:ea typeface="Times New Roman" panose="02020603050405020304" pitchFamily="18" charset="0"/>
                          <a:cs typeface="Mangal" panose="02040503050203030202" pitchFamily="18" charset="0"/>
                        </a:rPr>
                        <a:t>Account Access</a:t>
                      </a:r>
                      <a:endParaRPr lang="en-IN" sz="1800"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Online access and management</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86829372"/>
                  </a:ext>
                </a:extLst>
              </a:tr>
              <a:tr h="576975">
                <a:tc>
                  <a:txBody>
                    <a:bodyPr/>
                    <a:lstStyle/>
                    <a:p>
                      <a:pPr marL="0" marR="0" algn="ctr">
                        <a:lnSpc>
                          <a:spcPct val="115000"/>
                        </a:lnSpc>
                        <a:spcAft>
                          <a:spcPts val="800"/>
                        </a:spcAft>
                        <a:buNone/>
                        <a:tabLst>
                          <a:tab pos="1805305" algn="l"/>
                        </a:tabLst>
                      </a:pPr>
                      <a:r>
                        <a:rPr lang="en-US" sz="1600" kern="0">
                          <a:effectLst/>
                          <a:latin typeface="Times New Roman" panose="02020603050405020304" pitchFamily="18" charset="0"/>
                          <a:ea typeface="Times New Roman" panose="02020603050405020304" pitchFamily="18" charset="0"/>
                          <a:cs typeface="Mangal" panose="02040503050203030202" pitchFamily="18" charset="0"/>
                        </a:rPr>
                        <a:t>Renewal Options</a:t>
                      </a:r>
                      <a:endParaRPr lang="en-IN" sz="1800"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Automatic renewal at maturity</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54958563"/>
                  </a:ext>
                </a:extLst>
              </a:tr>
              <a:tr h="1172841">
                <a:tc>
                  <a:txBody>
                    <a:bodyPr/>
                    <a:lstStyle/>
                    <a:p>
                      <a:pPr marL="0" marR="0" algn="ctr">
                        <a:lnSpc>
                          <a:spcPct val="115000"/>
                        </a:lnSpc>
                        <a:spcAft>
                          <a:spcPts val="800"/>
                        </a:spcAft>
                        <a:buNone/>
                        <a:tabLst>
                          <a:tab pos="1805305" algn="l"/>
                        </a:tabLst>
                      </a:pPr>
                      <a:r>
                        <a:rPr lang="en-US" sz="1600" kern="0">
                          <a:effectLst/>
                          <a:latin typeface="Times New Roman" panose="02020603050405020304" pitchFamily="18" charset="0"/>
                          <a:ea typeface="Times New Roman" panose="02020603050405020304" pitchFamily="18" charset="0"/>
                          <a:cs typeface="Mangal" panose="02040503050203030202" pitchFamily="18" charset="0"/>
                        </a:rPr>
                        <a:t>Add Up Services with FDs</a:t>
                      </a:r>
                      <a:endParaRPr lang="en-IN" sz="1800"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Overdraft facilities with Option to take a loan up to 50% against the fixed deposit.</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66121087"/>
                  </a:ext>
                </a:extLst>
              </a:tr>
              <a:tr h="348426">
                <a:tc>
                  <a:txBody>
                    <a:bodyPr/>
                    <a:lstStyle/>
                    <a:p>
                      <a:pPr marL="0" marR="0" algn="ctr">
                        <a:lnSpc>
                          <a:spcPct val="115000"/>
                        </a:lnSpc>
                        <a:spcAft>
                          <a:spcPts val="800"/>
                        </a:spcAft>
                        <a:buNone/>
                        <a:tabLst>
                          <a:tab pos="1805305" algn="l"/>
                        </a:tabLst>
                      </a:pPr>
                      <a:r>
                        <a:rPr lang="en-US" sz="1600" kern="0">
                          <a:effectLst/>
                          <a:latin typeface="Times New Roman" panose="02020603050405020304" pitchFamily="18" charset="0"/>
                          <a:ea typeface="Times New Roman" panose="02020603050405020304" pitchFamily="18" charset="0"/>
                          <a:cs typeface="Mangal" panose="02040503050203030202" pitchFamily="18" charset="0"/>
                        </a:rPr>
                        <a:t>Loyalty Offers and Benefits</a:t>
                      </a:r>
                      <a:endParaRPr lang="en-IN" sz="1800"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Bonus interest rates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50769989"/>
                  </a:ext>
                </a:extLst>
              </a:tr>
            </a:tbl>
          </a:graphicData>
        </a:graphic>
      </p:graphicFrame>
      <p:sp>
        <p:nvSpPr>
          <p:cNvPr id="6" name="TextBox 5">
            <a:extLst>
              <a:ext uri="{FF2B5EF4-FFF2-40B4-BE49-F238E27FC236}">
                <a16:creationId xmlns:a16="http://schemas.microsoft.com/office/drawing/2014/main" id="{39A96CD6-F61B-317A-41D9-585D52888565}"/>
              </a:ext>
            </a:extLst>
          </p:cNvPr>
          <p:cNvSpPr txBox="1"/>
          <p:nvPr/>
        </p:nvSpPr>
        <p:spPr>
          <a:xfrm>
            <a:off x="6272981" y="297364"/>
            <a:ext cx="4975122" cy="1125052"/>
          </a:xfrm>
          <a:prstGeom prst="rect">
            <a:avLst/>
          </a:prstGeom>
          <a:noFill/>
        </p:spPr>
        <p:txBody>
          <a:bodyPr wrap="square" rtlCol="0">
            <a:spAutoFit/>
          </a:bodyPr>
          <a:lstStyle/>
          <a:p>
            <a:pPr marL="0" marR="0">
              <a:lnSpc>
                <a:spcPct val="115000"/>
              </a:lnSpc>
              <a:spcAft>
                <a:spcPts val="800"/>
              </a:spcAft>
              <a:tabLst>
                <a:tab pos="1805305" algn="l"/>
              </a:tabLst>
            </a:pPr>
            <a:r>
              <a:rPr lang="en-US" sz="1800" b="1" kern="0" dirty="0">
                <a:effectLst/>
                <a:latin typeface="Times New Roman" panose="02020603050405020304" pitchFamily="18" charset="0"/>
                <a:ea typeface="Times New Roman" panose="02020603050405020304" pitchFamily="18" charset="0"/>
                <a:cs typeface="Mangal" panose="02040503050203030202" pitchFamily="18" charset="0"/>
              </a:rPr>
              <a:t>NEW PACKAGE OF FIXED DEPOSIT PRODUCT (Scheme B)</a:t>
            </a:r>
          </a:p>
          <a:p>
            <a:pPr marL="0" marR="0">
              <a:lnSpc>
                <a:spcPct val="115000"/>
              </a:lnSpc>
              <a:spcAft>
                <a:spcPts val="800"/>
              </a:spcAft>
              <a:tabLst>
                <a:tab pos="1805305" algn="l"/>
              </a:tabLst>
            </a:pPr>
            <a:endParaRPr lang="en-US" b="1" kern="0" dirty="0">
              <a:latin typeface="Times New Roman" panose="02020603050405020304" pitchFamily="18" charset="0"/>
              <a:ea typeface="Calibri" panose="020F0502020204030204" pitchFamily="34" charset="0"/>
              <a:cs typeface="Mangal" panose="02040503050203030202" pitchFamily="18" charset="0"/>
            </a:endParaRPr>
          </a:p>
        </p:txBody>
      </p:sp>
      <p:graphicFrame>
        <p:nvGraphicFramePr>
          <p:cNvPr id="7" name="Table 6">
            <a:extLst>
              <a:ext uri="{FF2B5EF4-FFF2-40B4-BE49-F238E27FC236}">
                <a16:creationId xmlns:a16="http://schemas.microsoft.com/office/drawing/2014/main" id="{7314D2B2-D7DF-D24F-6213-7BB181CB57F1}"/>
              </a:ext>
            </a:extLst>
          </p:cNvPr>
          <p:cNvGraphicFramePr>
            <a:graphicFrameLocks noGrp="1"/>
          </p:cNvGraphicFramePr>
          <p:nvPr>
            <p:extLst>
              <p:ext uri="{D42A27DB-BD31-4B8C-83A1-F6EECF244321}">
                <p14:modId xmlns:p14="http://schemas.microsoft.com/office/powerpoint/2010/main" val="3645515352"/>
              </p:ext>
            </p:extLst>
          </p:nvPr>
        </p:nvGraphicFramePr>
        <p:xfrm>
          <a:off x="6272981" y="1204278"/>
          <a:ext cx="5080819" cy="5234231"/>
        </p:xfrm>
        <a:graphic>
          <a:graphicData uri="http://schemas.openxmlformats.org/drawingml/2006/table">
            <a:tbl>
              <a:tblPr firstRow="1" firstCol="1" lastRow="1" lastCol="1" bandRow="1" bandCol="1"/>
              <a:tblGrid>
                <a:gridCol w="2501835">
                  <a:extLst>
                    <a:ext uri="{9D8B030D-6E8A-4147-A177-3AD203B41FA5}">
                      <a16:colId xmlns:a16="http://schemas.microsoft.com/office/drawing/2014/main" val="2825895751"/>
                    </a:ext>
                  </a:extLst>
                </a:gridCol>
                <a:gridCol w="2578984">
                  <a:extLst>
                    <a:ext uri="{9D8B030D-6E8A-4147-A177-3AD203B41FA5}">
                      <a16:colId xmlns:a16="http://schemas.microsoft.com/office/drawing/2014/main" val="2465440538"/>
                    </a:ext>
                  </a:extLst>
                </a:gridCol>
              </a:tblGrid>
              <a:tr h="388549">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Features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a:effectLst/>
                          <a:latin typeface="Times New Roman" panose="02020603050405020304" pitchFamily="18" charset="0"/>
                          <a:ea typeface="Times New Roman" panose="02020603050405020304" pitchFamily="18" charset="0"/>
                          <a:cs typeface="Mangal" panose="02040503050203030202" pitchFamily="18" charset="0"/>
                        </a:rPr>
                        <a:t>New Offers</a:t>
                      </a:r>
                      <a:endParaRPr lang="en-IN" sz="1800"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25633447"/>
                  </a:ext>
                </a:extLst>
              </a:tr>
              <a:tr h="619994">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Deposit Term &amp; Interest rate</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IN" sz="1600" b="1" u="sng" kern="0" dirty="0">
                          <a:effectLst/>
                          <a:latin typeface="Times New Roman" panose="02020603050405020304" pitchFamily="18" charset="0"/>
                          <a:ea typeface="Times New Roman" panose="02020603050405020304" pitchFamily="18" charset="0"/>
                          <a:cs typeface="Mangal" panose="02040503050203030202" pitchFamily="18" charset="0"/>
                        </a:rPr>
                        <a:t>Min. 50 days with interest rate of 4.75% </a:t>
                      </a:r>
                      <a:endParaRPr lang="en-IN" sz="18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53951566"/>
                  </a:ext>
                </a:extLst>
              </a:tr>
              <a:tr h="506117">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Minimum Deposit Amount Allowed</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IN" sz="1600" kern="0" dirty="0">
                          <a:effectLst/>
                          <a:latin typeface="Times New Roman" panose="02020603050405020304" pitchFamily="18" charset="0"/>
                          <a:ea typeface="Times New Roman" panose="02020603050405020304" pitchFamily="18" charset="0"/>
                          <a:cs typeface="Mangal" panose="02040503050203030202" pitchFamily="18" charset="0"/>
                        </a:rPr>
                        <a:t> </a:t>
                      </a:r>
                      <a:r>
                        <a:rPr lang="en-IN" sz="1600" b="1" u="sng" kern="0" dirty="0">
                          <a:effectLst/>
                          <a:latin typeface="Times New Roman" panose="02020603050405020304" pitchFamily="18" charset="0"/>
                          <a:ea typeface="Times New Roman" panose="02020603050405020304" pitchFamily="18" charset="0"/>
                          <a:cs typeface="Mangal" panose="02040503050203030202" pitchFamily="18" charset="0"/>
                        </a:rPr>
                        <a:t>Rs.15, 000 /-</a:t>
                      </a:r>
                      <a:endParaRPr lang="en-IN" sz="18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55954923"/>
                  </a:ext>
                </a:extLst>
              </a:tr>
              <a:tr h="500845">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Interest Payment Frequency</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Monthly interest payments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48114268"/>
                  </a:ext>
                </a:extLst>
              </a:tr>
              <a:tr h="500845">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Early Withdrawal Penalty</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0.5% of the principal amount</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88490010"/>
                  </a:ext>
                </a:extLst>
              </a:tr>
              <a:tr h="619994">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Account Access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IN" sz="1600" b="1" u="sng" kern="0" dirty="0">
                          <a:effectLst/>
                          <a:latin typeface="Times New Roman" panose="02020603050405020304" pitchFamily="18" charset="0"/>
                          <a:ea typeface="Times New Roman" panose="02020603050405020304" pitchFamily="18" charset="0"/>
                          <a:cs typeface="Mangal" panose="02040503050203030202" pitchFamily="18" charset="0"/>
                        </a:rPr>
                        <a:t>Phone-based customer service and support</a:t>
                      </a:r>
                      <a:endParaRPr lang="en-IN" sz="18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6562985"/>
                  </a:ext>
                </a:extLst>
              </a:tr>
              <a:tr h="619994">
                <a:tc>
                  <a:txBody>
                    <a:bodyPr/>
                    <a:lstStyle/>
                    <a:p>
                      <a:pPr marL="0" marR="0" algn="ctr">
                        <a:lnSpc>
                          <a:spcPct val="115000"/>
                        </a:lnSpc>
                        <a:spcAft>
                          <a:spcPts val="800"/>
                        </a:spcAft>
                        <a:buNone/>
                        <a:tabLst>
                          <a:tab pos="1805305" algn="l"/>
                        </a:tabLst>
                      </a:pPr>
                      <a:r>
                        <a:rPr lang="en-US" sz="1600" kern="0">
                          <a:effectLst/>
                          <a:latin typeface="Times New Roman" panose="02020603050405020304" pitchFamily="18" charset="0"/>
                          <a:ea typeface="Times New Roman" panose="02020603050405020304" pitchFamily="18" charset="0"/>
                          <a:cs typeface="Mangal" panose="02040503050203030202" pitchFamily="18" charset="0"/>
                        </a:rPr>
                        <a:t>Renewal Options</a:t>
                      </a:r>
                      <a:endParaRPr lang="en-IN" sz="1800"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IN" sz="1600" b="1" u="sng" kern="0" dirty="0">
                          <a:effectLst/>
                          <a:latin typeface="Times New Roman" panose="02020603050405020304" pitchFamily="18" charset="0"/>
                          <a:ea typeface="Times New Roman" panose="02020603050405020304" pitchFamily="18" charset="0"/>
                          <a:cs typeface="Mangal" panose="02040503050203030202" pitchFamily="18" charset="0"/>
                        </a:rPr>
                        <a:t>Option to renew and add additional funds at maturity</a:t>
                      </a:r>
                      <a:endParaRPr lang="en-IN" sz="1800" b="1"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07619981"/>
                  </a:ext>
                </a:extLst>
              </a:tr>
              <a:tr h="940113">
                <a:tc>
                  <a:txBody>
                    <a:bodyPr/>
                    <a:lstStyle/>
                    <a:p>
                      <a:pPr marL="0" marR="0" algn="ctr">
                        <a:lnSpc>
                          <a:spcPct val="115000"/>
                        </a:lnSpc>
                        <a:spcAft>
                          <a:spcPts val="800"/>
                        </a:spcAft>
                        <a:buNone/>
                        <a:tabLst>
                          <a:tab pos="1805305" algn="l"/>
                        </a:tabLst>
                      </a:pPr>
                      <a:r>
                        <a:rPr lang="en-US" sz="1600" kern="0">
                          <a:effectLst/>
                          <a:latin typeface="Times New Roman" panose="02020603050405020304" pitchFamily="18" charset="0"/>
                          <a:ea typeface="Times New Roman" panose="02020603050405020304" pitchFamily="18" charset="0"/>
                          <a:cs typeface="Mangal" panose="02040503050203030202" pitchFamily="18" charset="0"/>
                        </a:rPr>
                        <a:t>Add Up Services with FDs</a:t>
                      </a:r>
                      <a:endParaRPr lang="en-IN" sz="1800"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Overdraft facilities with Option to take a loan up to 50% against the fixed deposit.</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95722721"/>
                  </a:ext>
                </a:extLst>
              </a:tr>
              <a:tr h="500845">
                <a:tc>
                  <a:txBody>
                    <a:bodyPr/>
                    <a:lstStyle/>
                    <a:p>
                      <a:pPr marL="0" marR="0" algn="ctr">
                        <a:lnSpc>
                          <a:spcPct val="115000"/>
                        </a:lnSpc>
                        <a:spcAft>
                          <a:spcPts val="800"/>
                        </a:spcAft>
                        <a:buNone/>
                        <a:tabLst>
                          <a:tab pos="1805305" algn="l"/>
                        </a:tabLst>
                      </a:pPr>
                      <a:r>
                        <a:rPr lang="en-US" sz="1600" kern="0">
                          <a:effectLst/>
                          <a:latin typeface="Times New Roman" panose="02020603050405020304" pitchFamily="18" charset="0"/>
                          <a:ea typeface="Times New Roman" panose="02020603050405020304" pitchFamily="18" charset="0"/>
                          <a:cs typeface="Mangal" panose="02040503050203030202" pitchFamily="18" charset="0"/>
                        </a:rPr>
                        <a:t>Loyalty Offers and Benefits</a:t>
                      </a:r>
                      <a:endParaRPr lang="en-IN" sz="1800" kern="10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gn="ctr">
                        <a:lnSpc>
                          <a:spcPct val="115000"/>
                        </a:lnSpc>
                        <a:spcAft>
                          <a:spcPts val="800"/>
                        </a:spcAft>
                        <a:buNone/>
                        <a:tabLst>
                          <a:tab pos="1805305" algn="l"/>
                        </a:tabLst>
                      </a:pPr>
                      <a:r>
                        <a:rPr lang="en-US" sz="1600" kern="0" dirty="0">
                          <a:effectLst/>
                          <a:latin typeface="Times New Roman" panose="02020603050405020304" pitchFamily="18" charset="0"/>
                          <a:ea typeface="Times New Roman" panose="02020603050405020304" pitchFamily="18" charset="0"/>
                          <a:cs typeface="Mangal" panose="02040503050203030202" pitchFamily="18" charset="0"/>
                        </a:rPr>
                        <a:t>Bonus interest rates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4765611"/>
                  </a:ext>
                </a:extLst>
              </a:tr>
            </a:tbl>
          </a:graphicData>
        </a:graphic>
      </p:graphicFrame>
    </p:spTree>
    <p:extLst>
      <p:ext uri="{BB962C8B-B14F-4D97-AF65-F5344CB8AC3E}">
        <p14:creationId xmlns:p14="http://schemas.microsoft.com/office/powerpoint/2010/main" val="2613463296"/>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3DD06-0910-7735-B8CD-E434DA23C9FD}"/>
              </a:ext>
            </a:extLst>
          </p:cNvPr>
          <p:cNvSpPr>
            <a:spLocks noGrp="1"/>
          </p:cNvSpPr>
          <p:nvPr>
            <p:ph type="title"/>
          </p:nvPr>
        </p:nvSpPr>
        <p:spPr>
          <a:xfrm>
            <a:off x="838200" y="365126"/>
            <a:ext cx="10515600" cy="726256"/>
          </a:xfrm>
        </p:spPr>
        <p:txBody>
          <a:bodyPr>
            <a:normAutofit/>
          </a:bodyPr>
          <a:lstStyle/>
          <a:p>
            <a:pPr marL="571500" indent="-571500">
              <a:buFont typeface="Wingdings" panose="05000000000000000000" pitchFamily="2" charset="2"/>
              <a:buChar char="q"/>
            </a:pPr>
            <a:r>
              <a:rPr lang="en-US" sz="3600" b="1" dirty="0">
                <a:solidFill>
                  <a:schemeClr val="accent1"/>
                </a:solidFill>
                <a:latin typeface="Times New Roman" panose="02020603050405020304" pitchFamily="18" charset="0"/>
                <a:cs typeface="Times New Roman" panose="02020603050405020304" pitchFamily="18" charset="0"/>
              </a:rPr>
              <a:t>Validate phase</a:t>
            </a:r>
            <a:endParaRPr lang="en-IN" sz="3600" b="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88B9145-C6F5-61B5-0C5B-83F08F021B4D}"/>
              </a:ext>
            </a:extLst>
          </p:cNvPr>
          <p:cNvSpPr>
            <a:spLocks noGrp="1"/>
          </p:cNvSpPr>
          <p:nvPr>
            <p:ph sz="half" idx="1"/>
          </p:nvPr>
        </p:nvSpPr>
        <p:spPr>
          <a:xfrm>
            <a:off x="661218" y="1091382"/>
            <a:ext cx="11147323" cy="521108"/>
          </a:xfrm>
        </p:spPr>
        <p:txBody>
          <a:bodyPr>
            <a:normAutofit/>
          </a:bodyPr>
          <a:lstStyle/>
          <a:p>
            <a:r>
              <a:rPr lang="en-IN" sz="2000" dirty="0">
                <a:effectLst/>
                <a:latin typeface="Times New Roman" panose="02020603050405020304" pitchFamily="18" charset="0"/>
                <a:ea typeface="Times New Roman" panose="02020603050405020304" pitchFamily="18" charset="0"/>
              </a:rPr>
              <a:t>The purpose of this </a:t>
            </a:r>
            <a:r>
              <a:rPr lang="en-IN" sz="2000" b="1" dirty="0">
                <a:effectLst/>
                <a:latin typeface="Times New Roman" panose="02020603050405020304" pitchFamily="18" charset="0"/>
                <a:ea typeface="Times New Roman" panose="02020603050405020304" pitchFamily="18" charset="0"/>
              </a:rPr>
              <a:t>validate phase</a:t>
            </a:r>
            <a:r>
              <a:rPr lang="en-IN" sz="2000" dirty="0">
                <a:effectLst/>
                <a:latin typeface="Times New Roman" panose="02020603050405020304" pitchFamily="18" charset="0"/>
                <a:ea typeface="Times New Roman" panose="02020603050405020304" pitchFamily="18" charset="0"/>
              </a:rPr>
              <a:t> is to confirm whether our new FD strategy is acceptable to customers.</a:t>
            </a:r>
          </a:p>
          <a:p>
            <a:endParaRPr lang="en-IN" sz="2000"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DF6B78C1-644E-8305-2C04-97AE3C357F8F}"/>
              </a:ext>
            </a:extLst>
          </p:cNvPr>
          <p:cNvGraphicFramePr>
            <a:graphicFrameLocks noGrp="1"/>
          </p:cNvGraphicFramePr>
          <p:nvPr>
            <p:ph sz="half" idx="2"/>
            <p:extLst>
              <p:ext uri="{D42A27DB-BD31-4B8C-83A1-F6EECF244321}">
                <p14:modId xmlns:p14="http://schemas.microsoft.com/office/powerpoint/2010/main" val="3896490478"/>
              </p:ext>
            </p:extLst>
          </p:nvPr>
        </p:nvGraphicFramePr>
        <p:xfrm>
          <a:off x="943897" y="1927125"/>
          <a:ext cx="3952568" cy="3726425"/>
        </p:xfrm>
        <a:graphic>
          <a:graphicData uri="http://schemas.openxmlformats.org/drawingml/2006/table">
            <a:tbl>
              <a:tblPr firstRow="1" firstCol="1" bandRow="1"/>
              <a:tblGrid>
                <a:gridCol w="2442901">
                  <a:extLst>
                    <a:ext uri="{9D8B030D-6E8A-4147-A177-3AD203B41FA5}">
                      <a16:colId xmlns:a16="http://schemas.microsoft.com/office/drawing/2014/main" val="3632415308"/>
                    </a:ext>
                  </a:extLst>
                </a:gridCol>
                <a:gridCol w="1509667">
                  <a:extLst>
                    <a:ext uri="{9D8B030D-6E8A-4147-A177-3AD203B41FA5}">
                      <a16:colId xmlns:a16="http://schemas.microsoft.com/office/drawing/2014/main" val="2147011734"/>
                    </a:ext>
                  </a:extLst>
                </a:gridCol>
              </a:tblGrid>
              <a:tr h="785895">
                <a:tc gridSpan="2">
                  <a:txBody>
                    <a:bodyPr/>
                    <a:lstStyle/>
                    <a:p>
                      <a:pPr marL="0" marR="0" algn="ctr">
                        <a:lnSpc>
                          <a:spcPct val="115000"/>
                        </a:lnSpc>
                        <a:spcAft>
                          <a:spcPts val="800"/>
                        </a:spcAft>
                        <a:buNone/>
                      </a:pPr>
                      <a:r>
                        <a:rPr lang="en-IN" sz="1600" b="1" kern="0"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STATISTICAL INFENRECE TABLE</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33C0C"/>
                    </a:solidFill>
                  </a:tcPr>
                </a:tc>
                <a:tc hMerge="1">
                  <a:txBody>
                    <a:bodyPr/>
                    <a:lstStyle/>
                    <a:p>
                      <a:endParaRPr lang="en-IN"/>
                    </a:p>
                  </a:txBody>
                  <a:tcPr/>
                </a:tc>
                <a:extLst>
                  <a:ext uri="{0D108BD9-81ED-4DB2-BD59-A6C34878D82A}">
                    <a16:rowId xmlns:a16="http://schemas.microsoft.com/office/drawing/2014/main" val="164965252"/>
                  </a:ext>
                </a:extLst>
              </a:tr>
              <a:tr h="652073">
                <a:tc>
                  <a:txBody>
                    <a:bodyPr/>
                    <a:lstStyle/>
                    <a:p>
                      <a:pPr marL="0" marR="0" algn="ctr">
                        <a:lnSpc>
                          <a:spcPct val="115000"/>
                        </a:lnSpc>
                        <a:spcAft>
                          <a:spcPts val="800"/>
                        </a:spcAft>
                        <a:buNone/>
                      </a:pPr>
                      <a:r>
                        <a:rPr lang="en-IN" sz="1600" b="1" kern="0"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TARGET [C]</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marL="0" marR="0" algn="ctr">
                        <a:lnSpc>
                          <a:spcPct val="115000"/>
                        </a:lnSpc>
                        <a:spcAft>
                          <a:spcPts val="800"/>
                        </a:spcAft>
                        <a:buNone/>
                      </a:pPr>
                      <a:r>
                        <a:rPr lang="en-IN" sz="16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43.21</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91003036"/>
                  </a:ext>
                </a:extLst>
              </a:tr>
              <a:tr h="688389">
                <a:tc>
                  <a:txBody>
                    <a:bodyPr/>
                    <a:lstStyle/>
                    <a:p>
                      <a:pPr marL="0" marR="0" algn="ctr">
                        <a:lnSpc>
                          <a:spcPct val="115000"/>
                        </a:lnSpc>
                        <a:spcAft>
                          <a:spcPts val="800"/>
                        </a:spcAft>
                        <a:buNone/>
                      </a:pPr>
                      <a:r>
                        <a:rPr lang="en-IN" sz="1600" b="1" kern="0"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TEST STATISTICS</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marL="0" marR="0" algn="ctr">
                        <a:lnSpc>
                          <a:spcPct val="115000"/>
                        </a:lnSpc>
                        <a:spcAft>
                          <a:spcPts val="800"/>
                        </a:spcAft>
                        <a:buNone/>
                      </a:pPr>
                      <a:r>
                        <a:rPr lang="en-IN" sz="1600" b="1"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6.417</a:t>
                      </a:r>
                      <a:endParaRPr lang="en-IN" sz="12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66155760"/>
                  </a:ext>
                </a:extLst>
              </a:tr>
              <a:tr h="533356">
                <a:tc>
                  <a:txBody>
                    <a:bodyPr/>
                    <a:lstStyle/>
                    <a:p>
                      <a:pPr marL="0" marR="0" algn="ctr">
                        <a:lnSpc>
                          <a:spcPct val="115000"/>
                        </a:lnSpc>
                        <a:spcAft>
                          <a:spcPts val="800"/>
                        </a:spcAft>
                        <a:buNone/>
                      </a:pPr>
                      <a:r>
                        <a:rPr lang="en-IN" sz="1600" b="1" kern="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P VALUE</a:t>
                      </a:r>
                      <a:endParaRPr lang="en-IN" sz="12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marL="0" marR="0" algn="ctr">
                        <a:lnSpc>
                          <a:spcPct val="115000"/>
                        </a:lnSpc>
                        <a:spcAft>
                          <a:spcPts val="800"/>
                        </a:spcAft>
                        <a:buNone/>
                      </a:pPr>
                      <a:r>
                        <a:rPr lang="en-IN" sz="1600" b="1"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0.000</a:t>
                      </a:r>
                      <a:endParaRPr lang="en-IN" sz="12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3372475201"/>
                  </a:ext>
                </a:extLst>
              </a:tr>
              <a:tr h="533356">
                <a:tc>
                  <a:txBody>
                    <a:bodyPr/>
                    <a:lstStyle/>
                    <a:p>
                      <a:pPr marL="0" marR="0" algn="ctr">
                        <a:lnSpc>
                          <a:spcPct val="115000"/>
                        </a:lnSpc>
                        <a:spcAft>
                          <a:spcPts val="800"/>
                        </a:spcAft>
                        <a:buNone/>
                      </a:pPr>
                      <a:r>
                        <a:rPr lang="en-IN" sz="1600" b="1" kern="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DPMO</a:t>
                      </a:r>
                      <a:endParaRPr lang="en-IN" sz="12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marL="0" marR="0" algn="ctr">
                        <a:lnSpc>
                          <a:spcPct val="115000"/>
                        </a:lnSpc>
                        <a:spcAft>
                          <a:spcPts val="800"/>
                        </a:spcAft>
                        <a:buNone/>
                      </a:pPr>
                      <a:r>
                        <a:rPr lang="en-IN" sz="1600" b="1"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250000</a:t>
                      </a:r>
                      <a:endParaRPr lang="en-IN" sz="12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53621865"/>
                  </a:ext>
                </a:extLst>
              </a:tr>
              <a:tr h="533356">
                <a:tc>
                  <a:txBody>
                    <a:bodyPr/>
                    <a:lstStyle/>
                    <a:p>
                      <a:pPr marL="0" marR="0" algn="ctr">
                        <a:lnSpc>
                          <a:spcPct val="115000"/>
                        </a:lnSpc>
                        <a:spcAft>
                          <a:spcPts val="800"/>
                        </a:spcAft>
                        <a:buNone/>
                      </a:pPr>
                      <a:r>
                        <a:rPr lang="en-IN" sz="1600" b="1" kern="0"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SIGMA VALUE</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marL="0" marR="0" algn="ctr">
                        <a:lnSpc>
                          <a:spcPct val="115000"/>
                        </a:lnSpc>
                        <a:spcAft>
                          <a:spcPts val="800"/>
                        </a:spcAft>
                        <a:buNone/>
                      </a:pPr>
                      <a:r>
                        <a:rPr lang="en-IN" sz="16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0.67</a:t>
                      </a:r>
                      <a:endParaRPr lang="en-IN" sz="12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77863825"/>
                  </a:ext>
                </a:extLst>
              </a:tr>
            </a:tbl>
          </a:graphicData>
        </a:graphic>
      </p:graphicFrame>
      <p:sp>
        <p:nvSpPr>
          <p:cNvPr id="8" name="TextBox 7">
            <a:extLst>
              <a:ext uri="{FF2B5EF4-FFF2-40B4-BE49-F238E27FC236}">
                <a16:creationId xmlns:a16="http://schemas.microsoft.com/office/drawing/2014/main" id="{91720053-A848-E930-255D-48E8A258BFB8}"/>
              </a:ext>
            </a:extLst>
          </p:cNvPr>
          <p:cNvSpPr txBox="1"/>
          <p:nvPr/>
        </p:nvSpPr>
        <p:spPr>
          <a:xfrm>
            <a:off x="5073445" y="1720647"/>
            <a:ext cx="6440129" cy="4678204"/>
          </a:xfrm>
          <a:prstGeom prst="rect">
            <a:avLst/>
          </a:prstGeom>
          <a:noFill/>
        </p:spPr>
        <p:txBody>
          <a:bodyPr wrap="square" rtlCol="0">
            <a:spAutoFit/>
          </a:bodyPr>
          <a:lstStyle/>
          <a:p>
            <a:pPr marL="285750" marR="0" indent="-285750">
              <a:buFont typeface="Arial" panose="020B0604020202020204" pitchFamily="34" charset="0"/>
              <a:buChar char="•"/>
            </a:pPr>
            <a:r>
              <a:rPr lang="en-IN" sz="2000" dirty="0">
                <a:effectLst/>
                <a:latin typeface="Times New Roman" panose="02020603050405020304" pitchFamily="18" charset="0"/>
                <a:ea typeface="Times New Roman" panose="02020603050405020304" pitchFamily="18" charset="0"/>
              </a:rPr>
              <a:t>We used a </a:t>
            </a:r>
            <a:r>
              <a:rPr lang="en-IN" sz="2000" b="1" dirty="0">
                <a:effectLst/>
                <a:latin typeface="Times New Roman" panose="02020603050405020304" pitchFamily="18" charset="0"/>
                <a:ea typeface="Times New Roman" panose="02020603050405020304" pitchFamily="18" charset="0"/>
              </a:rPr>
              <a:t>1-Proportion Test,</a:t>
            </a:r>
            <a:r>
              <a:rPr lang="en-IN" sz="2000" dirty="0">
                <a:effectLst/>
                <a:latin typeface="Times New Roman" panose="02020603050405020304" pitchFamily="18" charset="0"/>
                <a:ea typeface="Times New Roman" panose="02020603050405020304" pitchFamily="18" charset="0"/>
              </a:rPr>
              <a:t> which checks whether the number of customers favouring the new FD offer is significantly higher than the target value 43.21%.</a:t>
            </a:r>
          </a:p>
          <a:p>
            <a:pPr marL="285750" marR="0" indent="-285750">
              <a:buFont typeface="Arial" panose="020B0604020202020204" pitchFamily="34" charset="0"/>
              <a:buChar char="•"/>
            </a:pPr>
            <a:r>
              <a:rPr lang="en-IN" sz="2000" dirty="0">
                <a:effectLst/>
                <a:latin typeface="Times New Roman" panose="02020603050405020304" pitchFamily="18" charset="0"/>
                <a:ea typeface="Times New Roman" panose="02020603050405020304" pitchFamily="18" charset="0"/>
              </a:rPr>
              <a:t>From the data, the </a:t>
            </a:r>
            <a:r>
              <a:rPr lang="en-IN" sz="2000" b="1" dirty="0">
                <a:effectLst/>
                <a:latin typeface="Times New Roman" panose="02020603050405020304" pitchFamily="18" charset="0"/>
                <a:ea typeface="Times New Roman" panose="02020603050405020304" pitchFamily="18" charset="0"/>
              </a:rPr>
              <a:t>test statistic is </a:t>
            </a:r>
            <a:r>
              <a:rPr lang="en-IN" sz="2000" b="0" dirty="0">
                <a:effectLst/>
                <a:latin typeface="Times New Roman" panose="02020603050405020304" pitchFamily="18" charset="0"/>
                <a:ea typeface="Times New Roman" panose="02020603050405020304" pitchFamily="18" charset="0"/>
              </a:rPr>
              <a:t>6.41</a:t>
            </a:r>
            <a:r>
              <a:rPr lang="en-IN" sz="2000" b="1" dirty="0">
                <a:effectLst/>
                <a:latin typeface="Times New Roman" panose="02020603050405020304" pitchFamily="18" charset="0"/>
                <a:ea typeface="Times New Roman" panose="02020603050405020304" pitchFamily="18" charset="0"/>
              </a:rPr>
              <a:t>7</a:t>
            </a:r>
            <a:r>
              <a:rPr lang="en-IN" sz="2000" dirty="0">
                <a:effectLst/>
                <a:latin typeface="Times New Roman" panose="02020603050405020304" pitchFamily="18" charset="0"/>
                <a:ea typeface="Times New Roman" panose="02020603050405020304" pitchFamily="18" charset="0"/>
              </a:rPr>
              <a:t>, and the </a:t>
            </a:r>
            <a:r>
              <a:rPr lang="en-IN" sz="2000" b="1" dirty="0">
                <a:effectLst/>
                <a:latin typeface="Times New Roman" panose="02020603050405020304" pitchFamily="18" charset="0"/>
                <a:ea typeface="Times New Roman" panose="02020603050405020304" pitchFamily="18" charset="0"/>
              </a:rPr>
              <a:t>p-value is 0.000.</a:t>
            </a:r>
            <a:br>
              <a:rPr lang="en-IN" sz="2000" dirty="0">
                <a:effectLst/>
                <a:latin typeface="Times New Roman" panose="02020603050405020304" pitchFamily="18" charset="0"/>
                <a:ea typeface="Times New Roman" panose="02020603050405020304" pitchFamily="18" charset="0"/>
              </a:rPr>
            </a:br>
            <a:r>
              <a:rPr lang="en-IN" sz="2000" dirty="0">
                <a:effectLst/>
                <a:latin typeface="Times New Roman" panose="02020603050405020304" pitchFamily="18" charset="0"/>
                <a:ea typeface="Times New Roman" panose="02020603050405020304" pitchFamily="18" charset="0"/>
              </a:rPr>
              <a:t>This very low p-value means the result is </a:t>
            </a:r>
            <a:r>
              <a:rPr lang="en-IN" sz="2000" b="1" dirty="0">
                <a:effectLst/>
                <a:latin typeface="Times New Roman" panose="02020603050405020304" pitchFamily="18" charset="0"/>
                <a:ea typeface="Times New Roman" panose="02020603050405020304" pitchFamily="18" charset="0"/>
              </a:rPr>
              <a:t>statistically significant</a:t>
            </a:r>
            <a:r>
              <a:rPr lang="en-IN" sz="2000" dirty="0">
                <a:effectLst/>
                <a:latin typeface="Times New Roman" panose="02020603050405020304" pitchFamily="18" charset="0"/>
                <a:ea typeface="Times New Roman" panose="02020603050405020304" pitchFamily="18" charset="0"/>
              </a:rPr>
              <a:t>, and most customers are </a:t>
            </a:r>
            <a:r>
              <a:rPr lang="en-IN" sz="2000" b="1" dirty="0">
                <a:effectLst/>
                <a:latin typeface="Times New Roman" panose="02020603050405020304" pitchFamily="18" charset="0"/>
                <a:ea typeface="Times New Roman" panose="02020603050405020304" pitchFamily="18" charset="0"/>
              </a:rPr>
              <a:t>favouring the new FD scheme</a:t>
            </a:r>
            <a:r>
              <a:rPr lang="en-IN" sz="2000" dirty="0">
                <a:effectLst/>
                <a:latin typeface="Times New Roman" panose="02020603050405020304" pitchFamily="18" charset="0"/>
                <a:ea typeface="Times New Roman" panose="02020603050405020304" pitchFamily="18" charset="0"/>
              </a:rPr>
              <a:t>.</a:t>
            </a:r>
          </a:p>
          <a:p>
            <a:pPr marL="285750" marR="0" indent="-285750">
              <a:buFont typeface="Arial" panose="020B0604020202020204" pitchFamily="34" charset="0"/>
              <a:buChar char="•"/>
            </a:pPr>
            <a:r>
              <a:rPr lang="en-IN" sz="2000" dirty="0">
                <a:effectLst/>
                <a:latin typeface="Times New Roman" panose="02020603050405020304" pitchFamily="18" charset="0"/>
                <a:ea typeface="Times New Roman" panose="02020603050405020304" pitchFamily="18" charset="0"/>
              </a:rPr>
              <a:t>The </a:t>
            </a:r>
            <a:r>
              <a:rPr lang="en-IN" sz="2000" b="1" dirty="0">
                <a:effectLst/>
                <a:latin typeface="Times New Roman" panose="02020603050405020304" pitchFamily="18" charset="0"/>
                <a:ea typeface="Times New Roman" panose="02020603050405020304" pitchFamily="18" charset="0"/>
              </a:rPr>
              <a:t>DPMO (Defects Per Million Opportunities)</a:t>
            </a:r>
            <a:r>
              <a:rPr lang="en-IN" sz="2000" dirty="0">
                <a:effectLst/>
                <a:latin typeface="Times New Roman" panose="02020603050405020304" pitchFamily="18" charset="0"/>
                <a:ea typeface="Times New Roman" panose="02020603050405020304" pitchFamily="18" charset="0"/>
              </a:rPr>
              <a:t> is </a:t>
            </a:r>
            <a:r>
              <a:rPr lang="en-IN" sz="2000" b="1" dirty="0">
                <a:effectLst/>
                <a:latin typeface="Times New Roman" panose="02020603050405020304" pitchFamily="18" charset="0"/>
                <a:ea typeface="Times New Roman" panose="02020603050405020304" pitchFamily="18" charset="0"/>
              </a:rPr>
              <a:t>250,000</a:t>
            </a:r>
            <a:r>
              <a:rPr lang="en-IN" sz="2000" dirty="0">
                <a:effectLst/>
                <a:latin typeface="Times New Roman" panose="02020603050405020304" pitchFamily="18" charset="0"/>
                <a:ea typeface="Times New Roman" panose="02020603050405020304" pitchFamily="18" charset="0"/>
              </a:rPr>
              <a:t>, showing the level of non-favourable responses.</a:t>
            </a:r>
          </a:p>
          <a:p>
            <a:pPr marL="285750" marR="0" indent="-285750">
              <a:buFont typeface="Arial" panose="020B0604020202020204" pitchFamily="34" charset="0"/>
              <a:buChar char="•"/>
            </a:pPr>
            <a:r>
              <a:rPr lang="en-IN" sz="2000" dirty="0">
                <a:effectLst/>
                <a:latin typeface="Times New Roman" panose="02020603050405020304" pitchFamily="18" charset="0"/>
                <a:ea typeface="Times New Roman" panose="02020603050405020304" pitchFamily="18" charset="0"/>
              </a:rPr>
              <a:t>A Sigma value of 0.67 suggests that there are still a high number of defects or non-favourable responses, as also shown by the DPMO of 250,000 (which means 250,000 defects per million opportunities).</a:t>
            </a:r>
          </a:p>
          <a:p>
            <a:endParaRPr lang="en-IN" dirty="0"/>
          </a:p>
        </p:txBody>
      </p:sp>
    </p:spTree>
    <p:extLst>
      <p:ext uri="{BB962C8B-B14F-4D97-AF65-F5344CB8AC3E}">
        <p14:creationId xmlns:p14="http://schemas.microsoft.com/office/powerpoint/2010/main" val="666488546"/>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B5C5-1489-D8DB-EB6B-C88C2463A8EA}"/>
              </a:ext>
            </a:extLst>
          </p:cNvPr>
          <p:cNvSpPr>
            <a:spLocks noGrp="1"/>
          </p:cNvSpPr>
          <p:nvPr>
            <p:ph type="title"/>
          </p:nvPr>
        </p:nvSpPr>
        <p:spPr>
          <a:xfrm>
            <a:off x="838200" y="303039"/>
            <a:ext cx="10515600" cy="834410"/>
          </a:xfrm>
        </p:spPr>
        <p:txBody>
          <a:bodyPr>
            <a:normAutofit/>
          </a:bodyPr>
          <a:lstStyle/>
          <a:p>
            <a:r>
              <a:rPr lang="en-US" sz="4000" b="1" dirty="0">
                <a:solidFill>
                  <a:schemeClr val="accent1"/>
                </a:solidFill>
                <a:latin typeface="Times New Roman" panose="02020603050405020304" pitchFamily="18" charset="0"/>
                <a:cs typeface="Times New Roman" panose="02020603050405020304" pitchFamily="18" charset="0"/>
              </a:rPr>
              <a:t>Graphical Representation</a:t>
            </a:r>
            <a:endParaRPr lang="en-IN" sz="4000" b="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1D4214-C1FF-4713-278E-E02CC342D79A}"/>
              </a:ext>
            </a:extLst>
          </p:cNvPr>
          <p:cNvSpPr>
            <a:spLocks noGrp="1"/>
          </p:cNvSpPr>
          <p:nvPr>
            <p:ph sz="half" idx="1"/>
          </p:nvPr>
        </p:nvSpPr>
        <p:spPr>
          <a:xfrm>
            <a:off x="838200" y="1130568"/>
            <a:ext cx="5181600" cy="438457"/>
          </a:xfrm>
        </p:spPr>
        <p:txBody>
          <a:bodyPr>
            <a:normAutofit fontScale="77500" lnSpcReduction="20000"/>
          </a:bodyPr>
          <a:lstStyle/>
          <a:p>
            <a:pPr marL="0" indent="0">
              <a:buNone/>
            </a:pPr>
            <a:r>
              <a:rPr lang="en-IN" sz="2600" b="1" dirty="0">
                <a:effectLst/>
                <a:latin typeface="Times New Roman" panose="02020603050405020304" pitchFamily="18" charset="0"/>
                <a:ea typeface="Calibri" panose="020F0502020204030204" pitchFamily="34" charset="0"/>
                <a:cs typeface="Times New Roman" panose="02020603050405020304" pitchFamily="18" charset="0"/>
              </a:rPr>
              <a:t>1)Plot</a:t>
            </a:r>
            <a:r>
              <a:rPr lang="en-IN" sz="2600" b="1"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600" b="1" dirty="0">
                <a:effectLst/>
                <a:latin typeface="Times New Roman" panose="02020603050405020304" pitchFamily="18" charset="0"/>
                <a:ea typeface="Calibri" panose="020F0502020204030204" pitchFamily="34" charset="0"/>
                <a:cs typeface="Times New Roman" panose="02020603050405020304" pitchFamily="18" charset="0"/>
              </a:rPr>
              <a:t>of</a:t>
            </a:r>
            <a:r>
              <a:rPr lang="en-IN" sz="26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600" b="1" dirty="0">
                <a:effectLst/>
                <a:latin typeface="Times New Roman" panose="02020603050405020304" pitchFamily="18" charset="0"/>
                <a:ea typeface="Calibri" panose="020F0502020204030204" pitchFamily="34" charset="0"/>
                <a:cs typeface="Times New Roman" panose="02020603050405020304" pitchFamily="18" charset="0"/>
              </a:rPr>
              <a:t>Compliance</a:t>
            </a:r>
            <a:r>
              <a:rPr lang="en-IN" sz="2600" b="1"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600" b="1" dirty="0">
                <a:effectLst/>
                <a:latin typeface="Times New Roman" panose="02020603050405020304" pitchFamily="18" charset="0"/>
                <a:ea typeface="Calibri" panose="020F0502020204030204" pitchFamily="34" charset="0"/>
                <a:cs typeface="Times New Roman" panose="02020603050405020304" pitchFamily="18" charset="0"/>
              </a:rPr>
              <a:t>vs</a:t>
            </a:r>
            <a:r>
              <a:rPr lang="en-IN" sz="2600" b="1"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600" b="1" dirty="0">
                <a:effectLst/>
                <a:latin typeface="Times New Roman" panose="02020603050405020304" pitchFamily="18" charset="0"/>
                <a:ea typeface="Calibri" panose="020F0502020204030204" pitchFamily="34" charset="0"/>
                <a:cs typeface="Times New Roman" panose="02020603050405020304" pitchFamily="18" charset="0"/>
              </a:rPr>
              <a:t>Non-</a:t>
            </a:r>
            <a:r>
              <a:rPr lang="en-IN" sz="2600" b="1" spc="-10" dirty="0">
                <a:effectLst/>
                <a:latin typeface="Times New Roman" panose="02020603050405020304" pitchFamily="18" charset="0"/>
                <a:ea typeface="Calibri" panose="020F0502020204030204" pitchFamily="34" charset="0"/>
                <a:cs typeface="Times New Roman" panose="02020603050405020304" pitchFamily="18" charset="0"/>
              </a:rPr>
              <a:t>compliance:</a:t>
            </a:r>
          </a:p>
          <a:p>
            <a:pPr marL="0" indent="0">
              <a:buNone/>
            </a:pPr>
            <a:endParaRPr lang="en-IN" dirty="0"/>
          </a:p>
        </p:txBody>
      </p:sp>
      <p:sp>
        <p:nvSpPr>
          <p:cNvPr id="4" name="Content Placeholder 3">
            <a:extLst>
              <a:ext uri="{FF2B5EF4-FFF2-40B4-BE49-F238E27FC236}">
                <a16:creationId xmlns:a16="http://schemas.microsoft.com/office/drawing/2014/main" id="{54728747-F749-ED69-E6F5-1AEBDCBDA894}"/>
              </a:ext>
            </a:extLst>
          </p:cNvPr>
          <p:cNvSpPr>
            <a:spLocks noGrp="1"/>
          </p:cNvSpPr>
          <p:nvPr>
            <p:ph sz="half" idx="2"/>
          </p:nvPr>
        </p:nvSpPr>
        <p:spPr>
          <a:xfrm>
            <a:off x="6172202" y="1130568"/>
            <a:ext cx="5181600" cy="304799"/>
          </a:xfrm>
        </p:spPr>
        <p:txBody>
          <a:bodyPr>
            <a:normAutofit fontScale="77500" lnSpcReduction="20000"/>
          </a:bodyPr>
          <a:lstStyle/>
          <a:p>
            <a:pPr marL="0" indent="0">
              <a:buNone/>
            </a:pP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 Plot</a:t>
            </a:r>
            <a:r>
              <a:rPr lang="en-IN" sz="2400" b="1" kern="1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Observed</a:t>
            </a:r>
            <a:r>
              <a:rPr lang="en-IN" sz="2400" b="1"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proportion</a:t>
            </a:r>
            <a:r>
              <a:rPr lang="en-IN" sz="2400" b="1"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of</a:t>
            </a:r>
            <a:r>
              <a:rPr lang="en-IN" sz="2400" b="1"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“C”</a:t>
            </a:r>
            <a:r>
              <a:rPr lang="en-IN" sz="2400" b="1" kern="1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vs </a:t>
            </a:r>
            <a:r>
              <a:rPr lang="en-IN" sz="2400" b="1" kern="100" spc="-10" dirty="0">
                <a:effectLst/>
                <a:latin typeface="Times New Roman" panose="02020603050405020304" pitchFamily="18" charset="0"/>
                <a:ea typeface="Calibri" panose="020F0502020204030204" pitchFamily="34" charset="0"/>
                <a:cs typeface="Times New Roman" panose="02020603050405020304" pitchFamily="18" charset="0"/>
              </a:rPr>
              <a:t>Target:</a:t>
            </a:r>
            <a:endPar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dirty="0"/>
          </a:p>
        </p:txBody>
      </p:sp>
      <p:pic>
        <p:nvPicPr>
          <p:cNvPr id="5" name="Picture 4">
            <a:extLst>
              <a:ext uri="{FF2B5EF4-FFF2-40B4-BE49-F238E27FC236}">
                <a16:creationId xmlns:a16="http://schemas.microsoft.com/office/drawing/2014/main" id="{8E8106DB-9830-50FE-8690-3ADB79C795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720" y="1521010"/>
            <a:ext cx="4641850" cy="2476500"/>
          </a:xfrm>
          <a:prstGeom prst="rect">
            <a:avLst/>
          </a:prstGeom>
        </p:spPr>
      </p:pic>
      <p:pic>
        <p:nvPicPr>
          <p:cNvPr id="6" name="Picture 5">
            <a:extLst>
              <a:ext uri="{FF2B5EF4-FFF2-40B4-BE49-F238E27FC236}">
                <a16:creationId xmlns:a16="http://schemas.microsoft.com/office/drawing/2014/main" id="{1E339B90-234D-B487-C044-C5C7D50F8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5424" y="1521010"/>
            <a:ext cx="4795151" cy="2476500"/>
          </a:xfrm>
          <a:prstGeom prst="rect">
            <a:avLst/>
          </a:prstGeom>
        </p:spPr>
      </p:pic>
      <p:sp>
        <p:nvSpPr>
          <p:cNvPr id="7" name="TextBox 6">
            <a:extLst>
              <a:ext uri="{FF2B5EF4-FFF2-40B4-BE49-F238E27FC236}">
                <a16:creationId xmlns:a16="http://schemas.microsoft.com/office/drawing/2014/main" id="{0F3EB721-2E10-6122-4C3B-8B8F4664956B}"/>
              </a:ext>
            </a:extLst>
          </p:cNvPr>
          <p:cNvSpPr txBox="1"/>
          <p:nvPr/>
        </p:nvSpPr>
        <p:spPr>
          <a:xfrm>
            <a:off x="838200" y="3998574"/>
            <a:ext cx="4641850" cy="2513509"/>
          </a:xfrm>
          <a:prstGeom prst="rect">
            <a:avLst/>
          </a:prstGeom>
          <a:noFill/>
        </p:spPr>
        <p:txBody>
          <a:bodyPr wrap="square" rtlCol="0">
            <a:spAutoFit/>
          </a:bodyPr>
          <a:lstStyle/>
          <a:p>
            <a:pPr marL="0" marR="0">
              <a:spcBef>
                <a:spcPts val="5"/>
              </a:spcBef>
              <a:spcAft>
                <a:spcPts val="800"/>
              </a:spcAft>
              <a:buNone/>
              <a:tabLst>
                <a:tab pos="1336675" algn="l"/>
              </a:tabLst>
            </a:pPr>
            <a:r>
              <a:rPr lang="en-IN" kern="0" dirty="0">
                <a:effectLst/>
                <a:latin typeface="Times New Roman" panose="02020603050405020304" pitchFamily="18" charset="0"/>
                <a:ea typeface="Times New Roman" panose="02020603050405020304" pitchFamily="18" charset="0"/>
                <a:cs typeface="Mangal" panose="02040503050203030202" pitchFamily="18" charset="0"/>
              </a:rPr>
              <a:t>In above graph out of the total 100 respondents:</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spcBef>
                <a:spcPts val="5"/>
              </a:spcBef>
              <a:spcAft>
                <a:spcPts val="800"/>
              </a:spcAft>
              <a:buSzPts val="1000"/>
              <a:buFont typeface="Symbol" panose="05050102010706020507" pitchFamily="18" charset="2"/>
              <a:buChar char=""/>
              <a:tabLst>
                <a:tab pos="285750" algn="l"/>
                <a:tab pos="457200" algn="l"/>
                <a:tab pos="1336675" algn="l"/>
              </a:tabLst>
            </a:pPr>
            <a:r>
              <a:rPr lang="en-IN" kern="0" dirty="0">
                <a:effectLst/>
                <a:latin typeface="Times New Roman" panose="02020603050405020304" pitchFamily="18" charset="0"/>
                <a:ea typeface="Times New Roman" panose="02020603050405020304" pitchFamily="18" charset="0"/>
                <a:cs typeface="Mangal" panose="02040503050203030202" pitchFamily="18" charset="0"/>
              </a:rPr>
              <a:t>75 individuals (or 75%) fall under Compliance (C), indicating that they agree with or support the proposed strategy/product.</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spcBef>
                <a:spcPts val="5"/>
              </a:spcBef>
              <a:spcAft>
                <a:spcPts val="800"/>
              </a:spcAft>
              <a:buSzPts val="1000"/>
              <a:buFont typeface="Symbol" panose="05050102010706020507" pitchFamily="18" charset="2"/>
              <a:buChar char=""/>
              <a:tabLst>
                <a:tab pos="285750" algn="l"/>
                <a:tab pos="457200" algn="l"/>
                <a:tab pos="1336675" algn="l"/>
              </a:tabLst>
            </a:pPr>
            <a:r>
              <a:rPr lang="en-IN" kern="0" dirty="0">
                <a:effectLst/>
                <a:latin typeface="Times New Roman" panose="02020603050405020304" pitchFamily="18" charset="0"/>
                <a:ea typeface="Times New Roman" panose="02020603050405020304" pitchFamily="18" charset="0"/>
                <a:cs typeface="Mangal" panose="02040503050203030202" pitchFamily="18" charset="0"/>
              </a:rPr>
              <a:t>25 individuals (or 25%) fall under Non-Compliance (NC), indicating that they do not support or disagree with it.</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8" name="TextBox 7">
            <a:extLst>
              <a:ext uri="{FF2B5EF4-FFF2-40B4-BE49-F238E27FC236}">
                <a16:creationId xmlns:a16="http://schemas.microsoft.com/office/drawing/2014/main" id="{4C095255-52F5-0E0D-A025-9AB62EE08ACB}"/>
              </a:ext>
            </a:extLst>
          </p:cNvPr>
          <p:cNvSpPr txBox="1"/>
          <p:nvPr/>
        </p:nvSpPr>
        <p:spPr>
          <a:xfrm>
            <a:off x="6365423" y="3997510"/>
            <a:ext cx="4795151" cy="2155270"/>
          </a:xfrm>
          <a:prstGeom prst="rect">
            <a:avLst/>
          </a:prstGeom>
          <a:noFill/>
        </p:spPr>
        <p:txBody>
          <a:bodyPr wrap="square" rtlCol="0">
            <a:spAutoFit/>
          </a:bodyPr>
          <a:lstStyle/>
          <a:p>
            <a:pPr marL="0" marR="0">
              <a:spcAft>
                <a:spcPts val="800"/>
              </a:spcAft>
              <a:buNone/>
            </a:pPr>
            <a:r>
              <a:rPr lang="en-IN" sz="1800" kern="0" dirty="0">
                <a:effectLst/>
                <a:latin typeface="Times New Roman" panose="02020603050405020304" pitchFamily="18" charset="0"/>
                <a:ea typeface="Times New Roman" panose="02020603050405020304" pitchFamily="18" charset="0"/>
                <a:cs typeface="Mangal" panose="02040503050203030202" pitchFamily="18" charset="0"/>
              </a:rPr>
              <a:t>From above graph we conclude that the actual compliance level of 75% exceeds the target of 43%, indicating strong acceptance and validation of the proposed product. This suggests that the strategy is well-received and can be confidently considered for implementation.</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0" marR="0">
              <a:lnSpc>
                <a:spcPct val="115000"/>
              </a:lnSpc>
              <a:spcAft>
                <a:spcPts val="800"/>
              </a:spcAft>
            </a:pPr>
            <a:r>
              <a:rPr lang="en-IN" sz="1800" kern="0" dirty="0">
                <a:effectLst/>
                <a:latin typeface="Times New Roman" panose="02020603050405020304" pitchFamily="18" charset="0"/>
                <a:ea typeface="Times New Roman" panose="02020603050405020304" pitchFamily="18" charset="0"/>
                <a:cs typeface="Mangal" panose="02040503050203030202" pitchFamily="18" charset="0"/>
              </a:rPr>
              <a:t>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8573080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CD7A9-3419-8E92-033B-7C45C8A4ACC8}"/>
              </a:ext>
            </a:extLst>
          </p:cNvPr>
          <p:cNvSpPr>
            <a:spLocks noGrp="1"/>
          </p:cNvSpPr>
          <p:nvPr>
            <p:ph type="title"/>
          </p:nvPr>
        </p:nvSpPr>
        <p:spPr>
          <a:xfrm>
            <a:off x="1112572" y="322094"/>
            <a:ext cx="10515600" cy="785249"/>
          </a:xfrm>
        </p:spPr>
        <p:txBody>
          <a:bodyPr/>
          <a:lstStyle/>
          <a:p>
            <a:r>
              <a:rPr lang="en-IN" b="1" dirty="0">
                <a:solidFill>
                  <a:srgbClr val="002060"/>
                </a:solidFill>
                <a:latin typeface="Times New Roman" panose="02020603050405020304" pitchFamily="18" charset="0"/>
                <a:cs typeface="Times New Roman" panose="02020603050405020304" pitchFamily="18" charset="0"/>
              </a:rPr>
              <a:t>  Conclusion</a:t>
            </a:r>
            <a:r>
              <a:rPr lang="en-IN" dirty="0">
                <a:solidFill>
                  <a:srgbClr val="002060"/>
                </a:solidFill>
                <a:latin typeface="Times New Roman" panose="02020603050405020304" pitchFamily="18" charset="0"/>
                <a:cs typeface="Times New Roman" panose="02020603050405020304" pitchFamily="18" charset="0"/>
              </a:rPr>
              <a:t> </a:t>
            </a:r>
          </a:p>
        </p:txBody>
      </p:sp>
      <p:sp>
        <p:nvSpPr>
          <p:cNvPr id="5" name="Rectangle 1">
            <a:extLst>
              <a:ext uri="{FF2B5EF4-FFF2-40B4-BE49-F238E27FC236}">
                <a16:creationId xmlns:a16="http://schemas.microsoft.com/office/drawing/2014/main" id="{117D814D-1D75-31D0-ADAB-F6B41FDCC553}"/>
              </a:ext>
            </a:extLst>
          </p:cNvPr>
          <p:cNvSpPr>
            <a:spLocks noGrp="1" noChangeArrowheads="1"/>
          </p:cNvSpPr>
          <p:nvPr>
            <p:ph sz="half" idx="1"/>
          </p:nvPr>
        </p:nvSpPr>
        <p:spPr bwMode="auto">
          <a:xfrm>
            <a:off x="1112572" y="979468"/>
            <a:ext cx="7396727" cy="587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Validation phase confirmed the new FD strategy is effective and well-received.</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features influencing customer choices were identified using analytics.</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proposed features gained positive feedback, showing demand for innovation.</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Even less significant features provided insights and </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are useful for future refinement.</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new design aligns with customer expectations and can improve satisfaction scores.</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Implementation of these features can restore competitive advantage for the bank.</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showcases the power of data-driven, customer-focused improvements.</a:t>
            </a:r>
          </a:p>
          <a:p>
            <a:pPr marL="0" indent="0" eaLnBrk="0" fontAlgn="base" hangingPunct="0">
              <a:lnSpc>
                <a:spcPct val="100000"/>
              </a:lnSpc>
              <a:spcBef>
                <a:spcPct val="0"/>
              </a:spcBef>
              <a:spcAft>
                <a:spcPct val="0"/>
              </a:spcAft>
              <a:buNone/>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13" name="Picture 412">
            <a:extLst>
              <a:ext uri="{FF2B5EF4-FFF2-40B4-BE49-F238E27FC236}">
                <a16:creationId xmlns:a16="http://schemas.microsoft.com/office/drawing/2014/main" id="{AE36BD29-16B5-D350-DA3C-835A90A210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1098" y="129091"/>
            <a:ext cx="4169537" cy="4206240"/>
          </a:xfrm>
          <a:prstGeom prst="rect">
            <a:avLst/>
          </a:prstGeom>
        </p:spPr>
      </p:pic>
    </p:spTree>
    <p:extLst>
      <p:ext uri="{BB962C8B-B14F-4D97-AF65-F5344CB8AC3E}">
        <p14:creationId xmlns:p14="http://schemas.microsoft.com/office/powerpoint/2010/main" val="2787011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26A25-F7C1-662A-0776-FD7EA29101F9}"/>
              </a:ext>
            </a:extLst>
          </p:cNvPr>
          <p:cNvSpPr>
            <a:spLocks noGrp="1"/>
          </p:cNvSpPr>
          <p:nvPr>
            <p:ph type="title"/>
          </p:nvPr>
        </p:nvSpPr>
        <p:spPr>
          <a:xfrm>
            <a:off x="838200" y="658761"/>
            <a:ext cx="10515600" cy="737419"/>
          </a:xfrm>
        </p:spPr>
        <p:txBody>
          <a:bodyPr>
            <a:normAutofit fontScale="90000"/>
          </a:bodyPr>
          <a:lstStyle/>
          <a:p>
            <a:r>
              <a:rPr lang="en-IN" sz="4000" b="1" kern="100" dirty="0">
                <a:solidFill>
                  <a:srgbClr val="002060"/>
                </a:solidFill>
                <a:effectLst/>
                <a:latin typeface="Times New Roman" panose="02020603050405020304" pitchFamily="18" charset="0"/>
                <a:ea typeface="Calibri" panose="020F0502020204030204" pitchFamily="34" charset="0"/>
                <a:cs typeface="Mangal" panose="02040503050203030202" pitchFamily="18" charset="0"/>
              </a:rPr>
              <a:t> Future Enhancement</a:t>
            </a:r>
            <a:br>
              <a:rPr lang="en-IN" sz="1800" kern="1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p:sp>
        <p:nvSpPr>
          <p:cNvPr id="3" name="Content Placeholder 2">
            <a:extLst>
              <a:ext uri="{FF2B5EF4-FFF2-40B4-BE49-F238E27FC236}">
                <a16:creationId xmlns:a16="http://schemas.microsoft.com/office/drawing/2014/main" id="{F6247EAC-4BD0-EB45-E954-DF717E2634F1}"/>
              </a:ext>
            </a:extLst>
          </p:cNvPr>
          <p:cNvSpPr>
            <a:spLocks noGrp="1"/>
          </p:cNvSpPr>
          <p:nvPr>
            <p:ph sz="half" idx="1"/>
          </p:nvPr>
        </p:nvSpPr>
        <p:spPr>
          <a:xfrm>
            <a:off x="838200" y="1219199"/>
            <a:ext cx="10515600" cy="5193737"/>
          </a:xfrm>
        </p:spPr>
        <p:txBody>
          <a:bodyPr>
            <a:normAutofit/>
          </a:bodyPr>
          <a:lstStyle/>
          <a:p>
            <a:pPr>
              <a:lnSpc>
                <a:spcPct val="115000"/>
              </a:lnSpc>
              <a:spcAft>
                <a:spcPts val="800"/>
              </a:spcAft>
              <a:tabLst>
                <a:tab pos="342900" algn="l"/>
                <a:tab pos="660400" algn="l"/>
              </a:tabLst>
            </a:pPr>
            <a:r>
              <a:rPr lang="en-IN" sz="2000" b="1" kern="100" dirty="0">
                <a:effectLst/>
                <a:latin typeface="Times New Roman" panose="02020603050405020304" pitchFamily="18" charset="0"/>
                <a:ea typeface="Calibri" panose="020F0502020204030204" pitchFamily="34" charset="0"/>
                <a:cs typeface="Mangal" panose="02040503050203030202" pitchFamily="18" charset="0"/>
              </a:rPr>
              <a:t>Reach More Types of Customers</a:t>
            </a:r>
            <a:br>
              <a:rPr lang="en-IN" sz="2000" kern="100" dirty="0">
                <a:effectLst/>
                <a:latin typeface="Times New Roman" panose="02020603050405020304" pitchFamily="18" charset="0"/>
                <a:ea typeface="Calibri" panose="020F0502020204030204" pitchFamily="34" charset="0"/>
                <a:cs typeface="Mangal" panose="02040503050203030202" pitchFamily="18" charset="0"/>
              </a:rPr>
            </a:br>
            <a:r>
              <a:rPr lang="en-IN" sz="2000" kern="100" dirty="0">
                <a:effectLst/>
                <a:latin typeface="Times New Roman" panose="02020603050405020304" pitchFamily="18" charset="0"/>
                <a:ea typeface="Calibri" panose="020F0502020204030204" pitchFamily="34" charset="0"/>
                <a:cs typeface="Mangal" panose="02040503050203030202" pitchFamily="18" charset="0"/>
              </a:rPr>
              <a:t>In the next steps, we can include different customer groups like senior citizens, people from rural areas, or wealthy individuals. This will help design FD offers that suit their specific needs.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800"/>
              </a:spcAft>
              <a:tabLst>
                <a:tab pos="342900" algn="l"/>
                <a:tab pos="660400" algn="l"/>
              </a:tabLst>
            </a:pPr>
            <a:r>
              <a:rPr lang="en-IN" sz="2000" b="1" kern="100" dirty="0">
                <a:effectLst/>
                <a:latin typeface="Times New Roman" panose="02020603050405020304" pitchFamily="18" charset="0"/>
                <a:ea typeface="Calibri" panose="020F0502020204030204" pitchFamily="34" charset="0"/>
                <a:cs typeface="Mangal" panose="02040503050203030202" pitchFamily="18" charset="0"/>
              </a:rPr>
              <a:t>Use Digital Feedback Tools</a:t>
            </a:r>
            <a:br>
              <a:rPr lang="en-IN" sz="2000" kern="100" dirty="0">
                <a:effectLst/>
                <a:latin typeface="Times New Roman" panose="02020603050405020304" pitchFamily="18" charset="0"/>
                <a:ea typeface="Calibri" panose="020F0502020204030204" pitchFamily="34" charset="0"/>
                <a:cs typeface="Mangal" panose="02040503050203030202" pitchFamily="18" charset="0"/>
              </a:rPr>
            </a:br>
            <a:r>
              <a:rPr lang="en-IN" sz="2000" kern="100" dirty="0">
                <a:effectLst/>
                <a:latin typeface="Times New Roman" panose="02020603050405020304" pitchFamily="18" charset="0"/>
                <a:ea typeface="Calibri" panose="020F0502020204030204" pitchFamily="34" charset="0"/>
                <a:cs typeface="Mangal" panose="02040503050203030202" pitchFamily="18" charset="0"/>
              </a:rPr>
              <a:t>Adding online feedback systems (through mobile apps or websites) will help the bank understand changing customer opinions quickly and make faster improvements.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800"/>
              </a:spcAft>
              <a:tabLst>
                <a:tab pos="342900" algn="l"/>
                <a:tab pos="660400" algn="l"/>
              </a:tabLst>
            </a:pPr>
            <a:r>
              <a:rPr lang="en-IN" sz="2000" b="1" kern="100" dirty="0">
                <a:effectLst/>
                <a:latin typeface="Times New Roman" panose="02020603050405020304" pitchFamily="18" charset="0"/>
                <a:ea typeface="Calibri" panose="020F0502020204030204" pitchFamily="34" charset="0"/>
                <a:cs typeface="Mangal" panose="02040503050203030202" pitchFamily="18" charset="0"/>
              </a:rPr>
              <a:t>Review Offers Regularly</a:t>
            </a:r>
            <a:br>
              <a:rPr lang="en-IN" sz="2000" kern="100" dirty="0">
                <a:effectLst/>
                <a:latin typeface="Times New Roman" panose="02020603050405020304" pitchFamily="18" charset="0"/>
                <a:ea typeface="Calibri" panose="020F0502020204030204" pitchFamily="34" charset="0"/>
                <a:cs typeface="Mangal" panose="02040503050203030202" pitchFamily="18" charset="0"/>
              </a:rPr>
            </a:br>
            <a:r>
              <a:rPr lang="en-IN" sz="2000" kern="100" dirty="0">
                <a:effectLst/>
                <a:latin typeface="Times New Roman" panose="02020603050405020304" pitchFamily="18" charset="0"/>
                <a:ea typeface="Calibri" panose="020F0502020204030204" pitchFamily="34" charset="0"/>
                <a:cs typeface="Mangal" panose="02040503050203030202" pitchFamily="18" charset="0"/>
              </a:rPr>
              <a:t>Since customer preferences can change over time, it’s important to regularly test and adjust the FD offers to stay updated and competitive.</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r>
              <a:rPr lang="en-IN" sz="2000" b="1" dirty="0">
                <a:effectLst/>
                <a:latin typeface="Times New Roman" panose="02020603050405020304" pitchFamily="18" charset="0"/>
                <a:ea typeface="Calibri" panose="020F0502020204030204" pitchFamily="34" charset="0"/>
              </a:rPr>
              <a:t>Understand Customer Behaviour Better</a:t>
            </a:r>
            <a:br>
              <a:rPr lang="en-IN" sz="2000" dirty="0">
                <a:effectLst/>
                <a:latin typeface="Times New Roman" panose="02020603050405020304" pitchFamily="18" charset="0"/>
                <a:ea typeface="Calibri" panose="020F0502020204030204" pitchFamily="34" charset="0"/>
              </a:rPr>
            </a:br>
            <a:r>
              <a:rPr lang="en-IN" sz="2000" dirty="0">
                <a:effectLst/>
                <a:latin typeface="Times New Roman" panose="02020603050405020304" pitchFamily="18" charset="0"/>
                <a:ea typeface="Calibri" panose="020F0502020204030204" pitchFamily="34" charset="0"/>
              </a:rPr>
              <a:t>Using tools like behaviour analysis and customer journey tracking can help the bank understand        </a:t>
            </a:r>
            <a:r>
              <a:rPr lang="en-IN" sz="2000" dirty="0">
                <a:latin typeface="Times New Roman" panose="02020603050405020304" pitchFamily="18" charset="0"/>
                <a:ea typeface="Calibri" panose="020F0502020204030204" pitchFamily="34" charset="0"/>
              </a:rPr>
              <a:t>why people </a:t>
            </a:r>
            <a:r>
              <a:rPr lang="en-IN" sz="2000" dirty="0">
                <a:effectLst/>
                <a:latin typeface="Times New Roman" panose="02020603050405020304" pitchFamily="18" charset="0"/>
                <a:ea typeface="Calibri" panose="020F0502020204030204" pitchFamily="34" charset="0"/>
              </a:rPr>
              <a:t>choose or avoid FDs, so offers can be better targeted.</a:t>
            </a:r>
            <a:endParaRPr lang="en-IN" sz="3200" dirty="0"/>
          </a:p>
        </p:txBody>
      </p:sp>
      <p:grpSp>
        <p:nvGrpSpPr>
          <p:cNvPr id="13" name="Google Shape;15649;p137">
            <a:extLst>
              <a:ext uri="{FF2B5EF4-FFF2-40B4-BE49-F238E27FC236}">
                <a16:creationId xmlns:a16="http://schemas.microsoft.com/office/drawing/2014/main" id="{DF9B396E-737B-FDAA-5622-43C9B2EAA354}"/>
              </a:ext>
            </a:extLst>
          </p:cNvPr>
          <p:cNvGrpSpPr/>
          <p:nvPr/>
        </p:nvGrpSpPr>
        <p:grpSpPr>
          <a:xfrm>
            <a:off x="5681830" y="445064"/>
            <a:ext cx="828339" cy="812525"/>
            <a:chOff x="-13077450" y="3647075"/>
            <a:chExt cx="356025" cy="352750"/>
          </a:xfrm>
        </p:grpSpPr>
        <p:sp>
          <p:nvSpPr>
            <p:cNvPr id="14" name="Google Shape;15650;p137">
              <a:extLst>
                <a:ext uri="{FF2B5EF4-FFF2-40B4-BE49-F238E27FC236}">
                  <a16:creationId xmlns:a16="http://schemas.microsoft.com/office/drawing/2014/main" id="{941FAE0B-C56B-6082-69C8-8E963BD47DE5}"/>
                </a:ext>
              </a:extLst>
            </p:cNvPr>
            <p:cNvSpPr/>
            <p:nvPr/>
          </p:nvSpPr>
          <p:spPr>
            <a:xfrm>
              <a:off x="-13014450" y="3708500"/>
              <a:ext cx="104000" cy="145750"/>
            </a:xfrm>
            <a:custGeom>
              <a:avLst/>
              <a:gdLst/>
              <a:ahLst/>
              <a:cxnLst/>
              <a:rect l="l" t="t" r="r" b="b"/>
              <a:pathLst>
                <a:path w="4160" h="5830" extrusionOk="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rgbClr val="5F7D9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15" name="Google Shape;15651;p137">
              <a:extLst>
                <a:ext uri="{FF2B5EF4-FFF2-40B4-BE49-F238E27FC236}">
                  <a16:creationId xmlns:a16="http://schemas.microsoft.com/office/drawing/2014/main" id="{593BCD1C-0167-7E3D-A2B0-A2F45D26B323}"/>
                </a:ext>
              </a:extLst>
            </p:cNvPr>
            <p:cNvSpPr/>
            <p:nvPr/>
          </p:nvSpPr>
          <p:spPr>
            <a:xfrm>
              <a:off x="-12890800" y="3708500"/>
              <a:ext cx="104775" cy="145750"/>
            </a:xfrm>
            <a:custGeom>
              <a:avLst/>
              <a:gdLst/>
              <a:ahLst/>
              <a:cxnLst/>
              <a:rect l="l" t="t" r="r" b="b"/>
              <a:pathLst>
                <a:path w="4191" h="5830" extrusionOk="0">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rgbClr val="5F7D9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sp>
          <p:nvSpPr>
            <p:cNvPr id="16" name="Google Shape;15652;p137">
              <a:extLst>
                <a:ext uri="{FF2B5EF4-FFF2-40B4-BE49-F238E27FC236}">
                  <a16:creationId xmlns:a16="http://schemas.microsoft.com/office/drawing/2014/main" id="{DE1DD231-7E36-7F69-7BD3-E1A1C3E5C826}"/>
                </a:ext>
              </a:extLst>
            </p:cNvPr>
            <p:cNvSpPr/>
            <p:nvPr/>
          </p:nvSpPr>
          <p:spPr>
            <a:xfrm>
              <a:off x="-13077450" y="3647075"/>
              <a:ext cx="356025" cy="352750"/>
            </a:xfrm>
            <a:custGeom>
              <a:avLst/>
              <a:gdLst/>
              <a:ahLst/>
              <a:cxnLst/>
              <a:rect l="l" t="t" r="r" b="b"/>
              <a:pathLst>
                <a:path w="14241" h="14110" extrusionOk="0">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rgbClr val="5F7D95"/>
            </a:solidFill>
            <a:ln>
              <a:noFill/>
            </a:ln>
          </p:spPr>
          <p:txBody>
            <a:bodyPr spcFirstLastPara="1" wrap="square" lIns="91425" tIns="91425" rIns="91425" bIns="91425" anchor="ctr" anchorCtr="0">
              <a:noAutofit/>
            </a:bodyPr>
            <a:lstStyle/>
            <a:p>
              <a:pPr defTabSz="914400">
                <a:buClr>
                  <a:srgbClr val="000000"/>
                </a:buClr>
                <a:buFont typeface="Arial"/>
                <a:buNone/>
              </a:pPr>
              <a:endParaRPr sz="1400" kern="0">
                <a:solidFill>
                  <a:srgbClr val="000000"/>
                </a:solidFill>
                <a:latin typeface="Arial"/>
                <a:cs typeface="Arial"/>
                <a:sym typeface="Arial"/>
              </a:endParaRPr>
            </a:p>
          </p:txBody>
        </p:sp>
      </p:grpSp>
    </p:spTree>
    <p:extLst>
      <p:ext uri="{BB962C8B-B14F-4D97-AF65-F5344CB8AC3E}">
        <p14:creationId xmlns:p14="http://schemas.microsoft.com/office/powerpoint/2010/main" val="3571400056"/>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67456C-01DD-CAAB-13C5-93BE350DFAD5}"/>
              </a:ext>
            </a:extLst>
          </p:cNvPr>
          <p:cNvSpPr>
            <a:spLocks noGrp="1"/>
          </p:cNvSpPr>
          <p:nvPr>
            <p:ph idx="1"/>
          </p:nvPr>
        </p:nvSpPr>
        <p:spPr>
          <a:xfrm>
            <a:off x="838200" y="963561"/>
            <a:ext cx="10515600" cy="5695182"/>
          </a:xfrm>
        </p:spPr>
        <p:txBody>
          <a:bodyPr>
            <a:normAutofit/>
          </a:bodyPr>
          <a:lstStyle/>
          <a:p>
            <a:pPr>
              <a:lnSpc>
                <a:spcPct val="115000"/>
              </a:lnSpc>
              <a:spcAft>
                <a:spcPts val="800"/>
              </a:spcAft>
              <a:tabLst>
                <a:tab pos="342900" algn="l"/>
                <a:tab pos="660400" algn="l"/>
              </a:tabLst>
            </a:pPr>
            <a:r>
              <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rPr>
              <a:t>Compare with Competitors</a:t>
            </a:r>
            <a:b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By studying what other banks and financial services are offering (like mutual funds or digital bonds), the bank         can keep its FD products attractive.</a:t>
            </a:r>
          </a:p>
          <a:p>
            <a:pPr>
              <a:lnSpc>
                <a:spcPct val="115000"/>
              </a:lnSpc>
              <a:spcAft>
                <a:spcPts val="800"/>
              </a:spcAft>
              <a:tabLst>
                <a:tab pos="342900" algn="l"/>
                <a:tab pos="660400" algn="l"/>
              </a:tabLst>
            </a:pPr>
            <a:r>
              <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rPr>
              <a:t>Apply to Other Bank Products</a:t>
            </a:r>
            <a:b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The same research method used in this FD project can also be used to improve other products like savings accounts, recurring deposits, and loans.</a:t>
            </a:r>
          </a:p>
          <a:p>
            <a:pPr>
              <a:lnSpc>
                <a:spcPct val="115000"/>
              </a:lnSpc>
              <a:spcAft>
                <a:spcPts val="800"/>
              </a:spcAft>
              <a:tabLst>
                <a:tab pos="342900" algn="l"/>
                <a:tab pos="660400" algn="l"/>
              </a:tabLst>
            </a:pPr>
            <a:r>
              <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rPr>
              <a:t>Use AI for Personalization</a:t>
            </a:r>
            <a:b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In the future, Artificial Intelligence (AI) can help offer personalized FD schemes to customers based on their financial behaviour, making the offers more relevant and increasing customer interest.</a:t>
            </a:r>
          </a:p>
          <a:p>
            <a:pPr marL="0" indent="0">
              <a:buNone/>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53284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C1DE6B-76C5-408B-6C31-A17948BDC185}"/>
              </a:ext>
            </a:extLst>
          </p:cNvPr>
          <p:cNvSpPr txBox="1"/>
          <p:nvPr/>
        </p:nvSpPr>
        <p:spPr>
          <a:xfrm>
            <a:off x="2472813" y="2644170"/>
            <a:ext cx="7246374" cy="1569660"/>
          </a:xfrm>
          <a:prstGeom prst="rect">
            <a:avLst/>
          </a:prstGeom>
          <a:noFill/>
        </p:spPr>
        <p:txBody>
          <a:bodyPr wrap="square" rtlCol="0">
            <a:spAutoFit/>
          </a:bodyPr>
          <a:lstStyle/>
          <a:p>
            <a:pPr algn="ctr"/>
            <a:r>
              <a:rPr lang="en-US" sz="9600" b="1" dirty="0">
                <a:solidFill>
                  <a:srgbClr val="002060"/>
                </a:solidFill>
                <a:latin typeface="Times New Roman" panose="02020603050405020304" pitchFamily="18" charset="0"/>
                <a:cs typeface="Times New Roman" panose="02020603050405020304" pitchFamily="18" charset="0"/>
              </a:rPr>
              <a:t>Thank You </a:t>
            </a:r>
            <a:endParaRPr lang="en-IN" sz="96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83080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Banking Infographics by Slidesgo">
  <a:themeElements>
    <a:clrScheme name="Simple Light">
      <a:dk1>
        <a:srgbClr val="000000"/>
      </a:dk1>
      <a:lt1>
        <a:srgbClr val="FFFFFF"/>
      </a:lt1>
      <a:dk2>
        <a:srgbClr val="698CE0"/>
      </a:dk2>
      <a:lt2>
        <a:srgbClr val="9AB8FF"/>
      </a:lt2>
      <a:accent1>
        <a:srgbClr val="FCDC9F"/>
      </a:accent1>
      <a:accent2>
        <a:srgbClr val="0B294E"/>
      </a:accent2>
      <a:accent3>
        <a:srgbClr val="72A2DD"/>
      </a:accent3>
      <a:accent4>
        <a:srgbClr val="3A68A2"/>
      </a:accent4>
      <a:accent5>
        <a:srgbClr val="D5E7FD"/>
      </a:accent5>
      <a:accent6>
        <a:srgbClr val="243B74"/>
      </a:accent6>
      <a:hlink>
        <a:srgbClr val="0B294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1693</TotalTime>
  <Words>2206</Words>
  <Application>Microsoft Office PowerPoint</Application>
  <PresentationFormat>Widescreen</PresentationFormat>
  <Paragraphs>294</Paragraphs>
  <Slides>20</Slides>
  <Notes>3</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20</vt:i4>
      </vt:variant>
    </vt:vector>
  </HeadingPairs>
  <TitlesOfParts>
    <vt:vector size="38" baseType="lpstr">
      <vt:lpstr>Anaheim</vt:lpstr>
      <vt:lpstr>Arial</vt:lpstr>
      <vt:lpstr>Calibri</vt:lpstr>
      <vt:lpstr>Calibri Light</vt:lpstr>
      <vt:lpstr>Changa One</vt:lpstr>
      <vt:lpstr>Fira Sans</vt:lpstr>
      <vt:lpstr>Fira Sans Extra Condensed</vt:lpstr>
      <vt:lpstr>Fira Sans Extra Condensed SemiBold</vt:lpstr>
      <vt:lpstr>Montserrat</vt:lpstr>
      <vt:lpstr>Roboto</vt:lpstr>
      <vt:lpstr>Roboto Condensed Light</vt:lpstr>
      <vt:lpstr>Rubik</vt:lpstr>
      <vt:lpstr>Rubik Medium</vt:lpstr>
      <vt:lpstr>Symbol</vt:lpstr>
      <vt:lpstr>Times New Roman</vt:lpstr>
      <vt:lpstr>Wingdings</vt:lpstr>
      <vt:lpstr>Office Theme</vt:lpstr>
      <vt:lpstr>Banking Infographics by Slidesgo</vt:lpstr>
      <vt:lpstr>PowerPoint Presentation</vt:lpstr>
      <vt:lpstr>India’s banking sector stands as a pillar of the nation’s economic progress, playing a vital role in mobilizing capital, expanding credit access, and driving financial inclusion.</vt:lpstr>
      <vt:lpstr>PowerPoint Presentation</vt:lpstr>
      <vt:lpstr>PowerPoint Presentation</vt:lpstr>
      <vt:lpstr>PowerPoint Presentation</vt:lpstr>
      <vt:lpstr>Framework Used: Lean Six Sigma (DMADV)</vt:lpstr>
      <vt:lpstr>Conceptual Framework Business Experiment &amp; Analytics: </vt:lpstr>
      <vt:lpstr>Lean Six Sigma DMADV:  Define →Measure → Analyse → Design → Validate</vt:lpstr>
      <vt:lpstr>Measure Phase – Understand Key Features :  </vt:lpstr>
      <vt:lpstr>PowerPoint Presentation</vt:lpstr>
      <vt:lpstr>Analyse Phase – Data Analysis and interpretation </vt:lpstr>
      <vt:lpstr>PowerPoint Presentation</vt:lpstr>
      <vt:lpstr>Design Phase – Create Best FD Offer</vt:lpstr>
      <vt:lpstr>PowerPoint Presentation</vt:lpstr>
      <vt:lpstr>Validate phase</vt:lpstr>
      <vt:lpstr>Graphical Representation</vt:lpstr>
      <vt:lpstr>  Conclusion </vt:lpstr>
      <vt:lpstr> Future Enhancement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kiran sanap</dc:creator>
  <cp:lastModifiedBy>kiran sanap</cp:lastModifiedBy>
  <cp:revision>13</cp:revision>
  <dcterms:created xsi:type="dcterms:W3CDTF">2025-06-15T18:11:09Z</dcterms:created>
  <dcterms:modified xsi:type="dcterms:W3CDTF">2025-06-18T07:50:19Z</dcterms:modified>
</cp:coreProperties>
</file>